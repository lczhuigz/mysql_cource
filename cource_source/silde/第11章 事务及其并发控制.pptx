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handoutMasterIdLst>
    <p:handoutMasterId r:id="rId37"/>
  </p:handoutMasterIdLst>
  <p:sldIdLst>
    <p:sldId id="256" r:id="rId2"/>
    <p:sldId id="257" r:id="rId3"/>
    <p:sldId id="685" r:id="rId4"/>
    <p:sldId id="654" r:id="rId5"/>
    <p:sldId id="686" r:id="rId6"/>
    <p:sldId id="687" r:id="rId7"/>
    <p:sldId id="688" r:id="rId8"/>
    <p:sldId id="661" r:id="rId9"/>
    <p:sldId id="681" r:id="rId10"/>
    <p:sldId id="680" r:id="rId11"/>
    <p:sldId id="682" r:id="rId12"/>
    <p:sldId id="690" r:id="rId13"/>
    <p:sldId id="629" r:id="rId14"/>
    <p:sldId id="689" r:id="rId15"/>
    <p:sldId id="692" r:id="rId16"/>
    <p:sldId id="660" r:id="rId17"/>
    <p:sldId id="693" r:id="rId18"/>
    <p:sldId id="694" r:id="rId19"/>
    <p:sldId id="695" r:id="rId20"/>
    <p:sldId id="696" r:id="rId21"/>
    <p:sldId id="697" r:id="rId22"/>
    <p:sldId id="698" r:id="rId23"/>
    <p:sldId id="701" r:id="rId24"/>
    <p:sldId id="704" r:id="rId25"/>
    <p:sldId id="702" r:id="rId26"/>
    <p:sldId id="664" r:id="rId27"/>
    <p:sldId id="666" r:id="rId28"/>
    <p:sldId id="706" r:id="rId29"/>
    <p:sldId id="705" r:id="rId30"/>
    <p:sldId id="674" r:id="rId31"/>
    <p:sldId id="708" r:id="rId32"/>
    <p:sldId id="707" r:id="rId33"/>
    <p:sldId id="624" r:id="rId34"/>
    <p:sldId id="608" r:id="rId35"/>
  </p:sldIdLst>
  <p:sldSz cx="12198350" cy="6858000"/>
  <p:notesSz cx="6858000" cy="9144000"/>
  <p:defaultTex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02">
          <p15:clr>
            <a:srgbClr val="A4A3A4"/>
          </p15:clr>
        </p15:guide>
        <p15:guide id="2" pos="38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9E47"/>
    <a:srgbClr val="3366FF"/>
    <a:srgbClr val="8AC739"/>
    <a:srgbClr val="FF9933"/>
    <a:srgbClr val="FF9900"/>
    <a:srgbClr val="CC9900"/>
    <a:srgbClr val="3399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2818" autoAdjust="0"/>
  </p:normalViewPr>
  <p:slideViewPr>
    <p:cSldViewPr snapToGrid="0">
      <p:cViewPr varScale="1">
        <p:scale>
          <a:sx n="102" d="100"/>
          <a:sy n="102" d="100"/>
        </p:scale>
        <p:origin x="888" y="114"/>
      </p:cViewPr>
      <p:guideLst>
        <p:guide orient="horz" pos="2102"/>
        <p:guide pos="3841"/>
      </p:guideLst>
    </p:cSldViewPr>
  </p:slideViewPr>
  <p:notesTextViewPr>
    <p:cViewPr>
      <p:scale>
        <a:sx n="100" d="100"/>
        <a:sy n="100" d="100"/>
      </p:scale>
      <p:origin x="0" y="0"/>
    </p:cViewPr>
  </p:notesTextViewPr>
  <p:sorterViewPr>
    <p:cViewPr>
      <p:scale>
        <a:sx n="100" d="100"/>
        <a:sy n="100" d="100"/>
      </p:scale>
      <p:origin x="0" y="2100"/>
    </p:cViewPr>
  </p:sorterViewPr>
  <p:notesViewPr>
    <p:cSldViewPr snapToGrid="0">
      <p:cViewPr varScale="1">
        <p:scale>
          <a:sx n="54" d="100"/>
          <a:sy n="54" d="100"/>
        </p:scale>
        <p:origin x="-2880" y="-84"/>
      </p:cViewPr>
      <p:guideLst>
        <p:guide orient="horz" pos="2880"/>
        <p:guide pos="2160"/>
      </p:guideLst>
    </p:cSldViewPr>
  </p:notes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D79BD81-573D-F486-FD34-6940A8BB1BBE}"/>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buFont typeface="Arial" charset="0"/>
              <a:buNone/>
              <a:defRPr sz="1200">
                <a:latin typeface="Arial" charset="0"/>
              </a:defRPr>
            </a:lvl1pPr>
          </a:lstStyle>
          <a:p>
            <a:pPr>
              <a:defRPr/>
            </a:pPr>
            <a:endParaRPr lang="zh-CN" altLang="en-US"/>
          </a:p>
        </p:txBody>
      </p:sp>
      <p:sp>
        <p:nvSpPr>
          <p:cNvPr id="3" name="日期占位符 2">
            <a:extLst>
              <a:ext uri="{FF2B5EF4-FFF2-40B4-BE49-F238E27FC236}">
                <a16:creationId xmlns:a16="http://schemas.microsoft.com/office/drawing/2014/main" id="{0B6F23CB-5FF7-3821-2A02-B3E93065F473}"/>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buFont typeface="Arial" charset="0"/>
              <a:buNone/>
              <a:defRPr sz="1200">
                <a:latin typeface="Arial" charset="0"/>
              </a:defRPr>
            </a:lvl1pPr>
          </a:lstStyle>
          <a:p>
            <a:pPr>
              <a:defRPr/>
            </a:pPr>
            <a:fld id="{2CD0493E-F833-49CA-BBC3-8E9C5E0B37CB}" type="datetimeFigureOut">
              <a:rPr lang="zh-CN" altLang="en-US"/>
              <a:pPr>
                <a:defRPr/>
              </a:pPr>
              <a:t>2026/9/22</a:t>
            </a:fld>
            <a:endParaRPr lang="zh-CN" altLang="en-US"/>
          </a:p>
        </p:txBody>
      </p:sp>
      <p:sp>
        <p:nvSpPr>
          <p:cNvPr id="4" name="页脚占位符 3">
            <a:extLst>
              <a:ext uri="{FF2B5EF4-FFF2-40B4-BE49-F238E27FC236}">
                <a16:creationId xmlns:a16="http://schemas.microsoft.com/office/drawing/2014/main" id="{ABB6EE8F-7807-1E1B-C3D0-3785358AFDEB}"/>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buFont typeface="Arial" charset="0"/>
              <a:buNone/>
              <a:defRPr sz="1200">
                <a:latin typeface="Arial" charset="0"/>
              </a:defRPr>
            </a:lvl1pPr>
          </a:lstStyle>
          <a:p>
            <a:pPr>
              <a:defRPr/>
            </a:pPr>
            <a:endParaRPr lang="zh-CN" altLang="en-US"/>
          </a:p>
        </p:txBody>
      </p:sp>
      <p:sp>
        <p:nvSpPr>
          <p:cNvPr id="5" name="灯片编号占位符 4">
            <a:extLst>
              <a:ext uri="{FF2B5EF4-FFF2-40B4-BE49-F238E27FC236}">
                <a16:creationId xmlns:a16="http://schemas.microsoft.com/office/drawing/2014/main" id="{853EBD7B-52C3-C7F3-95E4-F4D6EE7975C6}"/>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C4AE8AE-7504-428B-A31E-B24AAA8354E7}" type="slidenum">
              <a:rPr lang="zh-CN" altLang="en-US"/>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a:extLst>
              <a:ext uri="{FF2B5EF4-FFF2-40B4-BE49-F238E27FC236}">
                <a16:creationId xmlns:a16="http://schemas.microsoft.com/office/drawing/2014/main" id="{286CBA4B-AEBF-C2AE-6436-28EDAABBBBC5}"/>
              </a:ext>
            </a:extLst>
          </p:cNvPr>
          <p:cNvSpPr>
            <a:spLocks noGrp="1" noChangeArrowheads="1"/>
          </p:cNvSpPr>
          <p:nvPr>
            <p:ph type="hdr" sz="quarter" idx="4294967295"/>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buFont typeface="Arial" pitchFamily="34" charset="0"/>
              <a:buNone/>
              <a:defRPr sz="1200">
                <a:latin typeface="Arial" pitchFamily="34" charset="0"/>
                <a:ea typeface="宋体" pitchFamily="2" charset="-122"/>
              </a:defRPr>
            </a:lvl1pPr>
          </a:lstStyle>
          <a:p>
            <a:pPr>
              <a:defRPr/>
            </a:pPr>
            <a:endParaRPr lang="zh-CN" altLang="en-US"/>
          </a:p>
        </p:txBody>
      </p:sp>
      <p:sp>
        <p:nvSpPr>
          <p:cNvPr id="2051" name="日期占位符 2">
            <a:extLst>
              <a:ext uri="{FF2B5EF4-FFF2-40B4-BE49-F238E27FC236}">
                <a16:creationId xmlns:a16="http://schemas.microsoft.com/office/drawing/2014/main" id="{383B38B9-3953-22B8-99C0-F91961A8D19D}"/>
              </a:ext>
            </a:extLst>
          </p:cNvPr>
          <p:cNvSpPr>
            <a:spLocks noGrp="1" noChangeArrowheads="1"/>
          </p:cNvSpPr>
          <p:nvPr>
            <p:ph type="dt" idx="1"/>
          </p:nvPr>
        </p:nvSpPr>
        <p:spPr bwMode="auto">
          <a:xfrm>
            <a:off x="3884613"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buFont typeface="Arial" pitchFamily="34" charset="0"/>
              <a:buNone/>
              <a:defRPr>
                <a:latin typeface="Arial" pitchFamily="34" charset="0"/>
                <a:ea typeface="宋体" pitchFamily="2" charset="-122"/>
              </a:defRPr>
            </a:lvl1pPr>
          </a:lstStyle>
          <a:p>
            <a:pPr>
              <a:defRPr/>
            </a:pPr>
            <a:fld id="{80F87425-B268-4BF4-B7CB-ABDBAC71F4E3}" type="datetime1">
              <a:rPr lang="zh-CN" altLang="en-US"/>
              <a:pPr>
                <a:defRPr/>
              </a:pPr>
              <a:t>2026/9/22</a:t>
            </a:fld>
            <a:endParaRPr lang="en-US" altLang="zh-CN" sz="1200"/>
          </a:p>
        </p:txBody>
      </p:sp>
      <p:sp>
        <p:nvSpPr>
          <p:cNvPr id="37892" name="幻灯片图像占位符 3">
            <a:extLst>
              <a:ext uri="{FF2B5EF4-FFF2-40B4-BE49-F238E27FC236}">
                <a16:creationId xmlns:a16="http://schemas.microsoft.com/office/drawing/2014/main" id="{8E6866FB-E31A-6ACF-DF8C-EAA5549E9CCB}"/>
              </a:ext>
            </a:extLst>
          </p:cNvPr>
          <p:cNvSpPr>
            <a:spLocks noGrp="1" noRot="1" noChangeAspect="1" noChangeArrowheads="1"/>
          </p:cNvSpPr>
          <p:nvPr>
            <p:ph type="sldImg" idx="2"/>
          </p:nvPr>
        </p:nvSpPr>
        <p:spPr bwMode="auto">
          <a:xfrm>
            <a:off x="379413" y="685800"/>
            <a:ext cx="60991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6869" name="备注占位符 4">
            <a:extLst>
              <a:ext uri="{FF2B5EF4-FFF2-40B4-BE49-F238E27FC236}">
                <a16:creationId xmlns:a16="http://schemas.microsoft.com/office/drawing/2014/main" id="{5AB6DA7D-7BDB-05B9-6F6C-04AECA850CB0}"/>
              </a:ext>
            </a:extLst>
          </p:cNvPr>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spcBef>
                <a:spcPct val="30000"/>
              </a:spcBef>
              <a:buFont typeface="Arial" charset="0"/>
              <a:buNone/>
              <a:defRPr/>
            </a:pPr>
            <a:r>
              <a:rPr lang="zh-CN" altLang="en-US" sz="1200">
                <a:solidFill>
                  <a:srgbClr val="000000"/>
                </a:solidFill>
              </a:rPr>
              <a:t>单击此处编辑母版文本样式</a:t>
            </a:r>
          </a:p>
          <a:p>
            <a:pPr>
              <a:spcBef>
                <a:spcPct val="30000"/>
              </a:spcBef>
              <a:buFont typeface="Arial" charset="0"/>
              <a:buNone/>
              <a:defRPr/>
            </a:pPr>
            <a:r>
              <a:rPr lang="zh-CN" altLang="en-US" sz="1200">
                <a:solidFill>
                  <a:srgbClr val="000000"/>
                </a:solidFill>
              </a:rPr>
              <a:t>第二级</a:t>
            </a:r>
          </a:p>
          <a:p>
            <a:pPr>
              <a:spcBef>
                <a:spcPct val="30000"/>
              </a:spcBef>
              <a:buFont typeface="Arial" charset="0"/>
              <a:buNone/>
              <a:defRPr/>
            </a:pPr>
            <a:r>
              <a:rPr lang="zh-CN" altLang="en-US" sz="1200">
                <a:solidFill>
                  <a:srgbClr val="000000"/>
                </a:solidFill>
              </a:rPr>
              <a:t>第三级</a:t>
            </a:r>
          </a:p>
          <a:p>
            <a:pPr>
              <a:spcBef>
                <a:spcPct val="30000"/>
              </a:spcBef>
              <a:buFont typeface="Arial" charset="0"/>
              <a:buNone/>
              <a:defRPr/>
            </a:pPr>
            <a:r>
              <a:rPr lang="zh-CN" altLang="en-US" sz="1200">
                <a:solidFill>
                  <a:srgbClr val="000000"/>
                </a:solidFill>
              </a:rPr>
              <a:t>第四级</a:t>
            </a:r>
          </a:p>
          <a:p>
            <a:pPr>
              <a:spcBef>
                <a:spcPct val="30000"/>
              </a:spcBef>
              <a:buFont typeface="Arial" charset="0"/>
              <a:buNone/>
              <a:defRPr/>
            </a:pPr>
            <a:r>
              <a:rPr lang="zh-CN" altLang="en-US" sz="1200">
                <a:solidFill>
                  <a:srgbClr val="000000"/>
                </a:solidFill>
              </a:rPr>
              <a:t>第五级</a:t>
            </a:r>
            <a:endParaRPr lang="zh-CN" altLang="en-US"/>
          </a:p>
        </p:txBody>
      </p:sp>
      <p:sp>
        <p:nvSpPr>
          <p:cNvPr id="2054" name="页脚占位符 5">
            <a:extLst>
              <a:ext uri="{FF2B5EF4-FFF2-40B4-BE49-F238E27FC236}">
                <a16:creationId xmlns:a16="http://schemas.microsoft.com/office/drawing/2014/main" id="{93814FF9-DA02-B7DE-240C-A18B92ACEFC0}"/>
              </a:ext>
            </a:extLst>
          </p:cNvPr>
          <p:cNvSpPr>
            <a:spLocks noGrp="1" noChangeArrowheads="1"/>
          </p:cNvSpPr>
          <p:nvPr>
            <p:ph type="ftr" sz="quarter" idx="4"/>
          </p:nvPr>
        </p:nvSpPr>
        <p:spPr bwMode="auto">
          <a:xfrm>
            <a:off x="0"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buFont typeface="Arial" pitchFamily="34" charset="0"/>
              <a:buNone/>
              <a:defRPr sz="1200">
                <a:latin typeface="Arial" pitchFamily="34" charset="0"/>
                <a:ea typeface="宋体" pitchFamily="2" charset="-122"/>
              </a:defRPr>
            </a:lvl1pPr>
          </a:lstStyle>
          <a:p>
            <a:pPr>
              <a:defRPr/>
            </a:pPr>
            <a:endParaRPr lang="zh-CN" altLang="en-US"/>
          </a:p>
        </p:txBody>
      </p:sp>
      <p:sp>
        <p:nvSpPr>
          <p:cNvPr id="2055" name="灯片编号占位符 6">
            <a:extLst>
              <a:ext uri="{FF2B5EF4-FFF2-40B4-BE49-F238E27FC236}">
                <a16:creationId xmlns:a16="http://schemas.microsoft.com/office/drawing/2014/main" id="{CEB4B331-EFEA-DCBB-FB6B-1634D2030346}"/>
              </a:ext>
            </a:extLst>
          </p:cNvPr>
          <p:cNvSpPr>
            <a:spLocks noGrp="1" noChangeArrowheads="1"/>
          </p:cNvSpPr>
          <p:nvPr>
            <p:ph type="sldNum" sz="quarter" idx="5"/>
          </p:nvPr>
        </p:nvSpPr>
        <p:spPr bwMode="auto">
          <a:xfrm>
            <a:off x="3884613"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a:defRPr/>
            </a:lvl1pPr>
          </a:lstStyle>
          <a:p>
            <a:fld id="{1F148B92-D700-4624-8200-3EA6EA652D24}" type="slidenum">
              <a:rPr lang="zh-CN" altLang="en-US"/>
              <a:pPr/>
              <a:t>‹#›</a:t>
            </a:fld>
            <a:endParaRPr lang="en-US" altLang="zh-CN"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defTabSz="0"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defTabSz="0"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defTabSz="0"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defTabSz="0"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BB17171A-80AA-54FF-D60F-F98C3B9782ED}"/>
              </a:ext>
            </a:extLst>
          </p:cNvPr>
          <p:cNvSpPr>
            <a:spLocks noGrp="1" noRot="1" noChangeAspect="1" noTextEdit="1"/>
          </p:cNvSpPr>
          <p:nvPr>
            <p:ph type="sldImg"/>
          </p:nvPr>
        </p:nvSpPr>
        <p:spPr/>
      </p:sp>
      <p:sp>
        <p:nvSpPr>
          <p:cNvPr id="38915" name="备注占位符 2">
            <a:extLst>
              <a:ext uri="{FF2B5EF4-FFF2-40B4-BE49-F238E27FC236}">
                <a16:creationId xmlns:a16="http://schemas.microsoft.com/office/drawing/2014/main" id="{10B58CB8-5444-4F74-063B-031DBAE2E41E}"/>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8916" name="日期占位符 3">
            <a:extLst>
              <a:ext uri="{FF2B5EF4-FFF2-40B4-BE49-F238E27FC236}">
                <a16:creationId xmlns:a16="http://schemas.microsoft.com/office/drawing/2014/main" id="{E2D360D5-B067-2CEF-3E5A-CD0B6FCD481B}"/>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A144138D-774F-4E7B-A0A4-5AD082F5A95B}" type="datetime1">
              <a:rPr lang="zh-CN" altLang="en-US" smtClean="0"/>
              <a:pPr/>
              <a:t>2026/9/22</a:t>
            </a:fld>
            <a:endParaRPr lang="en-US" altLang="zh-CN" sz="1200"/>
          </a:p>
        </p:txBody>
      </p:sp>
      <p:sp>
        <p:nvSpPr>
          <p:cNvPr id="38917" name="灯片编号占位符 4">
            <a:extLst>
              <a:ext uri="{FF2B5EF4-FFF2-40B4-BE49-F238E27FC236}">
                <a16:creationId xmlns:a16="http://schemas.microsoft.com/office/drawing/2014/main" id="{B702F60A-3075-265F-6325-38B5ACFA36AA}"/>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31656FC7-D75E-420D-961E-4D84BF02D957}" type="slidenum">
              <a:rPr lang="zh-CN" altLang="en-US"/>
              <a:pPr/>
              <a:t>1</a:t>
            </a:fld>
            <a:endParaRPr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C4B92AAB-AD01-7313-C7C5-DD3C45D80967}"/>
              </a:ext>
            </a:extLst>
          </p:cNvPr>
          <p:cNvSpPr>
            <a:spLocks noGrp="1" noRot="1" noChangeAspect="1" noTextEdit="1"/>
          </p:cNvSpPr>
          <p:nvPr>
            <p:ph type="sldImg"/>
          </p:nvPr>
        </p:nvSpPr>
        <p:spPr/>
      </p:sp>
      <p:sp>
        <p:nvSpPr>
          <p:cNvPr id="39939" name="备注占位符 2">
            <a:extLst>
              <a:ext uri="{FF2B5EF4-FFF2-40B4-BE49-F238E27FC236}">
                <a16:creationId xmlns:a16="http://schemas.microsoft.com/office/drawing/2014/main" id="{EAF7F4F1-7D72-CA0B-9A0B-6AFEC828F218}"/>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9940" name="日期占位符 3">
            <a:extLst>
              <a:ext uri="{FF2B5EF4-FFF2-40B4-BE49-F238E27FC236}">
                <a16:creationId xmlns:a16="http://schemas.microsoft.com/office/drawing/2014/main" id="{11796C56-EE42-78DA-632B-9D98B15FB557}"/>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0E79753F-BF31-4289-A675-4FABBB023B28}" type="datetime1">
              <a:rPr lang="zh-CN" altLang="en-US" smtClean="0"/>
              <a:pPr/>
              <a:t>2026/9/22</a:t>
            </a:fld>
            <a:endParaRPr lang="en-US" altLang="zh-CN" sz="1200"/>
          </a:p>
        </p:txBody>
      </p:sp>
      <p:sp>
        <p:nvSpPr>
          <p:cNvPr id="39941" name="灯片编号占位符 4">
            <a:extLst>
              <a:ext uri="{FF2B5EF4-FFF2-40B4-BE49-F238E27FC236}">
                <a16:creationId xmlns:a16="http://schemas.microsoft.com/office/drawing/2014/main" id="{A0339760-35FA-7DF3-EBD6-0CBB5908DC1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FF1C272F-E07E-41F7-87C5-960D9457660D}" type="slidenum">
              <a:rPr lang="zh-CN" altLang="en-US"/>
              <a:pPr/>
              <a:t>12</a:t>
            </a:fld>
            <a:endParaRPr lang="en-US" altLang="zh-CN"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a:extLst>
              <a:ext uri="{FF2B5EF4-FFF2-40B4-BE49-F238E27FC236}">
                <a16:creationId xmlns:a16="http://schemas.microsoft.com/office/drawing/2014/main" id="{7C1C2A67-F31F-FF04-7844-C04235A74470}"/>
              </a:ext>
            </a:extLst>
          </p:cNvPr>
          <p:cNvSpPr>
            <a:spLocks noGrp="1" noRot="1" noChangeAspect="1" noTextEdit="1"/>
          </p:cNvSpPr>
          <p:nvPr>
            <p:ph type="sldImg"/>
          </p:nvPr>
        </p:nvSpPr>
        <p:spPr/>
      </p:sp>
      <p:sp>
        <p:nvSpPr>
          <p:cNvPr id="40963" name="备注占位符 2">
            <a:extLst>
              <a:ext uri="{FF2B5EF4-FFF2-40B4-BE49-F238E27FC236}">
                <a16:creationId xmlns:a16="http://schemas.microsoft.com/office/drawing/2014/main" id="{1EE6CF67-45B0-4BA2-EB5D-FB43D758F603}"/>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0964" name="日期占位符 3">
            <a:extLst>
              <a:ext uri="{FF2B5EF4-FFF2-40B4-BE49-F238E27FC236}">
                <a16:creationId xmlns:a16="http://schemas.microsoft.com/office/drawing/2014/main" id="{3494626E-E6AD-D739-3C8F-4CC6CB8C8D96}"/>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1CED8DED-624F-43E4-9277-031D23314F87}" type="datetime1">
              <a:rPr lang="zh-CN" altLang="en-US" smtClean="0"/>
              <a:pPr/>
              <a:t>2026/9/22</a:t>
            </a:fld>
            <a:endParaRPr lang="en-US" altLang="zh-CN" sz="1200"/>
          </a:p>
        </p:txBody>
      </p:sp>
      <p:sp>
        <p:nvSpPr>
          <p:cNvPr id="40965" name="灯片编号占位符 4">
            <a:extLst>
              <a:ext uri="{FF2B5EF4-FFF2-40B4-BE49-F238E27FC236}">
                <a16:creationId xmlns:a16="http://schemas.microsoft.com/office/drawing/2014/main" id="{61C3217D-3C27-CBE1-7BD3-ADD494EE186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1D5D9A36-5561-4F48-BC55-FC829D65A936}" type="slidenum">
              <a:rPr lang="zh-CN" altLang="en-US"/>
              <a:pPr/>
              <a:t>24</a:t>
            </a:fld>
            <a:endParaRPr lang="en-US" altLang="zh-CN"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330DFB61-9C68-AB14-8822-D0A21E588864}"/>
              </a:ext>
            </a:extLst>
          </p:cNvPr>
          <p:cNvSpPr>
            <a:spLocks noGrp="1" noRot="1" noChangeAspect="1" noTextEdit="1"/>
          </p:cNvSpPr>
          <p:nvPr>
            <p:ph type="sldImg"/>
          </p:nvPr>
        </p:nvSpPr>
        <p:spPr/>
      </p:sp>
      <p:sp>
        <p:nvSpPr>
          <p:cNvPr id="41987" name="备注占位符 2">
            <a:extLst>
              <a:ext uri="{FF2B5EF4-FFF2-40B4-BE49-F238E27FC236}">
                <a16:creationId xmlns:a16="http://schemas.microsoft.com/office/drawing/2014/main" id="{2B861112-6B65-D68F-5856-B701076014C0}"/>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988" name="日期占位符 3">
            <a:extLst>
              <a:ext uri="{FF2B5EF4-FFF2-40B4-BE49-F238E27FC236}">
                <a16:creationId xmlns:a16="http://schemas.microsoft.com/office/drawing/2014/main" id="{337B657F-412E-AA23-8A9A-E9C67B4054D1}"/>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82A4BE26-62D9-4793-AFA6-0F288D7D8272}" type="datetime1">
              <a:rPr lang="zh-CN" altLang="en-US" smtClean="0"/>
              <a:pPr/>
              <a:t>2026/9/22</a:t>
            </a:fld>
            <a:endParaRPr lang="en-US" altLang="zh-CN" sz="1200"/>
          </a:p>
        </p:txBody>
      </p:sp>
      <p:sp>
        <p:nvSpPr>
          <p:cNvPr id="41989" name="灯片编号占位符 4">
            <a:extLst>
              <a:ext uri="{FF2B5EF4-FFF2-40B4-BE49-F238E27FC236}">
                <a16:creationId xmlns:a16="http://schemas.microsoft.com/office/drawing/2014/main" id="{3585B7C4-55F6-AD44-B3FC-326C8CC02F7A}"/>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6B63832B-B4B7-44C8-AFC5-9C45D47D013C}" type="slidenum">
              <a:rPr lang="zh-CN" altLang="en-US"/>
              <a:pPr/>
              <a:t>29</a:t>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955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30388" y="3886200"/>
            <a:ext cx="8537575"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790454296"/>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0"/>
            <a:ext cx="1097915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82917118"/>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7962"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7962"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489526533"/>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4133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5375" y="1600200"/>
            <a:ext cx="54133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79327603"/>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956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956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6013" y="1535113"/>
            <a:ext cx="539273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6013" y="2174875"/>
            <a:ext cx="539273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47870071"/>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354346374"/>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1640476"/>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3200"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8850" y="273050"/>
            <a:ext cx="681990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3200"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888224759"/>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9963"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75" y="612775"/>
            <a:ext cx="7319963"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2390775" y="5367338"/>
            <a:ext cx="7319963"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446266482"/>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0"/>
            <a:ext cx="1097915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70299738"/>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274638"/>
            <a:ext cx="2744787"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81963"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29885985"/>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燕尾形 7">
            <a:extLst>
              <a:ext uri="{FF2B5EF4-FFF2-40B4-BE49-F238E27FC236}">
                <a16:creationId xmlns:a16="http://schemas.microsoft.com/office/drawing/2014/main" id="{6D5EEF2B-537A-69BB-76AD-74C3E8C64982}"/>
              </a:ext>
            </a:extLst>
          </p:cNvPr>
          <p:cNvSpPr>
            <a:spLocks noChangeArrowheads="1"/>
          </p:cNvSpPr>
          <p:nvPr userDrawn="1"/>
        </p:nvSpPr>
        <p:spPr bwMode="auto">
          <a:xfrm>
            <a:off x="1130300" y="0"/>
            <a:ext cx="7718425" cy="846138"/>
          </a:xfrm>
          <a:prstGeom prst="chevron">
            <a:avLst>
              <a:gd name="adj" fmla="val 24616"/>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zh-CN"/>
            </a:defPPr>
            <a:lvl1pPr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defRPr/>
            </a:pPr>
            <a:endParaRPr lang="zh-CN" altLang="en-US" sz="3200" b="1" dirty="0">
              <a:solidFill>
                <a:schemeClr val="bg1"/>
              </a:solidFill>
              <a:latin typeface="微软雅黑" pitchFamily="34" charset="-122"/>
              <a:ea typeface="微软雅黑" pitchFamily="34" charset="-122"/>
            </a:endParaRPr>
          </a:p>
        </p:txBody>
      </p:sp>
      <p:pic>
        <p:nvPicPr>
          <p:cNvPr id="3" name="图片 2">
            <a:extLst>
              <a:ext uri="{FF2B5EF4-FFF2-40B4-BE49-F238E27FC236}">
                <a16:creationId xmlns:a16="http://schemas.microsoft.com/office/drawing/2014/main" id="{3490090D-3710-BFF3-0DBA-2CF5F461593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67520" y="101786"/>
            <a:ext cx="1014366" cy="642566"/>
          </a:xfrm>
          <a:prstGeom prst="rect">
            <a:avLst/>
          </a:prstGeom>
          <a:ln>
            <a:noFill/>
          </a:ln>
          <a:effectLst>
            <a:softEdge rad="112500"/>
          </a:effectLst>
        </p:spPr>
      </p:pic>
      <p:sp>
        <p:nvSpPr>
          <p:cNvPr id="4" name="矩形 3">
            <a:extLst>
              <a:ext uri="{FF2B5EF4-FFF2-40B4-BE49-F238E27FC236}">
                <a16:creationId xmlns:a16="http://schemas.microsoft.com/office/drawing/2014/main" id="{F9410724-2B3F-390C-75FD-26A0ECB785AF}"/>
              </a:ext>
            </a:extLst>
          </p:cNvPr>
          <p:cNvSpPr/>
          <p:nvPr userDrawn="1"/>
        </p:nvSpPr>
        <p:spPr>
          <a:xfrm>
            <a:off x="8848725" y="0"/>
            <a:ext cx="2484000" cy="707886"/>
          </a:xfrm>
          <a:prstGeom prst="rect">
            <a:avLst/>
          </a:prstGeom>
          <a:noFill/>
        </p:spPr>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buFont typeface="Arial" charset="0"/>
              <a:buNone/>
              <a:defRPr/>
            </a:pPr>
            <a:r>
              <a:rPr lang="zh-CN" alt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隶书" panose="02010509060101010101" pitchFamily="49" charset="-122"/>
                <a:ea typeface="隶书" panose="02010509060101010101" pitchFamily="49" charset="-122"/>
              </a:rPr>
              <a:t>数据库</a:t>
            </a:r>
          </a:p>
        </p:txBody>
      </p:sp>
    </p:spTree>
    <p:extLst>
      <p:ext uri="{BB962C8B-B14F-4D97-AF65-F5344CB8AC3E}">
        <p14:creationId xmlns:p14="http://schemas.microsoft.com/office/powerpoint/2010/main" val="370489073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SmartArt 占位符 2"/>
          <p:cNvSpPr>
            <a:spLocks noGrp="1"/>
          </p:cNvSpPr>
          <p:nvPr>
            <p:ph type="dgm" idx="1"/>
          </p:nvPr>
        </p:nvSpPr>
        <p:spPr>
          <a:xfrm>
            <a:off x="609600" y="1600200"/>
            <a:ext cx="10979150" cy="4525963"/>
          </a:xfrm>
          <a:prstGeom prst="rect">
            <a:avLst/>
          </a:prstGeom>
        </p:spPr>
        <p:txBody>
          <a:bodyPr/>
          <a:lstStyle/>
          <a:p>
            <a:pPr lvl="0"/>
            <a:endParaRPr lang="zh-CN" altLang="en-US" noProof="0">
              <a:sym typeface="Calibri" pitchFamily="34" charset="0"/>
            </a:endParaRPr>
          </a:p>
        </p:txBody>
      </p:sp>
    </p:spTree>
    <p:extLst>
      <p:ext uri="{BB962C8B-B14F-4D97-AF65-F5344CB8AC3E}">
        <p14:creationId xmlns:p14="http://schemas.microsoft.com/office/powerpoint/2010/main" val="2517864940"/>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1">
          <a:gsLst>
            <a:gs pos="0">
              <a:srgbClr val="FAFAFA"/>
            </a:gs>
            <a:gs pos="50000">
              <a:srgbClr val="FBFBFB"/>
            </a:gs>
            <a:gs pos="100000">
              <a:srgbClr val="FCFCFC"/>
            </a:gs>
          </a:gsLst>
          <a:lin ang="5400000" scaled="1"/>
        </a:gradFill>
        <a:effectLst/>
      </p:bgPr>
    </p:bg>
    <p:spTree>
      <p:nvGrpSpPr>
        <p:cNvPr id="1" name=""/>
        <p:cNvGrpSpPr/>
        <p:nvPr/>
      </p:nvGrpSpPr>
      <p:grpSpPr>
        <a:xfrm>
          <a:off x="0" y="0"/>
          <a:ext cx="0" cy="0"/>
          <a:chOff x="0" y="0"/>
          <a:chExt cx="0" cy="0"/>
        </a:xfrm>
      </p:grpSpPr>
      <p:sp>
        <p:nvSpPr>
          <p:cNvPr id="1026" name="矩形 2">
            <a:extLst>
              <a:ext uri="{FF2B5EF4-FFF2-40B4-BE49-F238E27FC236}">
                <a16:creationId xmlns:a16="http://schemas.microsoft.com/office/drawing/2014/main" id="{C5F7FEDE-5B16-87F9-3BCF-21E4D1D77729}"/>
              </a:ext>
            </a:extLst>
          </p:cNvPr>
          <p:cNvSpPr>
            <a:spLocks noChangeArrowheads="1"/>
          </p:cNvSpPr>
          <p:nvPr/>
        </p:nvSpPr>
        <p:spPr bwMode="auto">
          <a:xfrm>
            <a:off x="0" y="854075"/>
            <a:ext cx="12198350" cy="115888"/>
          </a:xfrm>
          <a:prstGeom prst="rect">
            <a:avLst/>
          </a:prstGeom>
          <a:solidFill>
            <a:srgbClr val="A5A5A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a:solidFill>
                <a:srgbClr val="FFFFFF"/>
              </a:solidFill>
              <a:latin typeface="宋体" pitchFamily="2" charset="-122"/>
              <a:sym typeface="宋体" pitchFamily="2" charset="-122"/>
            </a:endParaRPr>
          </a:p>
        </p:txBody>
      </p:sp>
      <p:sp>
        <p:nvSpPr>
          <p:cNvPr id="1027" name="椭圆 14">
            <a:extLst>
              <a:ext uri="{FF2B5EF4-FFF2-40B4-BE49-F238E27FC236}">
                <a16:creationId xmlns:a16="http://schemas.microsoft.com/office/drawing/2014/main" id="{FABC243E-379E-FCC2-016F-FA2F49149C19}"/>
              </a:ext>
            </a:extLst>
          </p:cNvPr>
          <p:cNvSpPr>
            <a:spLocks noChangeArrowheads="1"/>
          </p:cNvSpPr>
          <p:nvPr/>
        </p:nvSpPr>
        <p:spPr bwMode="auto">
          <a:xfrm>
            <a:off x="804863" y="866775"/>
            <a:ext cx="85725" cy="87313"/>
          </a:xfrm>
          <a:prstGeom prst="ellipse">
            <a:avLst/>
          </a:prstGeom>
          <a:solidFill>
            <a:srgbClr val="F6F6F6"/>
          </a:solidFill>
          <a:ln>
            <a:noFill/>
          </a:ln>
          <a:extLst>
            <a:ext uri="{91240B29-F687-4F45-9708-019B960494DF}">
              <a14:hiddenLine xmlns:a14="http://schemas.microsoft.com/office/drawing/2010/main" w="9525">
                <a:solidFill>
                  <a:srgbClr val="000000"/>
                </a:solidFill>
                <a:bevel/>
                <a:headEnd/>
                <a:tailEnd/>
              </a14:hiddenLine>
            </a:ext>
          </a:extLst>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a:solidFill>
                <a:srgbClr val="FFFFFF"/>
              </a:solidFill>
              <a:latin typeface="宋体" pitchFamily="2" charset="-122"/>
              <a:sym typeface="宋体" pitchFamily="2" charset="-122"/>
            </a:endParaRPr>
          </a:p>
        </p:txBody>
      </p:sp>
      <p:sp>
        <p:nvSpPr>
          <p:cNvPr id="1028" name="椭圆 14">
            <a:extLst>
              <a:ext uri="{FF2B5EF4-FFF2-40B4-BE49-F238E27FC236}">
                <a16:creationId xmlns:a16="http://schemas.microsoft.com/office/drawing/2014/main" id="{54FE1384-2B03-1CA7-637D-60B79EAE9124}"/>
              </a:ext>
            </a:extLst>
          </p:cNvPr>
          <p:cNvSpPr>
            <a:spLocks noChangeAspect="1" noChangeArrowheads="1"/>
          </p:cNvSpPr>
          <p:nvPr/>
        </p:nvSpPr>
        <p:spPr bwMode="auto">
          <a:xfrm>
            <a:off x="565150" y="188913"/>
            <a:ext cx="563563" cy="719137"/>
          </a:xfrm>
          <a:custGeom>
            <a:avLst/>
            <a:gdLst>
              <a:gd name="T0" fmla="*/ 15 w 683568"/>
              <a:gd name="T1" fmla="*/ 0 h 864094"/>
              <a:gd name="T2" fmla="*/ 30 w 683568"/>
              <a:gd name="T3" fmla="*/ 24 h 864094"/>
              <a:gd name="T4" fmla="*/ 26 w 683568"/>
              <a:gd name="T5" fmla="*/ 42 h 864094"/>
              <a:gd name="T6" fmla="*/ 15 w 683568"/>
              <a:gd name="T7" fmla="*/ 62 h 864094"/>
              <a:gd name="T8" fmla="*/ 5 w 683568"/>
              <a:gd name="T9" fmla="*/ 42 h 864094"/>
              <a:gd name="T10" fmla="*/ 2 w 683568"/>
              <a:gd name="T11" fmla="*/ 39 h 864094"/>
              <a:gd name="T12" fmla="*/ 2 w 683568"/>
              <a:gd name="T13" fmla="*/ 39 h 864094"/>
              <a:gd name="T14" fmla="*/ 2 w 683568"/>
              <a:gd name="T15" fmla="*/ 39 h 864094"/>
              <a:gd name="T16" fmla="*/ 0 w 683568"/>
              <a:gd name="T17" fmla="*/ 24 h 864094"/>
              <a:gd name="T18" fmla="*/ 15 w 683568"/>
              <a:gd name="T19" fmla="*/ 0 h 8640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83568"/>
              <a:gd name="T31" fmla="*/ 0 h 864094"/>
              <a:gd name="T32" fmla="*/ 683568 w 683568"/>
              <a:gd name="T33" fmla="*/ 864094 h 86409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83568" h="864094">
                <a:moveTo>
                  <a:pt x="341784" y="0"/>
                </a:moveTo>
                <a:cubicBezTo>
                  <a:pt x="530546" y="0"/>
                  <a:pt x="683568" y="153022"/>
                  <a:pt x="683568" y="341784"/>
                </a:cubicBezTo>
                <a:cubicBezTo>
                  <a:pt x="683568" y="439085"/>
                  <a:pt x="642909" y="526890"/>
                  <a:pt x="577183" y="588642"/>
                </a:cubicBezTo>
                <a:lnTo>
                  <a:pt x="341597" y="864094"/>
                </a:lnTo>
                <a:lnTo>
                  <a:pt x="105111" y="587591"/>
                </a:lnTo>
                <a:cubicBezTo>
                  <a:pt x="87976" y="571864"/>
                  <a:pt x="72869" y="554041"/>
                  <a:pt x="59857" y="534679"/>
                </a:cubicBezTo>
                <a:lnTo>
                  <a:pt x="59306" y="534035"/>
                </a:lnTo>
                <a:lnTo>
                  <a:pt x="59325" y="534035"/>
                </a:lnTo>
                <a:cubicBezTo>
                  <a:pt x="21845" y="479324"/>
                  <a:pt x="0" y="413105"/>
                  <a:pt x="0" y="341784"/>
                </a:cubicBezTo>
                <a:cubicBezTo>
                  <a:pt x="0" y="153022"/>
                  <a:pt x="153022" y="0"/>
                  <a:pt x="341784" y="0"/>
                </a:cubicBezTo>
                <a:close/>
              </a:path>
            </a:pathLst>
          </a:cu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1029" name="Text Box 7">
            <a:extLst>
              <a:ext uri="{FF2B5EF4-FFF2-40B4-BE49-F238E27FC236}">
                <a16:creationId xmlns:a16="http://schemas.microsoft.com/office/drawing/2014/main" id="{92C65724-23A9-F541-8F58-3E00DE9CC52B}"/>
              </a:ext>
            </a:extLst>
          </p:cNvPr>
          <p:cNvSpPr>
            <a:spLocks noChangeArrowheads="1"/>
          </p:cNvSpPr>
          <p:nvPr/>
        </p:nvSpPr>
        <p:spPr bwMode="auto">
          <a:xfrm>
            <a:off x="644525" y="288925"/>
            <a:ext cx="692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8F033F70-F702-4543-820B-21250822683B}" type="slidenum">
              <a:rPr lang="zh-CN" altLang="en-US">
                <a:solidFill>
                  <a:schemeClr val="bg1"/>
                </a:solidFill>
                <a:sym typeface="Calibri" panose="020F0502020204030204" pitchFamily="34" charset="0"/>
              </a:rPr>
              <a:pPr/>
              <a:t>‹#›</a:t>
            </a:fld>
            <a:endParaRPr lang="en-US" altLang="zh-CN">
              <a:solidFill>
                <a:schemeClr val="bg1"/>
              </a:solidFill>
              <a:sym typeface="Calibri" panose="020F0502020204030204" pitchFamily="34" charset="0"/>
            </a:endParaRPr>
          </a:p>
        </p:txBody>
      </p:sp>
      <p:sp>
        <p:nvSpPr>
          <p:cNvPr id="1030" name="燕尾形 1">
            <a:extLst>
              <a:ext uri="{FF2B5EF4-FFF2-40B4-BE49-F238E27FC236}">
                <a16:creationId xmlns:a16="http://schemas.microsoft.com/office/drawing/2014/main" id="{91039C08-B49A-F29E-6A11-CB903CE38DB8}"/>
              </a:ext>
            </a:extLst>
          </p:cNvPr>
          <p:cNvSpPr>
            <a:spLocks noChangeArrowheads="1"/>
          </p:cNvSpPr>
          <p:nvPr/>
        </p:nvSpPr>
        <p:spPr bwMode="auto">
          <a:xfrm>
            <a:off x="11779250" y="692150"/>
            <a:ext cx="215900" cy="431800"/>
          </a:xfrm>
          <a:prstGeom prst="chevron">
            <a:avLst>
              <a:gd name="adj" fmla="val 50000"/>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a:solidFill>
                <a:srgbClr val="FFFFFF"/>
              </a:solidFill>
              <a:latin typeface="宋体" pitchFamily="2" charset="-122"/>
              <a:sym typeface="宋体" pitchFamily="2" charset="-122"/>
            </a:endParaRPr>
          </a:p>
        </p:txBody>
      </p:sp>
      <p:sp>
        <p:nvSpPr>
          <p:cNvPr id="1031" name="燕尾形 9">
            <a:extLst>
              <a:ext uri="{FF2B5EF4-FFF2-40B4-BE49-F238E27FC236}">
                <a16:creationId xmlns:a16="http://schemas.microsoft.com/office/drawing/2014/main" id="{169AA8F9-F541-E066-B1C0-D60E8ED7EBDB}"/>
              </a:ext>
            </a:extLst>
          </p:cNvPr>
          <p:cNvSpPr>
            <a:spLocks noChangeArrowheads="1"/>
          </p:cNvSpPr>
          <p:nvPr/>
        </p:nvSpPr>
        <p:spPr bwMode="auto">
          <a:xfrm>
            <a:off x="11931650" y="692150"/>
            <a:ext cx="215900" cy="431800"/>
          </a:xfrm>
          <a:prstGeom prst="chevron">
            <a:avLst>
              <a:gd name="adj" fmla="val 50000"/>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a:solidFill>
                <a:srgbClr val="FFFFFF"/>
              </a:solidFill>
              <a:latin typeface="宋体" pitchFamily="2" charset="-122"/>
              <a:sym typeface="宋体" pitchFamily="2" charset="-122"/>
            </a:endParaRPr>
          </a:p>
        </p:txBody>
      </p:sp>
    </p:spTree>
  </p:cSld>
  <p:clrMap bg1="lt1" tx1="dk1" bg2="lt2" tx2="dk2" accent1="accent1" accent2="accent2" accent3="accent3" accent4="accent4" accent5="accent5" accent6="accent6" hlink="hlink" folHlink="folHlink"/>
  <p:sldLayoutIdLst>
    <p:sldLayoutId id="2147484307" r:id="rId1"/>
    <p:sldLayoutId id="2147484308" r:id="rId2"/>
    <p:sldLayoutId id="2147484309" r:id="rId3"/>
    <p:sldLayoutId id="2147484310" r:id="rId4"/>
    <p:sldLayoutId id="2147484311" r:id="rId5"/>
    <p:sldLayoutId id="2147484312" r:id="rId6"/>
    <p:sldLayoutId id="2147484313" r:id="rId7"/>
    <p:sldLayoutId id="2147484314" r:id="rId8"/>
    <p:sldLayoutId id="2147484315" r:id="rId9"/>
    <p:sldLayoutId id="2147484316" r:id="rId10"/>
    <p:sldLayoutId id="2147484317" r:id="rId11"/>
    <p:sldLayoutId id="2147484319" r:id="rId12"/>
    <p:sldLayoutId id="2147484318" r:id="rId13"/>
  </p:sldLayoutIdLst>
  <p:transition spd="slow"/>
  <p:txStyles>
    <p:titleStyle>
      <a:lvl1pPr marL="914400" indent="-914400" algn="ctr" defTabSz="0"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2pPr>
      <a:lvl3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3pPr>
      <a:lvl4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4pPr>
      <a:lvl5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5pPr>
      <a:lvl6pPr marL="13716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18288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22860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27432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fengmian">
            <a:extLst>
              <a:ext uri="{FF2B5EF4-FFF2-40B4-BE49-F238E27FC236}">
                <a16:creationId xmlns:a16="http://schemas.microsoft.com/office/drawing/2014/main" id="{E8986C94-AFE4-7F28-5703-41BDA53AD2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 y="0"/>
            <a:ext cx="12230100" cy="687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Box 5">
            <a:extLst>
              <a:ext uri="{FF2B5EF4-FFF2-40B4-BE49-F238E27FC236}">
                <a16:creationId xmlns:a16="http://schemas.microsoft.com/office/drawing/2014/main" id="{001DE530-6FE8-4341-27DF-472AFBBF6D25}"/>
              </a:ext>
            </a:extLst>
          </p:cNvPr>
          <p:cNvSpPr>
            <a:spLocks noChangeArrowheads="1"/>
          </p:cNvSpPr>
          <p:nvPr/>
        </p:nvSpPr>
        <p:spPr bwMode="auto">
          <a:xfrm>
            <a:off x="1822450" y="1860550"/>
            <a:ext cx="7218363"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20000"/>
              </a:lnSpc>
            </a:pPr>
            <a:r>
              <a:rPr lang="en-US" altLang="zh-CN" sz="5400" b="1">
                <a:solidFill>
                  <a:srgbClr val="002060"/>
                </a:solidFill>
                <a:latin typeface="宋体" panose="02010600030101010101" pitchFamily="2" charset="-122"/>
                <a:cs typeface="Aharoni" panose="02010803020104030203" pitchFamily="2" charset="-79"/>
              </a:rPr>
              <a:t>《</a:t>
            </a:r>
            <a:r>
              <a:rPr lang="zh-CN" altLang="en-US" sz="5400" b="1">
                <a:solidFill>
                  <a:srgbClr val="002060"/>
                </a:solidFill>
                <a:latin typeface="华文行楷" panose="02010800040101010101" pitchFamily="2" charset="-122"/>
                <a:ea typeface="华文行楷" panose="02010800040101010101" pitchFamily="2" charset="-122"/>
                <a:cs typeface="Aharoni" panose="02010803020104030203" pitchFamily="2" charset="-79"/>
              </a:rPr>
              <a:t>数据库原理及应用</a:t>
            </a:r>
            <a:r>
              <a:rPr lang="en-US" altLang="zh-CN" sz="5400" b="1">
                <a:solidFill>
                  <a:srgbClr val="002060"/>
                </a:solidFill>
                <a:latin typeface="宋体" panose="02010600030101010101" pitchFamily="2" charset="-122"/>
                <a:cs typeface="Aharoni" panose="02010803020104030203" pitchFamily="2" charset="-79"/>
              </a:rPr>
              <a:t>》</a:t>
            </a:r>
            <a:endParaRPr lang="zh-CN" altLang="zh-CN" sz="5400" b="1">
              <a:solidFill>
                <a:srgbClr val="002060"/>
              </a:solidFill>
              <a:latin typeface="宋体" panose="02010600030101010101" pitchFamily="2" charset="-122"/>
              <a:cs typeface="Aharoni" panose="02010803020104030203" pitchFamily="2" charset="-79"/>
            </a:endParaRPr>
          </a:p>
        </p:txBody>
      </p:sp>
      <p:sp>
        <p:nvSpPr>
          <p:cNvPr id="3076" name="TextBox 5">
            <a:extLst>
              <a:ext uri="{FF2B5EF4-FFF2-40B4-BE49-F238E27FC236}">
                <a16:creationId xmlns:a16="http://schemas.microsoft.com/office/drawing/2014/main" id="{FEC32F79-481C-5DB8-7D1F-44E6C9FF3916}"/>
              </a:ext>
            </a:extLst>
          </p:cNvPr>
          <p:cNvSpPr>
            <a:spLocks noChangeArrowheads="1"/>
          </p:cNvSpPr>
          <p:nvPr/>
        </p:nvSpPr>
        <p:spPr bwMode="auto">
          <a:xfrm>
            <a:off x="1471613" y="4076700"/>
            <a:ext cx="7920037"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0000"/>
              </a:lnSpc>
            </a:pPr>
            <a:r>
              <a:rPr lang="zh-CN" altLang="en-US" sz="3200" b="1">
                <a:solidFill>
                  <a:srgbClr val="002060"/>
                </a:solidFill>
                <a:latin typeface="宋体" panose="02010600030101010101" pitchFamily="2" charset="-122"/>
                <a:cs typeface="Aharoni" panose="02010803020104030203" pitchFamily="2" charset="-79"/>
              </a:rPr>
              <a:t>数据库虚拟教研室 制作</a:t>
            </a:r>
            <a:endParaRPr lang="zh-CN" altLang="zh-CN" sz="3200" b="1">
              <a:solidFill>
                <a:srgbClr val="002060"/>
              </a:solidFill>
              <a:latin typeface="宋体" panose="02010600030101010101" pitchFamily="2" charset="-122"/>
              <a:cs typeface="Aharoni" panose="02010803020104030203" pitchFamily="2" charset="-79"/>
            </a:endParaRPr>
          </a:p>
        </p:txBody>
      </p:sp>
      <p:sp>
        <p:nvSpPr>
          <p:cNvPr id="10" name="矩形 9">
            <a:extLst>
              <a:ext uri="{FF2B5EF4-FFF2-40B4-BE49-F238E27FC236}">
                <a16:creationId xmlns:a16="http://schemas.microsoft.com/office/drawing/2014/main" id="{B8E1F97A-D448-53FC-EB4E-BA6FFE664990}"/>
              </a:ext>
            </a:extLst>
          </p:cNvPr>
          <p:cNvSpPr/>
          <p:nvPr/>
        </p:nvSpPr>
        <p:spPr>
          <a:xfrm>
            <a:off x="1130830" y="46256"/>
            <a:ext cx="2484000" cy="707886"/>
          </a:xfrm>
          <a:prstGeom prst="rect">
            <a:avLst/>
          </a:prstGeom>
          <a:noFill/>
        </p:spPr>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buFont typeface="Arial" charset="0"/>
              <a:buNone/>
              <a:defRPr/>
            </a:pPr>
            <a:r>
              <a:rPr lang="zh-CN" alt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隶书" panose="02010509060101010101" pitchFamily="49" charset="-122"/>
                <a:ea typeface="隶书" panose="02010509060101010101" pitchFamily="49" charset="-122"/>
              </a:rPr>
              <a:t>数据库</a:t>
            </a:r>
          </a:p>
        </p:txBody>
      </p:sp>
      <p:pic>
        <p:nvPicPr>
          <p:cNvPr id="2" name="图片 1">
            <a:extLst>
              <a:ext uri="{FF2B5EF4-FFF2-40B4-BE49-F238E27FC236}">
                <a16:creationId xmlns:a16="http://schemas.microsoft.com/office/drawing/2014/main" id="{0E59D3FA-A2EE-5627-0DAB-71DC882746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492" y="46256"/>
            <a:ext cx="1356121" cy="859057"/>
          </a:xfrm>
          <a:prstGeom prst="rect">
            <a:avLst/>
          </a:prstGeom>
          <a:ln>
            <a:noFill/>
          </a:ln>
          <a:effectLst>
            <a:softEdge rad="112500"/>
          </a:effectLst>
        </p:spPr>
      </p:pic>
    </p:spTree>
  </p:cSld>
  <p:clrMapOvr>
    <a:masterClrMapping/>
  </p:clrMapOvr>
  <p:transition spd="slow">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a:extLst>
              <a:ext uri="{FF2B5EF4-FFF2-40B4-BE49-F238E27FC236}">
                <a16:creationId xmlns:a16="http://schemas.microsoft.com/office/drawing/2014/main" id="{577CB209-1AA0-C3B2-072B-9AE0AA9C512F}"/>
              </a:ext>
            </a:extLst>
          </p:cNvPr>
          <p:cNvSpPr>
            <a:spLocks noChangeArrowheads="1"/>
          </p:cNvSpPr>
          <p:nvPr/>
        </p:nvSpPr>
        <p:spPr bwMode="auto">
          <a:xfrm>
            <a:off x="-11113" y="1588"/>
            <a:ext cx="3003551" cy="6862762"/>
          </a:xfrm>
          <a:prstGeom prst="rect">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latin typeface="Calibri" panose="020F0502020204030204" pitchFamily="34" charset="0"/>
              <a:sym typeface="Calibri" panose="020F0502020204030204" pitchFamily="34" charset="0"/>
            </a:endParaRPr>
          </a:p>
        </p:txBody>
      </p:sp>
      <p:sp>
        <p:nvSpPr>
          <p:cNvPr id="4099" name="文本框 52">
            <a:extLst>
              <a:ext uri="{FF2B5EF4-FFF2-40B4-BE49-F238E27FC236}">
                <a16:creationId xmlns:a16="http://schemas.microsoft.com/office/drawing/2014/main" id="{B422478F-30D1-17E1-A500-D5BC80B0B51F}"/>
              </a:ext>
            </a:extLst>
          </p:cNvPr>
          <p:cNvSpPr>
            <a:spLocks noChangeArrowheads="1"/>
          </p:cNvSpPr>
          <p:nvPr/>
        </p:nvSpPr>
        <p:spPr bwMode="auto">
          <a:xfrm>
            <a:off x="301625" y="1408113"/>
            <a:ext cx="2376488"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buFont typeface="Arial" charset="0"/>
              <a:buNone/>
              <a:defRPr/>
            </a:pPr>
            <a:r>
              <a:rPr lang="zh-CN" altLang="en-US" sz="4000" b="1" dirty="0">
                <a:solidFill>
                  <a:schemeClr val="bg1"/>
                </a:solidFill>
                <a:latin typeface="+mn-ea"/>
                <a:ea typeface="+mn-ea"/>
              </a:rPr>
              <a:t>目</a:t>
            </a:r>
            <a:endParaRPr lang="en-US" altLang="zh-CN" sz="4000" b="1" dirty="0">
              <a:solidFill>
                <a:schemeClr val="bg1"/>
              </a:solidFill>
              <a:latin typeface="+mn-ea"/>
              <a:ea typeface="+mn-ea"/>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r>
              <a:rPr lang="zh-CN" altLang="en-US" sz="4000" b="1" dirty="0">
                <a:solidFill>
                  <a:schemeClr val="bg1"/>
                </a:solidFill>
                <a:latin typeface="+mn-ea"/>
                <a:ea typeface="+mn-ea"/>
              </a:rPr>
              <a:t>录</a:t>
            </a:r>
          </a:p>
        </p:txBody>
      </p:sp>
      <p:sp>
        <p:nvSpPr>
          <p:cNvPr id="4100" name="TextBox 10">
            <a:extLst>
              <a:ext uri="{FF2B5EF4-FFF2-40B4-BE49-F238E27FC236}">
                <a16:creationId xmlns:a16="http://schemas.microsoft.com/office/drawing/2014/main" id="{3AD23920-EA3D-FD95-63AD-FC42E77A5E70}"/>
              </a:ext>
            </a:extLst>
          </p:cNvPr>
          <p:cNvSpPr>
            <a:spLocks noChangeArrowheads="1"/>
          </p:cNvSpPr>
          <p:nvPr/>
        </p:nvSpPr>
        <p:spPr bwMode="auto">
          <a:xfrm>
            <a:off x="3651250" y="1203325"/>
            <a:ext cx="6696075" cy="517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sz="3200" b="1">
                <a:solidFill>
                  <a:srgbClr val="CD1F06"/>
                </a:solidFill>
                <a:latin typeface="宋体" panose="02010600030101010101" pitchFamily="2" charset="-122"/>
                <a:sym typeface="Impact" panose="020B0806030902050204" pitchFamily="34" charset="0"/>
              </a:rPr>
              <a:t>0</a:t>
            </a:r>
            <a:r>
              <a:rPr lang="en-US" altLang="zh-CN" sz="3200" b="1">
                <a:solidFill>
                  <a:srgbClr val="CD1F06"/>
                </a:solidFill>
                <a:latin typeface="宋体" panose="02010600030101010101" pitchFamily="2" charset="-122"/>
                <a:sym typeface="Impact" panose="020B0806030902050204" pitchFamily="34" charset="0"/>
              </a:rPr>
              <a:t>1</a:t>
            </a:r>
            <a:r>
              <a:rPr lang="zh-CN" altLang="en-US" sz="3200" b="1">
                <a:solidFill>
                  <a:srgbClr val="CD1F06"/>
                </a:solidFill>
                <a:latin typeface="宋体" panose="02010600030101010101" pitchFamily="2" charset="-122"/>
                <a:sym typeface="Impact" panose="020B0806030902050204" pitchFamily="34" charset="0"/>
              </a:rPr>
              <a:t> </a:t>
            </a:r>
            <a:r>
              <a:rPr lang="zh-CN" altLang="en-US" sz="3200" b="1">
                <a:solidFill>
                  <a:srgbClr val="002060"/>
                </a:solidFill>
                <a:latin typeface="宋体" panose="02010600030101010101" pitchFamily="2" charset="-122"/>
                <a:sym typeface="Impact" panose="020B0806030902050204" pitchFamily="34" charset="0"/>
              </a:rPr>
              <a:t>数据一致性问题</a:t>
            </a:r>
            <a:endParaRPr lang="en-US" altLang="zh-CN" sz="3200" b="1">
              <a:solidFill>
                <a:srgbClr val="002060"/>
              </a:solidFill>
              <a:latin typeface="宋体" panose="02010600030101010101" pitchFamily="2" charset="-122"/>
              <a:sym typeface="Impact" panose="020B0806030902050204" pitchFamily="34" charset="0"/>
            </a:endParaRPr>
          </a:p>
          <a:p>
            <a:pPr>
              <a:lnSpc>
                <a:spcPct val="150000"/>
              </a:lnSpc>
            </a:pPr>
            <a:r>
              <a:rPr lang="zh-CN" altLang="en-US" sz="3200" b="1">
                <a:solidFill>
                  <a:srgbClr val="CD1F06"/>
                </a:solidFill>
                <a:latin typeface="宋体" panose="02010600030101010101" pitchFamily="2" charset="-122"/>
                <a:sym typeface="Impact" panose="020B0806030902050204" pitchFamily="34" charset="0"/>
              </a:rPr>
              <a:t>0</a:t>
            </a:r>
            <a:r>
              <a:rPr lang="en-US" altLang="zh-CN" sz="3200" b="1">
                <a:solidFill>
                  <a:srgbClr val="CD1F06"/>
                </a:solidFill>
                <a:latin typeface="宋体" panose="02010600030101010101" pitchFamily="2" charset="-122"/>
                <a:sym typeface="Impact" panose="020B0806030902050204" pitchFamily="34" charset="0"/>
              </a:rPr>
              <a:t>2 </a:t>
            </a:r>
            <a:r>
              <a:rPr lang="zh-CN" altLang="en-US" sz="3200" b="1">
                <a:solidFill>
                  <a:srgbClr val="002060"/>
                </a:solidFill>
                <a:latin typeface="宋体" panose="02010600030101010101" pitchFamily="2" charset="-122"/>
                <a:sym typeface="Impact" panose="020B0806030902050204" pitchFamily="34" charset="0"/>
              </a:rPr>
              <a:t>事务概念</a:t>
            </a:r>
            <a:endParaRPr lang="en-US" altLang="zh-CN" sz="3200" b="1">
              <a:solidFill>
                <a:srgbClr val="002060"/>
              </a:solidFill>
              <a:latin typeface="宋体" panose="02010600030101010101" pitchFamily="2" charset="-122"/>
              <a:sym typeface="Impact" panose="020B0806030902050204" pitchFamily="34" charset="0"/>
            </a:endParaRPr>
          </a:p>
          <a:p>
            <a:pPr>
              <a:lnSpc>
                <a:spcPct val="150000"/>
              </a:lnSpc>
            </a:pPr>
            <a:r>
              <a:rPr lang="zh-CN" altLang="en-US" sz="3200" b="1">
                <a:solidFill>
                  <a:srgbClr val="CD1F06"/>
                </a:solidFill>
                <a:latin typeface="宋体" panose="02010600030101010101" pitchFamily="2" charset="-122"/>
                <a:sym typeface="Impact" panose="020B0806030902050204" pitchFamily="34" charset="0"/>
              </a:rPr>
              <a:t>0</a:t>
            </a:r>
            <a:r>
              <a:rPr lang="en-US" altLang="zh-CN" sz="3200" b="1">
                <a:solidFill>
                  <a:srgbClr val="CD1F06"/>
                </a:solidFill>
                <a:latin typeface="宋体" panose="02010600030101010101" pitchFamily="2" charset="-122"/>
                <a:sym typeface="Impact" panose="020B0806030902050204" pitchFamily="34" charset="0"/>
              </a:rPr>
              <a:t>3 </a:t>
            </a:r>
            <a:r>
              <a:rPr lang="en-US" altLang="zh-CN" sz="3200" b="1">
                <a:solidFill>
                  <a:srgbClr val="002060"/>
                </a:solidFill>
                <a:latin typeface="宋体" panose="02010600030101010101" pitchFamily="2" charset="-122"/>
                <a:sym typeface="Impact" panose="020B0806030902050204" pitchFamily="34" charset="0"/>
              </a:rPr>
              <a:t>JDBC</a:t>
            </a:r>
            <a:r>
              <a:rPr lang="zh-CN" altLang="en-US" sz="3200" b="1">
                <a:solidFill>
                  <a:srgbClr val="002060"/>
                </a:solidFill>
                <a:latin typeface="宋体" panose="02010600030101010101" pitchFamily="2" charset="-122"/>
                <a:sym typeface="Impact" panose="020B0806030902050204" pitchFamily="34" charset="0"/>
              </a:rPr>
              <a:t>事务</a:t>
            </a:r>
            <a:endParaRPr lang="en-US" altLang="zh-CN" sz="3200" b="1">
              <a:solidFill>
                <a:srgbClr val="002060"/>
              </a:solidFill>
              <a:latin typeface="宋体" panose="02010600030101010101" pitchFamily="2" charset="-122"/>
              <a:sym typeface="Impact" panose="020B0806030902050204" pitchFamily="34" charset="0"/>
            </a:endParaRPr>
          </a:p>
          <a:p>
            <a:pPr>
              <a:lnSpc>
                <a:spcPct val="150000"/>
              </a:lnSpc>
            </a:pPr>
            <a:r>
              <a:rPr lang="zh-CN" altLang="en-US" sz="3200" b="1">
                <a:solidFill>
                  <a:srgbClr val="CD1F06"/>
                </a:solidFill>
                <a:latin typeface="宋体" panose="02010600030101010101" pitchFamily="2" charset="-122"/>
                <a:sym typeface="Impact" panose="020B0806030902050204" pitchFamily="34" charset="0"/>
              </a:rPr>
              <a:t>0</a:t>
            </a:r>
            <a:r>
              <a:rPr lang="en-US" altLang="zh-CN" sz="3200" b="1">
                <a:solidFill>
                  <a:srgbClr val="CD1F06"/>
                </a:solidFill>
                <a:latin typeface="宋体" panose="02010600030101010101" pitchFamily="2" charset="-122"/>
                <a:sym typeface="Impact" panose="020B0806030902050204" pitchFamily="34" charset="0"/>
              </a:rPr>
              <a:t>4 </a:t>
            </a:r>
            <a:r>
              <a:rPr lang="zh-CN" altLang="en-US" sz="3200" b="1">
                <a:solidFill>
                  <a:srgbClr val="002060"/>
                </a:solidFill>
                <a:latin typeface="宋体" panose="02010600030101010101" pitchFamily="2" charset="-122"/>
                <a:sym typeface="Impact" panose="020B0806030902050204" pitchFamily="34" charset="0"/>
              </a:rPr>
              <a:t>事务的特性</a:t>
            </a:r>
            <a:endParaRPr lang="en-US" altLang="zh-CN" sz="3200" b="1">
              <a:solidFill>
                <a:srgbClr val="002060"/>
              </a:solidFill>
              <a:latin typeface="宋体" panose="02010600030101010101" pitchFamily="2" charset="-122"/>
              <a:sym typeface="Impact" panose="020B0806030902050204" pitchFamily="34" charset="0"/>
            </a:endParaRPr>
          </a:p>
          <a:p>
            <a:pPr>
              <a:lnSpc>
                <a:spcPct val="150000"/>
              </a:lnSpc>
            </a:pPr>
            <a:r>
              <a:rPr lang="zh-CN" altLang="en-US" sz="3200" b="1">
                <a:solidFill>
                  <a:srgbClr val="CD1F06"/>
                </a:solidFill>
                <a:latin typeface="宋体" panose="02010600030101010101" pitchFamily="2" charset="-122"/>
                <a:sym typeface="Impact" panose="020B0806030902050204" pitchFamily="34" charset="0"/>
              </a:rPr>
              <a:t>0</a:t>
            </a:r>
            <a:r>
              <a:rPr lang="en-US" altLang="zh-CN" sz="3200" b="1">
                <a:solidFill>
                  <a:srgbClr val="CD1F06"/>
                </a:solidFill>
                <a:latin typeface="宋体" panose="02010600030101010101" pitchFamily="2" charset="-122"/>
                <a:sym typeface="Impact" panose="020B0806030902050204" pitchFamily="34" charset="0"/>
              </a:rPr>
              <a:t>5 </a:t>
            </a:r>
            <a:r>
              <a:rPr lang="zh-CN" altLang="en-US" sz="3200" b="1">
                <a:solidFill>
                  <a:srgbClr val="002060"/>
                </a:solidFill>
                <a:latin typeface="宋体" panose="02010600030101010101" pitchFamily="2" charset="-122"/>
                <a:sym typeface="Impact" panose="020B0806030902050204" pitchFamily="34" charset="0"/>
              </a:rPr>
              <a:t>事务的并发问题</a:t>
            </a:r>
            <a:endParaRPr lang="en-US" altLang="zh-CN" sz="3200" b="1">
              <a:solidFill>
                <a:srgbClr val="002060"/>
              </a:solidFill>
              <a:latin typeface="宋体" panose="02010600030101010101" pitchFamily="2" charset="-122"/>
              <a:sym typeface="Impact" panose="020B0806030902050204" pitchFamily="34" charset="0"/>
            </a:endParaRPr>
          </a:p>
          <a:p>
            <a:pPr>
              <a:lnSpc>
                <a:spcPct val="150000"/>
              </a:lnSpc>
            </a:pPr>
            <a:r>
              <a:rPr lang="zh-CN" altLang="en-US" sz="3200" b="1">
                <a:solidFill>
                  <a:srgbClr val="CD1F06"/>
                </a:solidFill>
                <a:latin typeface="宋体" panose="02010600030101010101" pitchFamily="2" charset="-122"/>
                <a:sym typeface="Impact" panose="020B0806030902050204" pitchFamily="34" charset="0"/>
              </a:rPr>
              <a:t>0</a:t>
            </a:r>
            <a:r>
              <a:rPr lang="en-US" altLang="zh-CN" sz="3200" b="1">
                <a:solidFill>
                  <a:srgbClr val="CD1F06"/>
                </a:solidFill>
                <a:latin typeface="宋体" panose="02010600030101010101" pitchFamily="2" charset="-122"/>
                <a:sym typeface="Impact" panose="020B0806030902050204" pitchFamily="34" charset="0"/>
              </a:rPr>
              <a:t>5 </a:t>
            </a:r>
            <a:r>
              <a:rPr lang="zh-CN" altLang="en-US" sz="3200" b="1">
                <a:solidFill>
                  <a:srgbClr val="002060"/>
                </a:solidFill>
                <a:latin typeface="宋体" panose="02010600030101010101" pitchFamily="2" charset="-122"/>
                <a:sym typeface="Impact" panose="020B0806030902050204" pitchFamily="34" charset="0"/>
              </a:rPr>
              <a:t>事务的隔离级别</a:t>
            </a:r>
            <a:endParaRPr lang="zh-CN" altLang="en-US" sz="3200" b="1">
              <a:solidFill>
                <a:srgbClr val="002060"/>
              </a:solidFill>
              <a:latin typeface="宋体" panose="02010600030101010101" pitchFamily="2" charset="-122"/>
            </a:endParaRPr>
          </a:p>
          <a:p>
            <a:pPr>
              <a:lnSpc>
                <a:spcPct val="150000"/>
              </a:lnSpc>
            </a:pPr>
            <a:r>
              <a:rPr lang="zh-CN" altLang="en-US" sz="3200" b="1">
                <a:solidFill>
                  <a:srgbClr val="CD1F06"/>
                </a:solidFill>
                <a:latin typeface="宋体" panose="02010600030101010101" pitchFamily="2" charset="-122"/>
                <a:sym typeface="Impact" panose="020B0806030902050204" pitchFamily="34" charset="0"/>
              </a:rPr>
              <a:t>0</a:t>
            </a:r>
            <a:r>
              <a:rPr lang="en-US" altLang="zh-CN" sz="3200" b="1">
                <a:solidFill>
                  <a:srgbClr val="CD1F06"/>
                </a:solidFill>
                <a:latin typeface="宋体" panose="02010600030101010101" pitchFamily="2" charset="-122"/>
                <a:sym typeface="Impact" panose="020B0806030902050204" pitchFamily="34" charset="0"/>
              </a:rPr>
              <a:t>6 </a:t>
            </a:r>
            <a:r>
              <a:rPr lang="zh-CN" altLang="en-US" sz="3200" b="1">
                <a:solidFill>
                  <a:srgbClr val="002060"/>
                </a:solidFill>
                <a:latin typeface="宋体" panose="02010600030101010101" pitchFamily="2" charset="-122"/>
                <a:sym typeface="Impact" panose="020B0806030902050204" pitchFamily="34" charset="0"/>
              </a:rPr>
              <a:t>锁</a:t>
            </a:r>
            <a:endParaRPr lang="zh-CN" altLang="en-US" sz="3200" b="1">
              <a:solidFill>
                <a:srgbClr val="002060"/>
              </a:solidFill>
              <a:latin typeface="宋体" panose="02010600030101010101" pitchFamily="2" charset="-122"/>
            </a:endParaRPr>
          </a:p>
        </p:txBody>
      </p:sp>
      <p:sp>
        <p:nvSpPr>
          <p:cNvPr id="8" name="TextBox 6">
            <a:extLst>
              <a:ext uri="{FF2B5EF4-FFF2-40B4-BE49-F238E27FC236}">
                <a16:creationId xmlns:a16="http://schemas.microsoft.com/office/drawing/2014/main" id="{710EB8E8-A386-35E8-85CF-659A0DE61D5C}"/>
              </a:ext>
            </a:extLst>
          </p:cNvPr>
          <p:cNvSpPr>
            <a:spLocks noChangeArrowheads="1"/>
          </p:cNvSpPr>
          <p:nvPr/>
        </p:nvSpPr>
        <p:spPr bwMode="auto">
          <a:xfrm>
            <a:off x="2427288" y="122238"/>
            <a:ext cx="62642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第</a:t>
            </a:r>
            <a:r>
              <a:rPr lang="en-US" altLang="zh-CN" sz="4000" b="1" dirty="0">
                <a:solidFill>
                  <a:schemeClr val="bg1"/>
                </a:solidFill>
                <a:latin typeface="+mn-ea"/>
                <a:ea typeface="+mn-ea"/>
                <a:sym typeface="Impact" pitchFamily="34" charset="0"/>
              </a:rPr>
              <a:t>11</a:t>
            </a:r>
            <a:r>
              <a:rPr lang="zh-CN" altLang="en-US" sz="4000" b="1" dirty="0">
                <a:solidFill>
                  <a:schemeClr val="bg1"/>
                </a:solidFill>
                <a:latin typeface="+mn-ea"/>
                <a:ea typeface="+mn-ea"/>
                <a:sym typeface="Impact" pitchFamily="34" charset="0"/>
              </a:rPr>
              <a:t>讲 事务及其并发控制</a:t>
            </a:r>
            <a:endParaRPr lang="zh-CN" altLang="en-US" sz="4000" b="1" dirty="0">
              <a:solidFill>
                <a:schemeClr val="bg1"/>
              </a:solidFill>
              <a:latin typeface="+mn-ea"/>
              <a:ea typeface="+mn-ea"/>
            </a:endParaRPr>
          </a:p>
        </p:txBody>
      </p:sp>
    </p:spTree>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A95778F4-2EAA-7012-3F95-AA955A21EB44}"/>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数据一致性问题</a:t>
            </a:r>
          </a:p>
        </p:txBody>
      </p:sp>
      <p:sp>
        <p:nvSpPr>
          <p:cNvPr id="4" name="Text Box 5">
            <a:extLst>
              <a:ext uri="{FF2B5EF4-FFF2-40B4-BE49-F238E27FC236}">
                <a16:creationId xmlns:a16="http://schemas.microsoft.com/office/drawing/2014/main" id="{41BEBF33-A6A9-F83D-D4D2-AD570941590D}"/>
              </a:ext>
            </a:extLst>
          </p:cNvPr>
          <p:cNvSpPr txBox="1">
            <a:spLocks noChangeArrowheads="1"/>
          </p:cNvSpPr>
          <p:nvPr/>
        </p:nvSpPr>
        <p:spPr bwMode="auto">
          <a:xfrm>
            <a:off x="914400" y="1341438"/>
            <a:ext cx="10872788" cy="2462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    数据一致性</a:t>
            </a: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是指关联数据之间的逻辑关系是否正确和完整，当数据库中的数据从一个状态转变到另一个状态时，要能保证数据的一致性。</a:t>
            </a:r>
            <a:endPar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10000"/>
              </a:lnSpc>
              <a:buClr>
                <a:srgbClr val="32C6CA"/>
              </a:buClr>
              <a:buSzPct val="80000"/>
              <a:buFont typeface="Wingdings" pitchFamily="2" charset="2"/>
              <a:buNone/>
              <a:defRPr/>
            </a:pP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    数据库系统中的一系列约束可以解决部分一致性需求，如主键、外键、唯一、非空和检查约束等。</a:t>
            </a:r>
          </a:p>
        </p:txBody>
      </p:sp>
      <p:sp>
        <p:nvSpPr>
          <p:cNvPr id="5" name="Text Box 5">
            <a:extLst>
              <a:ext uri="{FF2B5EF4-FFF2-40B4-BE49-F238E27FC236}">
                <a16:creationId xmlns:a16="http://schemas.microsoft.com/office/drawing/2014/main" id="{BF407426-DD8B-EB6F-8AE7-AE93E1B5E275}"/>
              </a:ext>
            </a:extLst>
          </p:cNvPr>
          <p:cNvSpPr txBox="1">
            <a:spLocks noChangeArrowheads="1"/>
          </p:cNvSpPr>
          <p:nvPr/>
        </p:nvSpPr>
        <p:spPr bwMode="auto">
          <a:xfrm>
            <a:off x="914400" y="4005263"/>
            <a:ext cx="10872788"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    在数据库中，一个动作是指一个增、删、改语句，当有多个动作去完成一个任务时（如</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银行转帐</a:t>
            </a: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），如果不加约束就发产生</a:t>
            </a:r>
            <a:r>
              <a:rPr kumimoji="1" lang="zh-CN" altLang="en-US" sz="2800" b="1" dirty="0">
                <a:solidFill>
                  <a:srgbClr val="FF0000"/>
                </a:solidFill>
                <a:effectLst>
                  <a:outerShdw blurRad="38100" dist="38100" dir="2700000" algn="tl">
                    <a:srgbClr val="C0C0C0"/>
                  </a:outerShdw>
                </a:effectLst>
                <a:latin typeface="楷体_GB2312" pitchFamily="49" charset="-122"/>
                <a:ea typeface="楷体_GB2312" pitchFamily="49" charset="-122"/>
              </a:rPr>
              <a:t>数据不一致性问题</a:t>
            </a: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a:t>
            </a:r>
            <a:endPar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56EF857D-094E-F154-18FA-67BB0DC84AD4}"/>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数据不一致性举例</a:t>
            </a:r>
          </a:p>
        </p:txBody>
      </p:sp>
      <p:sp>
        <p:nvSpPr>
          <p:cNvPr id="28" name="Text Box 5">
            <a:extLst>
              <a:ext uri="{FF2B5EF4-FFF2-40B4-BE49-F238E27FC236}">
                <a16:creationId xmlns:a16="http://schemas.microsoft.com/office/drawing/2014/main" id="{68B1971B-3350-6B95-4900-78DBA00BFE07}"/>
              </a:ext>
            </a:extLst>
          </p:cNvPr>
          <p:cNvSpPr txBox="1">
            <a:spLocks noChangeArrowheads="1"/>
          </p:cNvSpPr>
          <p:nvPr/>
        </p:nvSpPr>
        <p:spPr bwMode="auto">
          <a:xfrm>
            <a:off x="842963" y="1073150"/>
            <a:ext cx="10512425" cy="63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  </a:t>
            </a:r>
            <a:r>
              <a:rPr kumimoji="1" lang="en-US" altLang="zh-CN" sz="3200" b="1" dirty="0">
                <a:latin typeface="黑体" pitchFamily="49" charset="-122"/>
                <a:ea typeface="黑体" pitchFamily="49" charset="-122"/>
              </a:rPr>
              <a:t>【</a:t>
            </a:r>
            <a:r>
              <a:rPr kumimoji="1" lang="zh-CN" altLang="en-US" sz="3200" dirty="0">
                <a:latin typeface="黑体" pitchFamily="49" charset="-122"/>
                <a:ea typeface="黑体" pitchFamily="49" charset="-122"/>
              </a:rPr>
              <a:t>例</a:t>
            </a:r>
            <a:r>
              <a:rPr kumimoji="1" lang="en-US" altLang="zh-CN" sz="3200" dirty="0">
                <a:latin typeface="黑体" pitchFamily="49" charset="-122"/>
                <a:ea typeface="黑体" pitchFamily="49" charset="-122"/>
              </a:rPr>
              <a:t>】</a:t>
            </a:r>
            <a:r>
              <a:rPr kumimoji="1" lang="zh-CN" altLang="en-US" sz="3200" dirty="0">
                <a:latin typeface="黑体" pitchFamily="49" charset="-122"/>
                <a:ea typeface="黑体" pitchFamily="49" charset="-122"/>
              </a:rPr>
              <a:t>：银行财务转账，</a:t>
            </a:r>
            <a:r>
              <a:rPr kumimoji="1" lang="en-US" altLang="zh-CN" sz="3200" dirty="0">
                <a:latin typeface="黑体" pitchFamily="49" charset="-122"/>
                <a:ea typeface="黑体" pitchFamily="49" charset="-122"/>
              </a:rPr>
              <a:t>A</a:t>
            </a:r>
            <a:r>
              <a:rPr kumimoji="1" lang="zh-CN" altLang="en-US" sz="3200" dirty="0">
                <a:latin typeface="黑体" pitchFamily="49" charset="-122"/>
                <a:ea typeface="黑体" pitchFamily="49" charset="-122"/>
              </a:rPr>
              <a:t>账户转</a:t>
            </a:r>
            <a:r>
              <a:rPr kumimoji="1" lang="en-US" altLang="zh-CN" sz="3200" dirty="0">
                <a:latin typeface="黑体" pitchFamily="49" charset="-122"/>
                <a:ea typeface="黑体" pitchFamily="49" charset="-122"/>
              </a:rPr>
              <a:t>600</a:t>
            </a:r>
            <a:r>
              <a:rPr kumimoji="1" lang="zh-CN" altLang="en-US" sz="3200" dirty="0">
                <a:latin typeface="黑体" pitchFamily="49" charset="-122"/>
                <a:ea typeface="黑体" pitchFamily="49" charset="-122"/>
              </a:rPr>
              <a:t>元到</a:t>
            </a:r>
            <a:r>
              <a:rPr kumimoji="1" lang="en-US" altLang="zh-CN" sz="3200" dirty="0">
                <a:latin typeface="黑体" pitchFamily="49" charset="-122"/>
                <a:ea typeface="黑体" pitchFamily="49" charset="-122"/>
              </a:rPr>
              <a:t>B</a:t>
            </a:r>
            <a:r>
              <a:rPr kumimoji="1" lang="zh-CN" altLang="en-US" sz="3200" dirty="0">
                <a:latin typeface="黑体" pitchFamily="49" charset="-122"/>
                <a:ea typeface="黑体" pitchFamily="49" charset="-122"/>
              </a:rPr>
              <a:t>账户。</a:t>
            </a:r>
            <a:endParaRPr kumimoji="1" lang="zh-CN" altLang="en-US" sz="3200" dirty="0">
              <a:solidFill>
                <a:srgbClr val="000066"/>
              </a:solidFill>
              <a:effectLst>
                <a:outerShdw blurRad="38100" dist="38100" dir="2700000" algn="tl">
                  <a:srgbClr val="C0C0C0"/>
                </a:outerShdw>
              </a:effectLst>
              <a:latin typeface="楷体_GB2312" pitchFamily="49" charset="-122"/>
              <a:ea typeface="楷体_GB2312" pitchFamily="49" charset="-122"/>
            </a:endParaRPr>
          </a:p>
        </p:txBody>
      </p:sp>
      <p:sp>
        <p:nvSpPr>
          <p:cNvPr id="6148" name="矩形 4">
            <a:extLst>
              <a:ext uri="{FF2B5EF4-FFF2-40B4-BE49-F238E27FC236}">
                <a16:creationId xmlns:a16="http://schemas.microsoft.com/office/drawing/2014/main" id="{DFF1CE12-4CC0-0A88-26A1-7C274B4F2B34}"/>
              </a:ext>
            </a:extLst>
          </p:cNvPr>
          <p:cNvSpPr>
            <a:spLocks noChangeArrowheads="1"/>
          </p:cNvSpPr>
          <p:nvPr/>
        </p:nvSpPr>
        <p:spPr bwMode="auto">
          <a:xfrm>
            <a:off x="2282825" y="2205038"/>
            <a:ext cx="2735263" cy="1506537"/>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149" name="矩形 7">
            <a:extLst>
              <a:ext uri="{FF2B5EF4-FFF2-40B4-BE49-F238E27FC236}">
                <a16:creationId xmlns:a16="http://schemas.microsoft.com/office/drawing/2014/main" id="{054C8D9B-6FC1-FE69-E501-1F9C32A35A83}"/>
              </a:ext>
            </a:extLst>
          </p:cNvPr>
          <p:cNvSpPr>
            <a:spLocks noChangeArrowheads="1"/>
          </p:cNvSpPr>
          <p:nvPr/>
        </p:nvSpPr>
        <p:spPr bwMode="auto">
          <a:xfrm>
            <a:off x="7178675" y="2205038"/>
            <a:ext cx="2736850" cy="1506537"/>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150" name="TextBox 5">
            <a:extLst>
              <a:ext uri="{FF2B5EF4-FFF2-40B4-BE49-F238E27FC236}">
                <a16:creationId xmlns:a16="http://schemas.microsoft.com/office/drawing/2014/main" id="{BFF0BBF5-74AC-5955-5F5D-5EA8A347D87A}"/>
              </a:ext>
            </a:extLst>
          </p:cNvPr>
          <p:cNvSpPr txBox="1">
            <a:spLocks noChangeArrowheads="1"/>
          </p:cNvSpPr>
          <p:nvPr/>
        </p:nvSpPr>
        <p:spPr bwMode="auto">
          <a:xfrm>
            <a:off x="2282825" y="2205038"/>
            <a:ext cx="1008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chemeClr val="accent2"/>
                </a:solidFill>
              </a:rPr>
              <a:t>A</a:t>
            </a:r>
            <a:r>
              <a:rPr lang="zh-CN" altLang="en-US" b="1">
                <a:solidFill>
                  <a:schemeClr val="accent2"/>
                </a:solidFill>
              </a:rPr>
              <a:t>账户</a:t>
            </a:r>
          </a:p>
        </p:txBody>
      </p:sp>
      <p:sp>
        <p:nvSpPr>
          <p:cNvPr id="6151" name="TextBox 9">
            <a:extLst>
              <a:ext uri="{FF2B5EF4-FFF2-40B4-BE49-F238E27FC236}">
                <a16:creationId xmlns:a16="http://schemas.microsoft.com/office/drawing/2014/main" id="{1B063CC4-0E04-0366-5E7F-58B6C18676C9}"/>
              </a:ext>
            </a:extLst>
          </p:cNvPr>
          <p:cNvSpPr txBox="1">
            <a:spLocks noChangeArrowheads="1"/>
          </p:cNvSpPr>
          <p:nvPr/>
        </p:nvSpPr>
        <p:spPr bwMode="auto">
          <a:xfrm>
            <a:off x="7224713" y="2217738"/>
            <a:ext cx="11064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chemeClr val="accent2"/>
                </a:solidFill>
              </a:rPr>
              <a:t>B</a:t>
            </a:r>
            <a:r>
              <a:rPr lang="zh-CN" altLang="en-US" b="1">
                <a:solidFill>
                  <a:schemeClr val="accent2"/>
                </a:solidFill>
              </a:rPr>
              <a:t>账户</a:t>
            </a:r>
          </a:p>
        </p:txBody>
      </p:sp>
      <p:cxnSp>
        <p:nvCxnSpPr>
          <p:cNvPr id="6152" name="直接箭头连接符 12">
            <a:extLst>
              <a:ext uri="{FF2B5EF4-FFF2-40B4-BE49-F238E27FC236}">
                <a16:creationId xmlns:a16="http://schemas.microsoft.com/office/drawing/2014/main" id="{C0BF4969-31FB-4198-058B-1517DB718E6E}"/>
              </a:ext>
            </a:extLst>
          </p:cNvPr>
          <p:cNvCxnSpPr>
            <a:cxnSpLocks noChangeShapeType="1"/>
            <a:stCxn id="6148" idx="3"/>
            <a:endCxn id="6149" idx="1"/>
          </p:cNvCxnSpPr>
          <p:nvPr/>
        </p:nvCxnSpPr>
        <p:spPr bwMode="auto">
          <a:xfrm>
            <a:off x="5018088" y="2959100"/>
            <a:ext cx="2160587" cy="0"/>
          </a:xfrm>
          <a:prstGeom prst="straightConnector1">
            <a:avLst/>
          </a:prstGeom>
          <a:noFill/>
          <a:ln w="38100" algn="ctr">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Box 14">
            <a:extLst>
              <a:ext uri="{FF2B5EF4-FFF2-40B4-BE49-F238E27FC236}">
                <a16:creationId xmlns:a16="http://schemas.microsoft.com/office/drawing/2014/main" id="{62C88EF0-0F3A-3ACD-C86A-27685ABE43CD}"/>
              </a:ext>
            </a:extLst>
          </p:cNvPr>
          <p:cNvSpPr txBox="1">
            <a:spLocks noChangeArrowheads="1"/>
          </p:cNvSpPr>
          <p:nvPr/>
        </p:nvSpPr>
        <p:spPr bwMode="auto">
          <a:xfrm>
            <a:off x="3651250" y="2624138"/>
            <a:ext cx="1366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800" b="1">
                <a:solidFill>
                  <a:srgbClr val="FF0000"/>
                </a:solidFill>
              </a:rPr>
              <a:t>600</a:t>
            </a:r>
            <a:endParaRPr lang="zh-CN" altLang="en-US" sz="2800" b="1">
              <a:solidFill>
                <a:srgbClr val="FF0000"/>
              </a:solidFill>
            </a:endParaRPr>
          </a:p>
        </p:txBody>
      </p:sp>
      <p:sp>
        <p:nvSpPr>
          <p:cNvPr id="6154" name="TextBox 10">
            <a:extLst>
              <a:ext uri="{FF2B5EF4-FFF2-40B4-BE49-F238E27FC236}">
                <a16:creationId xmlns:a16="http://schemas.microsoft.com/office/drawing/2014/main" id="{9CDCB340-5587-DDED-FEEE-28B1ADFC6216}"/>
              </a:ext>
            </a:extLst>
          </p:cNvPr>
          <p:cNvSpPr txBox="1">
            <a:spLocks noChangeArrowheads="1"/>
          </p:cNvSpPr>
          <p:nvPr/>
        </p:nvSpPr>
        <p:spPr bwMode="auto">
          <a:xfrm>
            <a:off x="2894013" y="3024188"/>
            <a:ext cx="1512887"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800" b="1">
                <a:solidFill>
                  <a:srgbClr val="002060"/>
                </a:solidFill>
              </a:rPr>
              <a:t>400</a:t>
            </a:r>
            <a:endParaRPr lang="zh-CN" altLang="en-US" sz="2800" b="1">
              <a:solidFill>
                <a:srgbClr val="002060"/>
              </a:solidFill>
            </a:endParaRPr>
          </a:p>
        </p:txBody>
      </p:sp>
      <p:sp>
        <p:nvSpPr>
          <p:cNvPr id="6155" name="TextBox 11">
            <a:extLst>
              <a:ext uri="{FF2B5EF4-FFF2-40B4-BE49-F238E27FC236}">
                <a16:creationId xmlns:a16="http://schemas.microsoft.com/office/drawing/2014/main" id="{F9083664-7D7D-9290-DB8A-D32CC7C4DF4C}"/>
              </a:ext>
            </a:extLst>
          </p:cNvPr>
          <p:cNvSpPr txBox="1">
            <a:spLocks noChangeArrowheads="1"/>
          </p:cNvSpPr>
          <p:nvPr/>
        </p:nvSpPr>
        <p:spPr bwMode="auto">
          <a:xfrm>
            <a:off x="7777163" y="3079750"/>
            <a:ext cx="15144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800" b="1">
                <a:solidFill>
                  <a:srgbClr val="002060"/>
                </a:solidFill>
              </a:rPr>
              <a:t>1600</a:t>
            </a:r>
            <a:endParaRPr lang="zh-CN" altLang="en-US" sz="2800" b="1">
              <a:solidFill>
                <a:srgbClr val="002060"/>
              </a:solidFill>
            </a:endParaRPr>
          </a:p>
        </p:txBody>
      </p:sp>
      <p:sp>
        <p:nvSpPr>
          <p:cNvPr id="9" name="TextBox 10">
            <a:extLst>
              <a:ext uri="{FF2B5EF4-FFF2-40B4-BE49-F238E27FC236}">
                <a16:creationId xmlns:a16="http://schemas.microsoft.com/office/drawing/2014/main" id="{4741897A-1F69-FBDD-627A-7C271A92B73C}"/>
              </a:ext>
            </a:extLst>
          </p:cNvPr>
          <p:cNvSpPr txBox="1">
            <a:spLocks noChangeArrowheads="1"/>
          </p:cNvSpPr>
          <p:nvPr/>
        </p:nvSpPr>
        <p:spPr bwMode="auto">
          <a:xfrm>
            <a:off x="2822575" y="3090863"/>
            <a:ext cx="1512888"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800" b="1">
                <a:solidFill>
                  <a:schemeClr val="tx2"/>
                </a:solidFill>
              </a:rPr>
              <a:t>1000</a:t>
            </a:r>
            <a:endParaRPr lang="zh-CN" altLang="en-US" sz="2800" b="1">
              <a:solidFill>
                <a:schemeClr val="tx2"/>
              </a:solidFill>
            </a:endParaRPr>
          </a:p>
        </p:txBody>
      </p:sp>
      <p:sp>
        <p:nvSpPr>
          <p:cNvPr id="10" name="TextBox 11">
            <a:extLst>
              <a:ext uri="{FF2B5EF4-FFF2-40B4-BE49-F238E27FC236}">
                <a16:creationId xmlns:a16="http://schemas.microsoft.com/office/drawing/2014/main" id="{460CBD69-79AB-93F4-4679-E7D7F91517FA}"/>
              </a:ext>
            </a:extLst>
          </p:cNvPr>
          <p:cNvSpPr txBox="1">
            <a:spLocks noChangeArrowheads="1"/>
          </p:cNvSpPr>
          <p:nvPr/>
        </p:nvSpPr>
        <p:spPr bwMode="auto">
          <a:xfrm>
            <a:off x="7777163" y="3068638"/>
            <a:ext cx="1514475"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800" b="1">
                <a:solidFill>
                  <a:schemeClr val="tx2"/>
                </a:solidFill>
              </a:rPr>
              <a:t>1000</a:t>
            </a:r>
            <a:endParaRPr lang="zh-CN" altLang="en-US" sz="2800" b="1">
              <a:solidFill>
                <a:schemeClr val="tx2"/>
              </a:solidFill>
            </a:endParaRPr>
          </a:p>
        </p:txBody>
      </p:sp>
      <p:sp>
        <p:nvSpPr>
          <p:cNvPr id="6158" name="矩形 4">
            <a:extLst>
              <a:ext uri="{FF2B5EF4-FFF2-40B4-BE49-F238E27FC236}">
                <a16:creationId xmlns:a16="http://schemas.microsoft.com/office/drawing/2014/main" id="{E13B9FF3-0ADB-E7F5-F0F3-35AFE89E9829}"/>
              </a:ext>
            </a:extLst>
          </p:cNvPr>
          <p:cNvSpPr>
            <a:spLocks noChangeArrowheads="1"/>
          </p:cNvSpPr>
          <p:nvPr/>
        </p:nvSpPr>
        <p:spPr bwMode="auto">
          <a:xfrm>
            <a:off x="2328863" y="4076700"/>
            <a:ext cx="2735262" cy="1506538"/>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159" name="矩形 7">
            <a:extLst>
              <a:ext uri="{FF2B5EF4-FFF2-40B4-BE49-F238E27FC236}">
                <a16:creationId xmlns:a16="http://schemas.microsoft.com/office/drawing/2014/main" id="{12896A08-5126-C0C6-9C11-16FB61D8F779}"/>
              </a:ext>
            </a:extLst>
          </p:cNvPr>
          <p:cNvSpPr>
            <a:spLocks noChangeArrowheads="1"/>
          </p:cNvSpPr>
          <p:nvPr/>
        </p:nvSpPr>
        <p:spPr bwMode="auto">
          <a:xfrm>
            <a:off x="7224713" y="4076700"/>
            <a:ext cx="2736850" cy="1506538"/>
          </a:xfrm>
          <a:prstGeom prst="rect">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160" name="TextBox 5">
            <a:extLst>
              <a:ext uri="{FF2B5EF4-FFF2-40B4-BE49-F238E27FC236}">
                <a16:creationId xmlns:a16="http://schemas.microsoft.com/office/drawing/2014/main" id="{5A2F12A0-E081-FEB6-80CF-B04B2243CAF1}"/>
              </a:ext>
            </a:extLst>
          </p:cNvPr>
          <p:cNvSpPr txBox="1">
            <a:spLocks noChangeArrowheads="1"/>
          </p:cNvSpPr>
          <p:nvPr/>
        </p:nvSpPr>
        <p:spPr bwMode="auto">
          <a:xfrm>
            <a:off x="2328863" y="4076700"/>
            <a:ext cx="1008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chemeClr val="accent2"/>
                </a:solidFill>
              </a:rPr>
              <a:t>A</a:t>
            </a:r>
            <a:r>
              <a:rPr lang="zh-CN" altLang="en-US" b="1">
                <a:solidFill>
                  <a:schemeClr val="accent2"/>
                </a:solidFill>
              </a:rPr>
              <a:t>账户</a:t>
            </a:r>
          </a:p>
        </p:txBody>
      </p:sp>
      <p:sp>
        <p:nvSpPr>
          <p:cNvPr id="6161" name="TextBox 9">
            <a:extLst>
              <a:ext uri="{FF2B5EF4-FFF2-40B4-BE49-F238E27FC236}">
                <a16:creationId xmlns:a16="http://schemas.microsoft.com/office/drawing/2014/main" id="{9D542D65-996F-A26C-1D29-42E662079A29}"/>
              </a:ext>
            </a:extLst>
          </p:cNvPr>
          <p:cNvSpPr txBox="1">
            <a:spLocks noChangeArrowheads="1"/>
          </p:cNvSpPr>
          <p:nvPr/>
        </p:nvSpPr>
        <p:spPr bwMode="auto">
          <a:xfrm>
            <a:off x="7270750" y="4089400"/>
            <a:ext cx="1106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chemeClr val="accent2"/>
                </a:solidFill>
              </a:rPr>
              <a:t>B</a:t>
            </a:r>
            <a:r>
              <a:rPr lang="zh-CN" altLang="en-US" b="1">
                <a:solidFill>
                  <a:schemeClr val="accent2"/>
                </a:solidFill>
              </a:rPr>
              <a:t>账户</a:t>
            </a:r>
          </a:p>
        </p:txBody>
      </p:sp>
      <p:cxnSp>
        <p:nvCxnSpPr>
          <p:cNvPr id="6162" name="直接箭头连接符 12">
            <a:extLst>
              <a:ext uri="{FF2B5EF4-FFF2-40B4-BE49-F238E27FC236}">
                <a16:creationId xmlns:a16="http://schemas.microsoft.com/office/drawing/2014/main" id="{75F9B4AE-2B98-8186-C2F0-4696F23A9BEB}"/>
              </a:ext>
            </a:extLst>
          </p:cNvPr>
          <p:cNvCxnSpPr>
            <a:cxnSpLocks noChangeShapeType="1"/>
            <a:stCxn id="6158" idx="3"/>
            <a:endCxn id="6159" idx="1"/>
          </p:cNvCxnSpPr>
          <p:nvPr/>
        </p:nvCxnSpPr>
        <p:spPr bwMode="auto">
          <a:xfrm>
            <a:off x="5064125" y="4830763"/>
            <a:ext cx="2160588" cy="0"/>
          </a:xfrm>
          <a:prstGeom prst="straightConnector1">
            <a:avLst/>
          </a:prstGeom>
          <a:noFill/>
          <a:ln w="38100" algn="ctr">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Box 14">
            <a:extLst>
              <a:ext uri="{FF2B5EF4-FFF2-40B4-BE49-F238E27FC236}">
                <a16:creationId xmlns:a16="http://schemas.microsoft.com/office/drawing/2014/main" id="{54709896-41FC-C2CD-951E-338A905B543A}"/>
              </a:ext>
            </a:extLst>
          </p:cNvPr>
          <p:cNvSpPr txBox="1">
            <a:spLocks noChangeArrowheads="1"/>
          </p:cNvSpPr>
          <p:nvPr/>
        </p:nvSpPr>
        <p:spPr bwMode="auto">
          <a:xfrm>
            <a:off x="3697288" y="4495800"/>
            <a:ext cx="13668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800" b="1">
                <a:solidFill>
                  <a:srgbClr val="FF0000"/>
                </a:solidFill>
              </a:rPr>
              <a:t>600</a:t>
            </a:r>
            <a:endParaRPr lang="zh-CN" altLang="en-US" sz="2800" b="1">
              <a:solidFill>
                <a:srgbClr val="FF0000"/>
              </a:solidFill>
            </a:endParaRPr>
          </a:p>
        </p:txBody>
      </p:sp>
      <p:sp>
        <p:nvSpPr>
          <p:cNvPr id="6164" name="TextBox 10">
            <a:extLst>
              <a:ext uri="{FF2B5EF4-FFF2-40B4-BE49-F238E27FC236}">
                <a16:creationId xmlns:a16="http://schemas.microsoft.com/office/drawing/2014/main" id="{29FF4B24-172B-A191-157E-510A65B8ED20}"/>
              </a:ext>
            </a:extLst>
          </p:cNvPr>
          <p:cNvSpPr txBox="1">
            <a:spLocks noChangeArrowheads="1"/>
          </p:cNvSpPr>
          <p:nvPr/>
        </p:nvSpPr>
        <p:spPr bwMode="auto">
          <a:xfrm>
            <a:off x="2940050" y="4895850"/>
            <a:ext cx="1512888"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800" b="1">
                <a:solidFill>
                  <a:srgbClr val="002060"/>
                </a:solidFill>
              </a:rPr>
              <a:t>400</a:t>
            </a:r>
            <a:endParaRPr lang="zh-CN" altLang="en-US" sz="2800" b="1">
              <a:solidFill>
                <a:srgbClr val="002060"/>
              </a:solidFill>
            </a:endParaRPr>
          </a:p>
        </p:txBody>
      </p:sp>
      <p:sp>
        <p:nvSpPr>
          <p:cNvPr id="6165" name="TextBox 11">
            <a:extLst>
              <a:ext uri="{FF2B5EF4-FFF2-40B4-BE49-F238E27FC236}">
                <a16:creationId xmlns:a16="http://schemas.microsoft.com/office/drawing/2014/main" id="{72D50092-690E-8122-A0CD-6F67C1AC9C05}"/>
              </a:ext>
            </a:extLst>
          </p:cNvPr>
          <p:cNvSpPr txBox="1">
            <a:spLocks noChangeArrowheads="1"/>
          </p:cNvSpPr>
          <p:nvPr/>
        </p:nvSpPr>
        <p:spPr bwMode="auto">
          <a:xfrm>
            <a:off x="7824788" y="4951413"/>
            <a:ext cx="15128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800" b="1">
                <a:solidFill>
                  <a:srgbClr val="002060"/>
                </a:solidFill>
              </a:rPr>
              <a:t>2200</a:t>
            </a:r>
            <a:endParaRPr lang="zh-CN" altLang="en-US" sz="2800" b="1">
              <a:solidFill>
                <a:srgbClr val="002060"/>
              </a:solidFill>
            </a:endParaRPr>
          </a:p>
        </p:txBody>
      </p:sp>
      <p:sp>
        <p:nvSpPr>
          <p:cNvPr id="23" name="TextBox 10">
            <a:extLst>
              <a:ext uri="{FF2B5EF4-FFF2-40B4-BE49-F238E27FC236}">
                <a16:creationId xmlns:a16="http://schemas.microsoft.com/office/drawing/2014/main" id="{B2ECACF1-27CE-1CF6-3D7D-099291676CAC}"/>
              </a:ext>
            </a:extLst>
          </p:cNvPr>
          <p:cNvSpPr txBox="1">
            <a:spLocks noChangeArrowheads="1"/>
          </p:cNvSpPr>
          <p:nvPr/>
        </p:nvSpPr>
        <p:spPr bwMode="auto">
          <a:xfrm>
            <a:off x="2868613" y="4962525"/>
            <a:ext cx="1512887"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800" b="1">
                <a:solidFill>
                  <a:schemeClr val="tx2"/>
                </a:solidFill>
              </a:rPr>
              <a:t>400</a:t>
            </a:r>
            <a:endParaRPr lang="zh-CN" altLang="en-US" sz="2800" b="1">
              <a:solidFill>
                <a:schemeClr val="tx2"/>
              </a:solidFill>
            </a:endParaRPr>
          </a:p>
        </p:txBody>
      </p:sp>
      <p:sp>
        <p:nvSpPr>
          <p:cNvPr id="24" name="TextBox 11">
            <a:extLst>
              <a:ext uri="{FF2B5EF4-FFF2-40B4-BE49-F238E27FC236}">
                <a16:creationId xmlns:a16="http://schemas.microsoft.com/office/drawing/2014/main" id="{8FCE2890-8C14-6D0F-99C7-D3A2CBC2B345}"/>
              </a:ext>
            </a:extLst>
          </p:cNvPr>
          <p:cNvSpPr txBox="1">
            <a:spLocks noChangeArrowheads="1"/>
          </p:cNvSpPr>
          <p:nvPr/>
        </p:nvSpPr>
        <p:spPr bwMode="auto">
          <a:xfrm>
            <a:off x="7769225" y="4964113"/>
            <a:ext cx="1512888"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800" b="1">
                <a:solidFill>
                  <a:schemeClr val="tx2"/>
                </a:solidFill>
              </a:rPr>
              <a:t>1600</a:t>
            </a:r>
            <a:endParaRPr lang="zh-CN" altLang="en-US" sz="2800" b="1">
              <a:solidFill>
                <a:schemeClr val="tx2"/>
              </a:solidFill>
            </a:endParaRPr>
          </a:p>
        </p:txBody>
      </p:sp>
      <p:sp>
        <p:nvSpPr>
          <p:cNvPr id="6168" name="TextBox 10">
            <a:extLst>
              <a:ext uri="{FF2B5EF4-FFF2-40B4-BE49-F238E27FC236}">
                <a16:creationId xmlns:a16="http://schemas.microsoft.com/office/drawing/2014/main" id="{4FAB99A0-3962-DA4B-A5D5-37DD0BA33B2A}"/>
              </a:ext>
            </a:extLst>
          </p:cNvPr>
          <p:cNvSpPr txBox="1">
            <a:spLocks noChangeArrowheads="1"/>
          </p:cNvSpPr>
          <p:nvPr/>
        </p:nvSpPr>
        <p:spPr bwMode="auto">
          <a:xfrm>
            <a:off x="0" y="2886075"/>
            <a:ext cx="2016125"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800" b="1">
                <a:solidFill>
                  <a:schemeClr val="tx2"/>
                </a:solidFill>
              </a:rPr>
              <a:t>第一次转帐</a:t>
            </a:r>
          </a:p>
        </p:txBody>
      </p:sp>
      <p:sp>
        <p:nvSpPr>
          <p:cNvPr id="6169" name="TextBox 10">
            <a:extLst>
              <a:ext uri="{FF2B5EF4-FFF2-40B4-BE49-F238E27FC236}">
                <a16:creationId xmlns:a16="http://schemas.microsoft.com/office/drawing/2014/main" id="{1A6E657D-08D5-5381-FC7A-61F3F871C916}"/>
              </a:ext>
            </a:extLst>
          </p:cNvPr>
          <p:cNvSpPr txBox="1">
            <a:spLocks noChangeArrowheads="1"/>
          </p:cNvSpPr>
          <p:nvPr/>
        </p:nvSpPr>
        <p:spPr bwMode="auto">
          <a:xfrm>
            <a:off x="34925" y="4635500"/>
            <a:ext cx="2016125" cy="522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800" b="1">
                <a:solidFill>
                  <a:schemeClr val="tx2"/>
                </a:solidFill>
              </a:rPr>
              <a:t>第二次转帐</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grpId="0" nodeType="clickEffect">
                                  <p:stCondLst>
                                    <p:cond delay="0"/>
                                  </p:stCondLst>
                                  <p:childTnLst>
                                    <p:animMotion origin="layout" path="M 2.5E-6 5.78035E-8 L 0.28659 0.00416 " pathEditMode="relative" rAng="0" ptsTypes="AA">
                                      <p:cBhvr>
                                        <p:cTn id="6" dur="2000" fill="hold"/>
                                        <p:tgtEl>
                                          <p:spTgt spid="12"/>
                                        </p:tgtEl>
                                        <p:attrNameLst>
                                          <p:attrName>ppt_x</p:attrName>
                                          <p:attrName>ppt_y</p:attrName>
                                        </p:attrNameLst>
                                      </p:cBhvr>
                                      <p:rCtr x="14323" y="208"/>
                                    </p:animMotion>
                                  </p:childTnLst>
                                  <p:subTnLst>
                                    <p:set>
                                      <p:cBhvr override="childStyle">
                                        <p:cTn dur="1" fill="hold" display="0" masterRel="nextClick" afterEffect="1"/>
                                        <p:tgtEl>
                                          <p:spTgt spid="12"/>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2" name="push.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xit" presetSubtype="0" fill="hold" grpId="0" nodeType="clickEffect">
                                  <p:stCondLst>
                                    <p:cond delay="0"/>
                                  </p:stCondLst>
                                  <p:childTnLst>
                                    <p:animEffect transition="out" filter="dissolve">
                                      <p:cBhvr>
                                        <p:cTn id="10" dur="500"/>
                                        <p:tgtEl>
                                          <p:spTgt spid="9"/>
                                        </p:tgtEl>
                                      </p:cBhvr>
                                    </p:animEffect>
                                    <p:set>
                                      <p:cBhvr>
                                        <p:cTn id="11" dur="1" fill="hold">
                                          <p:stCondLst>
                                            <p:cond delay="499"/>
                                          </p:stCondLst>
                                        </p:cTn>
                                        <p:tgtEl>
                                          <p:spTgt spid="9"/>
                                        </p:tgtEl>
                                        <p:attrNameLst>
                                          <p:attrName>style.visibility</p:attrName>
                                        </p:attrNameLst>
                                      </p:cBhvr>
                                      <p:to>
                                        <p:strVal val="hidden"/>
                                      </p:to>
                                    </p:set>
                                  </p:childTnLst>
                                  <p:subTnLst>
                                    <p:audio>
                                      <p:cMediaNode>
                                        <p:cTn display="0" masterRel="sameClick">
                                          <p:stCondLst>
                                            <p:cond evt="begin" delay="0">
                                              <p:tn val="9"/>
                                            </p:cond>
                                          </p:stCondLst>
                                          <p:endCondLst>
                                            <p:cond evt="onStopAudio" delay="0">
                                              <p:tgtEl>
                                                <p:sldTgt/>
                                              </p:tgtEl>
                                            </p:cond>
                                          </p:endCondLst>
                                        </p:cTn>
                                        <p:tgtEl>
                                          <p:sndTgt r:embed="rId3" name="suction.wav"/>
                                        </p:tgtEl>
                                      </p:cMediaNode>
                                    </p:audio>
                                  </p:subTnLst>
                                </p:cTn>
                              </p:par>
                              <p:par>
                                <p:cTn id="12" presetID="9" presetClass="exit" presetSubtype="0" fill="hold" grpId="0" nodeType="withEffect">
                                  <p:stCondLst>
                                    <p:cond delay="0"/>
                                  </p:stCondLst>
                                  <p:childTnLst>
                                    <p:animEffect transition="out" filter="dissolve">
                                      <p:cBhvr>
                                        <p:cTn id="13" dur="500"/>
                                        <p:tgtEl>
                                          <p:spTgt spid="10"/>
                                        </p:tgtEl>
                                      </p:cBhvr>
                                    </p:animEffect>
                                    <p:set>
                                      <p:cBhvr>
                                        <p:cTn id="14" dur="1" fill="hold">
                                          <p:stCondLst>
                                            <p:cond delay="499"/>
                                          </p:stCondLst>
                                        </p:cTn>
                                        <p:tgtEl>
                                          <p:spTgt spid="10"/>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path" presetSubtype="0" accel="50000" decel="50000" fill="hold" grpId="0" nodeType="clickEffect">
                                  <p:stCondLst>
                                    <p:cond delay="0"/>
                                  </p:stCondLst>
                                  <p:childTnLst>
                                    <p:animMotion origin="layout" path="M 2.5E-6 5.78035E-8 L 0.28659 0.00416 " pathEditMode="relative" rAng="0" ptsTypes="AA">
                                      <p:cBhvr>
                                        <p:cTn id="18" dur="2000" fill="hold"/>
                                        <p:tgtEl>
                                          <p:spTgt spid="20"/>
                                        </p:tgtEl>
                                        <p:attrNameLst>
                                          <p:attrName>ppt_x</p:attrName>
                                          <p:attrName>ppt_y</p:attrName>
                                        </p:attrNameLst>
                                      </p:cBhvr>
                                      <p:rCtr x="14323" y="208"/>
                                    </p:animMotion>
                                  </p:childTnLst>
                                  <p:subTnLst>
                                    <p:set>
                                      <p:cBhvr override="childStyle">
                                        <p:cTn dur="1" fill="hold" display="0" masterRel="nextClick" afterEffect="1"/>
                                        <p:tgtEl>
                                          <p:spTgt spid="20"/>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2" name="push.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xit" presetSubtype="0" fill="hold" grpId="0" nodeType="clickEffect">
                                  <p:stCondLst>
                                    <p:cond delay="0"/>
                                  </p:stCondLst>
                                  <p:childTnLst>
                                    <p:animEffect transition="out" filter="dissolve">
                                      <p:cBhvr>
                                        <p:cTn id="22" dur="500"/>
                                        <p:tgtEl>
                                          <p:spTgt spid="23"/>
                                        </p:tgtEl>
                                      </p:cBhvr>
                                    </p:animEffect>
                                    <p:set>
                                      <p:cBhvr>
                                        <p:cTn id="23" dur="1" fill="hold">
                                          <p:stCondLst>
                                            <p:cond delay="499"/>
                                          </p:stCondLst>
                                        </p:cTn>
                                        <p:tgtEl>
                                          <p:spTgt spid="23"/>
                                        </p:tgtEl>
                                        <p:attrNameLst>
                                          <p:attrName>style.visibility</p:attrName>
                                        </p:attrNameLst>
                                      </p:cBhvr>
                                      <p:to>
                                        <p:strVal val="hidden"/>
                                      </p:to>
                                    </p:set>
                                  </p:childTnLst>
                                  <p:subTnLst>
                                    <p:audio>
                                      <p:cMediaNode>
                                        <p:cTn display="0" masterRel="sameClick">
                                          <p:stCondLst>
                                            <p:cond evt="begin" delay="0">
                                              <p:tn val="21"/>
                                            </p:cond>
                                          </p:stCondLst>
                                          <p:endCondLst>
                                            <p:cond evt="onStopAudio" delay="0">
                                              <p:tgtEl>
                                                <p:sldTgt/>
                                              </p:tgtEl>
                                            </p:cond>
                                          </p:endCondLst>
                                        </p:cTn>
                                        <p:tgtEl>
                                          <p:sndTgt r:embed="rId3" name="suction.wav"/>
                                        </p:tgtEl>
                                      </p:cMediaNode>
                                    </p:audio>
                                  </p:subTnLst>
                                </p:cTn>
                              </p:par>
                              <p:par>
                                <p:cTn id="24" presetID="9" presetClass="exit" presetSubtype="0" fill="hold" grpId="0" nodeType="withEffect">
                                  <p:stCondLst>
                                    <p:cond delay="0"/>
                                  </p:stCondLst>
                                  <p:childTnLst>
                                    <p:animEffect transition="out" filter="dissolve">
                                      <p:cBhvr>
                                        <p:cTn id="25" dur="500"/>
                                        <p:tgtEl>
                                          <p:spTgt spid="24"/>
                                        </p:tgtEl>
                                      </p:cBhvr>
                                    </p:animEffect>
                                    <p:set>
                                      <p:cBhvr>
                                        <p:cTn id="26"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9" grpId="0" animBg="1"/>
      <p:bldP spid="10" grpId="0" animBg="1"/>
      <p:bldP spid="20" grpId="0"/>
      <p:bldP spid="23"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8D7F941E-127C-C86A-CB82-AD08B8F7D8B3}"/>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数据不一致性举例</a:t>
            </a:r>
          </a:p>
        </p:txBody>
      </p:sp>
      <p:sp>
        <p:nvSpPr>
          <p:cNvPr id="28" name="Text Box 5">
            <a:extLst>
              <a:ext uri="{FF2B5EF4-FFF2-40B4-BE49-F238E27FC236}">
                <a16:creationId xmlns:a16="http://schemas.microsoft.com/office/drawing/2014/main" id="{5CF1FFBB-6C2F-DC38-CD33-4D08ABB7CA22}"/>
              </a:ext>
            </a:extLst>
          </p:cNvPr>
          <p:cNvSpPr txBox="1">
            <a:spLocks noChangeArrowheads="1"/>
          </p:cNvSpPr>
          <p:nvPr/>
        </p:nvSpPr>
        <p:spPr bwMode="auto">
          <a:xfrm>
            <a:off x="498475" y="3575050"/>
            <a:ext cx="11288713" cy="293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DELIMITER $$</a:t>
            </a:r>
          </a:p>
          <a:p>
            <a:pPr eaLnBrk="1" hangingPunct="1">
              <a:lnSpc>
                <a:spcPct val="110000"/>
              </a:lnSpc>
              <a:buClr>
                <a:srgbClr val="32C6CA"/>
              </a:buClr>
              <a:buSzPct val="80000"/>
              <a:buFont typeface="Wingdings" pitchFamily="2" charset="2"/>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CREATE  PROCEDURE </a:t>
            </a:r>
            <a:r>
              <a:rPr kumimoji="1" lang="en-US" altLang="zh-CN" sz="2400" b="1" dirty="0" err="1">
                <a:solidFill>
                  <a:srgbClr val="C00000"/>
                </a:solidFill>
                <a:effectLst>
                  <a:outerShdw blurRad="38100" dist="38100" dir="2700000" algn="tl">
                    <a:srgbClr val="C0C0C0"/>
                  </a:outerShdw>
                </a:effectLst>
                <a:latin typeface="楷体_GB2312" pitchFamily="49" charset="-122"/>
                <a:ea typeface="楷体_GB2312" pitchFamily="49" charset="-122"/>
              </a:rPr>
              <a:t>p_transfer</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(IN </a:t>
            </a:r>
            <a:r>
              <a:rPr kumimoji="1" lang="en-US" altLang="zh-CN" sz="2400" b="1" dirty="0" err="1">
                <a:solidFill>
                  <a:srgbClr val="000066"/>
                </a:solidFill>
                <a:effectLst>
                  <a:outerShdw blurRad="38100" dist="38100" dir="2700000" algn="tl">
                    <a:srgbClr val="C0C0C0"/>
                  </a:outerShdw>
                </a:effectLst>
                <a:latin typeface="楷体_GB2312" pitchFamily="49" charset="-122"/>
                <a:ea typeface="楷体_GB2312" pitchFamily="49" charset="-122"/>
              </a:rPr>
              <a:t>from_account</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 INT,IN </a:t>
            </a:r>
            <a:r>
              <a:rPr kumimoji="1" lang="en-US" altLang="zh-CN" sz="2400" b="1" dirty="0" err="1">
                <a:solidFill>
                  <a:srgbClr val="000066"/>
                </a:solidFill>
                <a:effectLst>
                  <a:outerShdw blurRad="38100" dist="38100" dir="2700000" algn="tl">
                    <a:srgbClr val="C0C0C0"/>
                  </a:outerShdw>
                </a:effectLst>
                <a:latin typeface="楷体_GB2312" pitchFamily="49" charset="-122"/>
                <a:ea typeface="楷体_GB2312" pitchFamily="49" charset="-122"/>
              </a:rPr>
              <a:t>to_account</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 INT,IN amount  DECIMAL(10,2))</a:t>
            </a:r>
          </a:p>
          <a:p>
            <a:pPr eaLnBrk="1" hangingPunct="1">
              <a:lnSpc>
                <a:spcPct val="110000"/>
              </a:lnSpc>
              <a:buClr>
                <a:srgbClr val="32C6CA"/>
              </a:buClr>
              <a:buSzPct val="80000"/>
              <a:buFont typeface="Wingdings" pitchFamily="2" charset="2"/>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BEGIN</a:t>
            </a:r>
          </a:p>
          <a:p>
            <a:pPr eaLnBrk="1" hangingPunct="1">
              <a:lnSpc>
                <a:spcPct val="110000"/>
              </a:lnSpc>
              <a:buClr>
                <a:srgbClr val="32C6CA"/>
              </a:buClr>
              <a:buSzPct val="80000"/>
              <a:buFont typeface="Wingdings" pitchFamily="2" charset="2"/>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UPDATE account SET balance=</a:t>
            </a:r>
            <a:r>
              <a:rPr kumimoji="1" lang="en-US" altLang="zh-CN" sz="2400" b="1" dirty="0" err="1">
                <a:solidFill>
                  <a:srgbClr val="000066"/>
                </a:solidFill>
                <a:effectLst>
                  <a:outerShdw blurRad="38100" dist="38100" dir="2700000" algn="tl">
                    <a:srgbClr val="C0C0C0"/>
                  </a:outerShdw>
                </a:effectLst>
                <a:latin typeface="楷体_GB2312" pitchFamily="49" charset="-122"/>
                <a:ea typeface="楷体_GB2312" pitchFamily="49" charset="-122"/>
              </a:rPr>
              <a:t>balance+amount</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 WHERE </a:t>
            </a:r>
            <a:r>
              <a:rPr kumimoji="1" lang="en-US" altLang="zh-CN" sz="2400" b="1" dirty="0" err="1">
                <a:solidFill>
                  <a:srgbClr val="000066"/>
                </a:solidFill>
                <a:effectLst>
                  <a:outerShdw blurRad="38100" dist="38100" dir="2700000" algn="tl">
                    <a:srgbClr val="C0C0C0"/>
                  </a:outerShdw>
                </a:effectLst>
                <a:latin typeface="楷体_GB2312" pitchFamily="49" charset="-122"/>
                <a:ea typeface="楷体_GB2312" pitchFamily="49" charset="-122"/>
              </a:rPr>
              <a:t>account_id</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err="1">
                <a:solidFill>
                  <a:srgbClr val="000066"/>
                </a:solidFill>
                <a:effectLst>
                  <a:outerShdw blurRad="38100" dist="38100" dir="2700000" algn="tl">
                    <a:srgbClr val="C0C0C0"/>
                  </a:outerShdw>
                </a:effectLst>
                <a:latin typeface="楷体_GB2312" pitchFamily="49" charset="-122"/>
                <a:ea typeface="楷体_GB2312" pitchFamily="49" charset="-122"/>
              </a:rPr>
              <a:t>to_account</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a:t>
            </a:r>
          </a:p>
          <a:p>
            <a:pPr eaLnBrk="1" hangingPunct="1">
              <a:lnSpc>
                <a:spcPct val="110000"/>
              </a:lnSpc>
              <a:buClr>
                <a:srgbClr val="32C6CA"/>
              </a:buClr>
              <a:buSzPct val="80000"/>
              <a:buFont typeface="Wingdings" pitchFamily="2" charset="2"/>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UPDATE account SET balance=balance-amount WHERE </a:t>
            </a:r>
            <a:r>
              <a:rPr kumimoji="1" lang="en-US" altLang="zh-CN" sz="2400" b="1" dirty="0" err="1">
                <a:solidFill>
                  <a:srgbClr val="000066"/>
                </a:solidFill>
                <a:effectLst>
                  <a:outerShdw blurRad="38100" dist="38100" dir="2700000" algn="tl">
                    <a:srgbClr val="C0C0C0"/>
                  </a:outerShdw>
                </a:effectLst>
                <a:latin typeface="楷体_GB2312" pitchFamily="49" charset="-122"/>
                <a:ea typeface="楷体_GB2312" pitchFamily="49" charset="-122"/>
              </a:rPr>
              <a:t>account_id</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err="1">
                <a:solidFill>
                  <a:srgbClr val="000066"/>
                </a:solidFill>
                <a:effectLst>
                  <a:outerShdw blurRad="38100" dist="38100" dir="2700000" algn="tl">
                    <a:srgbClr val="C0C0C0"/>
                  </a:outerShdw>
                </a:effectLst>
                <a:latin typeface="楷体_GB2312" pitchFamily="49" charset="-122"/>
                <a:ea typeface="楷体_GB2312" pitchFamily="49" charset="-122"/>
              </a:rPr>
              <a:t>from_account</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   </a:t>
            </a:r>
          </a:p>
          <a:p>
            <a:pPr eaLnBrk="1" hangingPunct="1">
              <a:lnSpc>
                <a:spcPct val="110000"/>
              </a:lnSpc>
              <a:buClr>
                <a:srgbClr val="32C6CA"/>
              </a:buClr>
              <a:buSzPct val="80000"/>
              <a:buFont typeface="Wingdings" pitchFamily="2" charset="2"/>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END$$</a:t>
            </a:r>
            <a:r>
              <a:rPr kumimoji="1" lang="zh-CN" altLang="en-US" sz="2400" b="1" dirty="0">
                <a:solidFill>
                  <a:srgbClr val="000066"/>
                </a:solidFill>
                <a:effectLst>
                  <a:outerShdw blurRad="38100" dist="38100" dir="2700000" algn="tl">
                    <a:srgbClr val="C0C0C0"/>
                  </a:outerShdw>
                </a:effectLst>
                <a:latin typeface="楷体_GB2312" pitchFamily="49" charset="-122"/>
                <a:ea typeface="楷体_GB2312" pitchFamily="49" charset="-122"/>
              </a:rPr>
              <a:t>  </a:t>
            </a:r>
          </a:p>
        </p:txBody>
      </p:sp>
      <p:sp>
        <p:nvSpPr>
          <p:cNvPr id="5" name="矩形 2">
            <a:extLst>
              <a:ext uri="{FF2B5EF4-FFF2-40B4-BE49-F238E27FC236}">
                <a16:creationId xmlns:a16="http://schemas.microsoft.com/office/drawing/2014/main" id="{E677A9F4-881E-5F5E-5EE4-33600D0B5FDF}"/>
              </a:ext>
            </a:extLst>
          </p:cNvPr>
          <p:cNvSpPr>
            <a:spLocks noChangeArrowheads="1"/>
          </p:cNvSpPr>
          <p:nvPr/>
        </p:nvSpPr>
        <p:spPr bwMode="auto">
          <a:xfrm>
            <a:off x="590550" y="1268413"/>
            <a:ext cx="1101725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eaLnBrk="1" hangingPunct="1">
              <a:lnSpc>
                <a:spcPct val="110000"/>
              </a:lnSpc>
              <a:buClr>
                <a:srgbClr val="32C6CA"/>
              </a:buClr>
              <a:buSzPct val="80000"/>
              <a:buFont typeface="Arial" charset="0"/>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CREATE TABLE </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account</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 (</a:t>
            </a:r>
          </a:p>
          <a:p>
            <a:pPr eaLnBrk="1" hangingPunct="1">
              <a:lnSpc>
                <a:spcPct val="110000"/>
              </a:lnSpc>
              <a:buClr>
                <a:srgbClr val="32C6CA"/>
              </a:buClr>
              <a:buSzPct val="80000"/>
              <a:buFont typeface="Arial" charset="0"/>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 </a:t>
            </a:r>
            <a:r>
              <a:rPr kumimoji="1" lang="en-US" altLang="zh-CN" sz="2400" b="1" dirty="0" err="1">
                <a:solidFill>
                  <a:srgbClr val="000066"/>
                </a:solidFill>
                <a:effectLst>
                  <a:outerShdw blurRad="38100" dist="38100" dir="2700000" algn="tl">
                    <a:srgbClr val="C0C0C0"/>
                  </a:outerShdw>
                </a:effectLst>
                <a:latin typeface="楷体_GB2312" pitchFamily="49" charset="-122"/>
                <a:ea typeface="楷体_GB2312" pitchFamily="49" charset="-122"/>
              </a:rPr>
              <a:t>account_id</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 INT UNSIGNED PRIMARY KEY AUTO_INCREMENT,</a:t>
            </a:r>
          </a:p>
          <a:p>
            <a:pPr eaLnBrk="1" hangingPunct="1">
              <a:lnSpc>
                <a:spcPct val="110000"/>
              </a:lnSpc>
              <a:buClr>
                <a:srgbClr val="32C6CA"/>
              </a:buClr>
              <a:buSzPct val="80000"/>
              <a:buFont typeface="Arial" charset="0"/>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 </a:t>
            </a:r>
            <a:r>
              <a:rPr kumimoji="1" lang="en-US" altLang="zh-CN" sz="2400" b="1" dirty="0" err="1">
                <a:solidFill>
                  <a:srgbClr val="000066"/>
                </a:solidFill>
                <a:effectLst>
                  <a:outerShdw blurRad="38100" dist="38100" dir="2700000" algn="tl">
                    <a:srgbClr val="C0C0C0"/>
                  </a:outerShdw>
                </a:effectLst>
                <a:latin typeface="楷体_GB2312" pitchFamily="49" charset="-122"/>
                <a:ea typeface="楷体_GB2312" pitchFamily="49" charset="-122"/>
              </a:rPr>
              <a:t>account_name</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 VARCHAR(20)  NOT NULL,</a:t>
            </a:r>
          </a:p>
          <a:p>
            <a:pPr eaLnBrk="1" hangingPunct="1">
              <a:lnSpc>
                <a:spcPct val="110000"/>
              </a:lnSpc>
              <a:buClr>
                <a:srgbClr val="32C6CA"/>
              </a:buClr>
              <a:buSzPct val="80000"/>
              <a:buFont typeface="Arial" charset="0"/>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 balance DECIMAL(10,2) DEFAULT '0.00'  CHECK (</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balance &gt;= 0</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a:t>
            </a:r>
          </a:p>
          <a:p>
            <a:pPr eaLnBrk="1" hangingPunct="1">
              <a:lnSpc>
                <a:spcPct val="110000"/>
              </a:lnSpc>
              <a:buClr>
                <a:srgbClr val="32C6CA"/>
              </a:buClr>
              <a:buSzPct val="80000"/>
              <a:buFont typeface="Arial" charset="0"/>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 ) AUTO_INCREMENT=202201 ;</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ppt_x"/>
                                          </p:val>
                                        </p:tav>
                                        <p:tav tm="100000">
                                          <p:val>
                                            <p:strVal val="#ppt_x"/>
                                          </p:val>
                                        </p:tav>
                                      </p:tavLst>
                                    </p:anim>
                                    <p:anim calcmode="lin" valueType="num">
                                      <p:cBhvr additive="base">
                                        <p:cTn id="1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59DE2FCF-C626-C632-FF7F-A1CD6EC4AC1C}"/>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事务概念</a:t>
            </a:r>
          </a:p>
        </p:txBody>
      </p:sp>
      <p:sp>
        <p:nvSpPr>
          <p:cNvPr id="28" name="Text Box 5">
            <a:extLst>
              <a:ext uri="{FF2B5EF4-FFF2-40B4-BE49-F238E27FC236}">
                <a16:creationId xmlns:a16="http://schemas.microsoft.com/office/drawing/2014/main" id="{36B04DB9-5962-7D23-3BD9-2B985451024D}"/>
              </a:ext>
            </a:extLst>
          </p:cNvPr>
          <p:cNvSpPr txBox="1">
            <a:spLocks noChangeArrowheads="1"/>
          </p:cNvSpPr>
          <p:nvPr/>
        </p:nvSpPr>
        <p:spPr bwMode="auto">
          <a:xfrm>
            <a:off x="604838" y="1341438"/>
            <a:ext cx="10872787"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事务（</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Transaction</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是指一个动作或一系列动作的组合，这些动作被当作一个整体或一个逻辑单元来处理，这些动作要么都执行，要么都不执行。    </a:t>
            </a:r>
          </a:p>
        </p:txBody>
      </p:sp>
      <p:sp>
        <p:nvSpPr>
          <p:cNvPr id="4" name="Text Box 5">
            <a:extLst>
              <a:ext uri="{FF2B5EF4-FFF2-40B4-BE49-F238E27FC236}">
                <a16:creationId xmlns:a16="http://schemas.microsoft.com/office/drawing/2014/main" id="{3DB642DE-8FC9-858C-4806-D664E5849BC5}"/>
              </a:ext>
            </a:extLst>
          </p:cNvPr>
          <p:cNvSpPr txBox="1">
            <a:spLocks noChangeArrowheads="1"/>
          </p:cNvSpPr>
          <p:nvPr/>
        </p:nvSpPr>
        <p:spPr bwMode="auto">
          <a:xfrm>
            <a:off x="609600" y="2997200"/>
            <a:ext cx="10758488"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系统变量</a:t>
            </a:r>
            <a:r>
              <a:rPr kumimoji="1" lang="en-US" altLang="zh-CN" sz="2800" b="1" dirty="0" err="1">
                <a:solidFill>
                  <a:schemeClr val="accent2"/>
                </a:solidFill>
                <a:effectLst>
                  <a:outerShdw blurRad="38100" dist="38100" dir="2700000" algn="tl">
                    <a:srgbClr val="C0C0C0"/>
                  </a:outerShdw>
                </a:effectLst>
                <a:latin typeface="楷体_GB2312" pitchFamily="49" charset="-122"/>
                <a:ea typeface="楷体_GB2312" pitchFamily="49" charset="-122"/>
              </a:rPr>
              <a:t>autocommit</a:t>
            </a: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控制事务的提交方式，</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ON</a:t>
            </a: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为自动提交，即每执行完一个动作（一个动作开启一个事务），系统自动提交；</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OFF</a:t>
            </a: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为手动提交，即必须用</a:t>
            </a:r>
            <a:r>
              <a:rPr kumimoji="1"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COMMIT</a:t>
            </a: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或</a:t>
            </a:r>
            <a:r>
              <a:rPr kumimoji="1"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ROLLBACK</a:t>
            </a: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结束当前事务，</a:t>
            </a:r>
          </a:p>
        </p:txBody>
      </p:sp>
      <p:sp>
        <p:nvSpPr>
          <p:cNvPr id="5" name="Text Box 5">
            <a:extLst>
              <a:ext uri="{FF2B5EF4-FFF2-40B4-BE49-F238E27FC236}">
                <a16:creationId xmlns:a16="http://schemas.microsoft.com/office/drawing/2014/main" id="{D4B702C0-4837-FB1E-D745-DD89EE7AACB9}"/>
              </a:ext>
            </a:extLst>
          </p:cNvPr>
          <p:cNvSpPr txBox="1">
            <a:spLocks noChangeArrowheads="1"/>
          </p:cNvSpPr>
          <p:nvPr/>
        </p:nvSpPr>
        <p:spPr bwMode="auto">
          <a:xfrm>
            <a:off x="676275" y="4724400"/>
            <a:ext cx="10758488"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提交</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COMMIT</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：这些动作或者全部成功地执行，即此时整个活动序列的所有执行结果都被保存到数据库中。</a:t>
            </a:r>
            <a:endPar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10000"/>
              </a:lnSpc>
              <a:buClr>
                <a:srgbClr val="32C6CA"/>
              </a:buClr>
              <a:buSzPct val="80000"/>
              <a:buFont typeface="Wingdings" pitchFamily="2" charset="2"/>
              <a:buNone/>
              <a:defRPr/>
            </a:pP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回滚</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ROLLBACK</a:t>
            </a:r>
            <a:r>
              <a:rPr kumimoji="1" lang="en-US" altLang="zh-CN" sz="2800" b="1" dirty="0">
                <a:solidFill>
                  <a:srgbClr val="000066"/>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：这些动作都不执行并恢复到执行前的状态。</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EC5202FB-4978-264C-C7C7-8AB76AD25C86}"/>
              </a:ext>
            </a:extLst>
          </p:cNvPr>
          <p:cNvSpPr>
            <a:spLocks noChangeArrowheads="1"/>
          </p:cNvSpPr>
          <p:nvPr/>
        </p:nvSpPr>
        <p:spPr bwMode="auto">
          <a:xfrm>
            <a:off x="1490663" y="77788"/>
            <a:ext cx="72009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解决数据不一致性举例</a:t>
            </a:r>
          </a:p>
        </p:txBody>
      </p:sp>
      <p:sp>
        <p:nvSpPr>
          <p:cNvPr id="28" name="Text Box 5">
            <a:extLst>
              <a:ext uri="{FF2B5EF4-FFF2-40B4-BE49-F238E27FC236}">
                <a16:creationId xmlns:a16="http://schemas.microsoft.com/office/drawing/2014/main" id="{6CE98306-DFD2-39CE-A21F-59917B853C3C}"/>
              </a:ext>
            </a:extLst>
          </p:cNvPr>
          <p:cNvSpPr txBox="1">
            <a:spLocks noChangeArrowheads="1"/>
          </p:cNvSpPr>
          <p:nvPr/>
        </p:nvSpPr>
        <p:spPr bwMode="auto">
          <a:xfrm>
            <a:off x="630238" y="1579563"/>
            <a:ext cx="11288712" cy="415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DELIMITER $$</a:t>
            </a:r>
          </a:p>
          <a:p>
            <a:pPr eaLnBrk="1" hangingPunct="1">
              <a:lnSpc>
                <a:spcPct val="110000"/>
              </a:lnSpc>
              <a:buClr>
                <a:srgbClr val="32C6CA"/>
              </a:buClr>
              <a:buSzPct val="80000"/>
              <a:buFont typeface="Wingdings" pitchFamily="2" charset="2"/>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CREATE PROCEDURE </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p_transfer1</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(IN </a:t>
            </a:r>
            <a:r>
              <a:rPr kumimoji="1" lang="en-US" altLang="zh-CN" sz="2400" b="1" dirty="0" err="1">
                <a:solidFill>
                  <a:srgbClr val="000066"/>
                </a:solidFill>
                <a:effectLst>
                  <a:outerShdw blurRad="38100" dist="38100" dir="2700000" algn="tl">
                    <a:srgbClr val="C0C0C0"/>
                  </a:outerShdw>
                </a:effectLst>
                <a:latin typeface="楷体_GB2312" pitchFamily="49" charset="-122"/>
                <a:ea typeface="楷体_GB2312" pitchFamily="49" charset="-122"/>
              </a:rPr>
              <a:t>from_account</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 INT,IN </a:t>
            </a:r>
            <a:r>
              <a:rPr kumimoji="1" lang="en-US" altLang="zh-CN" sz="2400" b="1" dirty="0" err="1">
                <a:solidFill>
                  <a:srgbClr val="000066"/>
                </a:solidFill>
                <a:effectLst>
                  <a:outerShdw blurRad="38100" dist="38100" dir="2700000" algn="tl">
                    <a:srgbClr val="C0C0C0"/>
                  </a:outerShdw>
                </a:effectLst>
                <a:latin typeface="楷体_GB2312" pitchFamily="49" charset="-122"/>
                <a:ea typeface="楷体_GB2312" pitchFamily="49" charset="-122"/>
              </a:rPr>
              <a:t>to_account</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 INT,IN amount  DECIMAL(10,2))</a:t>
            </a:r>
          </a:p>
          <a:p>
            <a:pPr eaLnBrk="1" hangingPunct="1">
              <a:lnSpc>
                <a:spcPct val="110000"/>
              </a:lnSpc>
              <a:buClr>
                <a:srgbClr val="32C6CA"/>
              </a:buClr>
              <a:buSzPct val="80000"/>
              <a:buFont typeface="Wingdings" pitchFamily="2" charset="2"/>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BEGIN</a:t>
            </a:r>
          </a:p>
          <a:p>
            <a:pPr eaLnBrk="1" hangingPunct="1">
              <a:lnSpc>
                <a:spcPct val="110000"/>
              </a:lnSpc>
              <a:buClr>
                <a:srgbClr val="32C6CA"/>
              </a:buClr>
              <a:buSzPct val="80000"/>
              <a:buFont typeface="Wingdings" pitchFamily="2" charset="2"/>
              <a:buNone/>
              <a:defRPr/>
            </a:pP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DECLARE EXIT HANDLER FOR SQLEXCEPTION ROLLBACK;</a:t>
            </a:r>
          </a:p>
          <a:p>
            <a:pPr eaLnBrk="1" hangingPunct="1">
              <a:lnSpc>
                <a:spcPct val="110000"/>
              </a:lnSpc>
              <a:buClr>
                <a:srgbClr val="32C6CA"/>
              </a:buClr>
              <a:buSzPct val="80000"/>
              <a:buFont typeface="Wingdings" pitchFamily="2" charset="2"/>
              <a:buNone/>
              <a:defRPr/>
            </a:pP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START TRANSACTION;</a:t>
            </a:r>
          </a:p>
          <a:p>
            <a:pPr eaLnBrk="1" hangingPunct="1">
              <a:lnSpc>
                <a:spcPct val="110000"/>
              </a:lnSpc>
              <a:buClr>
                <a:srgbClr val="32C6CA"/>
              </a:buClr>
              <a:buSzPct val="80000"/>
              <a:buFont typeface="Wingdings" pitchFamily="2" charset="2"/>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UPDATE account SET balance=</a:t>
            </a:r>
            <a:r>
              <a:rPr kumimoji="1" lang="en-US" altLang="zh-CN" sz="2400" b="1" dirty="0" err="1">
                <a:solidFill>
                  <a:srgbClr val="000066"/>
                </a:solidFill>
                <a:effectLst>
                  <a:outerShdw blurRad="38100" dist="38100" dir="2700000" algn="tl">
                    <a:srgbClr val="C0C0C0"/>
                  </a:outerShdw>
                </a:effectLst>
                <a:latin typeface="楷体_GB2312" pitchFamily="49" charset="-122"/>
                <a:ea typeface="楷体_GB2312" pitchFamily="49" charset="-122"/>
              </a:rPr>
              <a:t>balance+amount</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 WHERE </a:t>
            </a:r>
            <a:r>
              <a:rPr kumimoji="1" lang="en-US" altLang="zh-CN" sz="2400" b="1" dirty="0" err="1">
                <a:solidFill>
                  <a:srgbClr val="000066"/>
                </a:solidFill>
                <a:effectLst>
                  <a:outerShdw blurRad="38100" dist="38100" dir="2700000" algn="tl">
                    <a:srgbClr val="C0C0C0"/>
                  </a:outerShdw>
                </a:effectLst>
                <a:latin typeface="楷体_GB2312" pitchFamily="49" charset="-122"/>
                <a:ea typeface="楷体_GB2312" pitchFamily="49" charset="-122"/>
              </a:rPr>
              <a:t>account_id</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err="1">
                <a:solidFill>
                  <a:srgbClr val="000066"/>
                </a:solidFill>
                <a:effectLst>
                  <a:outerShdw blurRad="38100" dist="38100" dir="2700000" algn="tl">
                    <a:srgbClr val="C0C0C0"/>
                  </a:outerShdw>
                </a:effectLst>
                <a:latin typeface="楷体_GB2312" pitchFamily="49" charset="-122"/>
                <a:ea typeface="楷体_GB2312" pitchFamily="49" charset="-122"/>
              </a:rPr>
              <a:t>to_account</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a:t>
            </a:r>
          </a:p>
          <a:p>
            <a:pPr eaLnBrk="1" hangingPunct="1">
              <a:lnSpc>
                <a:spcPct val="110000"/>
              </a:lnSpc>
              <a:buClr>
                <a:srgbClr val="32C6CA"/>
              </a:buClr>
              <a:buSzPct val="80000"/>
              <a:buFont typeface="Wingdings" pitchFamily="2" charset="2"/>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UPDATE account SET balance=balance-amount WHERE </a:t>
            </a:r>
            <a:r>
              <a:rPr kumimoji="1" lang="en-US" altLang="zh-CN" sz="2400" b="1" dirty="0" err="1">
                <a:solidFill>
                  <a:srgbClr val="000066"/>
                </a:solidFill>
                <a:effectLst>
                  <a:outerShdw blurRad="38100" dist="38100" dir="2700000" algn="tl">
                    <a:srgbClr val="C0C0C0"/>
                  </a:outerShdw>
                </a:effectLst>
                <a:latin typeface="楷体_GB2312" pitchFamily="49" charset="-122"/>
                <a:ea typeface="楷体_GB2312" pitchFamily="49" charset="-122"/>
              </a:rPr>
              <a:t>account_id</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err="1">
                <a:solidFill>
                  <a:srgbClr val="000066"/>
                </a:solidFill>
                <a:effectLst>
                  <a:outerShdw blurRad="38100" dist="38100" dir="2700000" algn="tl">
                    <a:srgbClr val="C0C0C0"/>
                  </a:outerShdw>
                </a:effectLst>
                <a:latin typeface="楷体_GB2312" pitchFamily="49" charset="-122"/>
                <a:ea typeface="楷体_GB2312" pitchFamily="49" charset="-122"/>
              </a:rPr>
              <a:t>from_account</a:t>
            </a: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 </a:t>
            </a:r>
          </a:p>
          <a:p>
            <a:pPr eaLnBrk="1" hangingPunct="1">
              <a:lnSpc>
                <a:spcPct val="110000"/>
              </a:lnSpc>
              <a:buClr>
                <a:srgbClr val="32C6CA"/>
              </a:buClr>
              <a:buSzPct val="80000"/>
              <a:buFont typeface="Wingdings" pitchFamily="2" charset="2"/>
              <a:buNone/>
              <a:defRPr/>
            </a:pP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COMMIT;   </a:t>
            </a:r>
          </a:p>
          <a:p>
            <a:pPr eaLnBrk="1" hangingPunct="1">
              <a:lnSpc>
                <a:spcPct val="110000"/>
              </a:lnSpc>
              <a:buClr>
                <a:srgbClr val="32C6CA"/>
              </a:buClr>
              <a:buSzPct val="80000"/>
              <a:buFont typeface="Wingdings" pitchFamily="2" charset="2"/>
              <a:buNone/>
              <a:defRPr/>
            </a:pPr>
            <a:r>
              <a:rPr kumimoji="1" lang="en-US" altLang="zh-CN" sz="2400" b="1" dirty="0">
                <a:solidFill>
                  <a:srgbClr val="000066"/>
                </a:solidFill>
                <a:effectLst>
                  <a:outerShdw blurRad="38100" dist="38100" dir="2700000" algn="tl">
                    <a:srgbClr val="C0C0C0"/>
                  </a:outerShdw>
                </a:effectLst>
                <a:latin typeface="楷体_GB2312" pitchFamily="49" charset="-122"/>
                <a:ea typeface="楷体_GB2312" pitchFamily="49" charset="-122"/>
              </a:rPr>
              <a:t>END$$</a:t>
            </a:r>
            <a:endParaRPr kumimoji="1" lang="zh-CN" altLang="en-US" sz="2400" b="1" dirty="0">
              <a:solidFill>
                <a:srgbClr val="000066"/>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23214D48-54D2-3E13-962F-665C50A09625}"/>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事务的提交与回退</a:t>
            </a:r>
          </a:p>
        </p:txBody>
      </p:sp>
      <p:sp>
        <p:nvSpPr>
          <p:cNvPr id="5" name="Rectangle 2">
            <a:extLst>
              <a:ext uri="{FF2B5EF4-FFF2-40B4-BE49-F238E27FC236}">
                <a16:creationId xmlns:a16="http://schemas.microsoft.com/office/drawing/2014/main" id="{092CD081-9C4B-F553-0BF7-6EF514AF44D8}"/>
              </a:ext>
            </a:extLst>
          </p:cNvPr>
          <p:cNvSpPr>
            <a:spLocks noChangeArrowheads="1"/>
          </p:cNvSpPr>
          <p:nvPr/>
        </p:nvSpPr>
        <p:spPr bwMode="auto">
          <a:xfrm>
            <a:off x="554038" y="4351338"/>
            <a:ext cx="10440987" cy="48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buFont typeface="Wingdings" pitchFamily="2" charset="2"/>
              <a:buNone/>
              <a:defRPr/>
            </a:pPr>
            <a:r>
              <a:rPr lang="en-US" altLang="zh-CN" sz="2800" b="1" dirty="0">
                <a:effectLst>
                  <a:outerShdw blurRad="38100" dist="38100" dir="2700000" algn="tl">
                    <a:srgbClr val="C0C0C0"/>
                  </a:outerShdw>
                </a:effectLst>
              </a:rPr>
              <a:t>【</a:t>
            </a:r>
            <a:r>
              <a:rPr lang="zh-CN" altLang="en-US" sz="2800" b="1" dirty="0">
                <a:effectLst>
                  <a:outerShdw blurRad="38100" dist="38100" dir="2700000" algn="tl">
                    <a:srgbClr val="C0C0C0"/>
                  </a:outerShdw>
                </a:effectLst>
              </a:rPr>
              <a:t>例</a:t>
            </a:r>
            <a:r>
              <a:rPr lang="en-US" altLang="zh-CN" sz="2800" b="1" dirty="0">
                <a:effectLst>
                  <a:outerShdw blurRad="38100" dist="38100" dir="2700000" algn="tl">
                    <a:srgbClr val="C0C0C0"/>
                  </a:outerShdw>
                </a:effectLst>
              </a:rPr>
              <a:t>】</a:t>
            </a:r>
            <a:r>
              <a:rPr lang="zh-CN" altLang="en-US" sz="2800" b="1" dirty="0">
                <a:effectLst>
                  <a:outerShdw blurRad="38100" dist="38100" dir="2700000" algn="tl">
                    <a:srgbClr val="C0C0C0"/>
                  </a:outerShdw>
                </a:effectLst>
              </a:rPr>
              <a:t>：只撤消事务的一部分</a:t>
            </a:r>
            <a:endParaRPr lang="en-US" altLang="zh-CN" sz="2800" b="1" dirty="0">
              <a:effectLst>
                <a:outerShdw blurRad="38100" dist="38100" dir="2700000" algn="tl">
                  <a:srgbClr val="C0C0C0"/>
                </a:outerShdw>
              </a:effectLst>
            </a:endParaRPr>
          </a:p>
        </p:txBody>
      </p:sp>
      <p:sp>
        <p:nvSpPr>
          <p:cNvPr id="7" name="Rectangle 2">
            <a:extLst>
              <a:ext uri="{FF2B5EF4-FFF2-40B4-BE49-F238E27FC236}">
                <a16:creationId xmlns:a16="http://schemas.microsoft.com/office/drawing/2014/main" id="{8C598B73-DDEA-C624-1384-25DA751FA6AB}"/>
              </a:ext>
            </a:extLst>
          </p:cNvPr>
          <p:cNvSpPr>
            <a:spLocks noChangeArrowheads="1"/>
          </p:cNvSpPr>
          <p:nvPr/>
        </p:nvSpPr>
        <p:spPr bwMode="auto">
          <a:xfrm>
            <a:off x="815975" y="4868863"/>
            <a:ext cx="10009188" cy="157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400" b="1" dirty="0">
                <a:solidFill>
                  <a:schemeClr val="accent2"/>
                </a:solidFill>
                <a:effectLst>
                  <a:outerShdw blurRad="38100" dist="38100" dir="2700000" algn="tl">
                    <a:srgbClr val="C0C0C0"/>
                  </a:outerShdw>
                </a:effectLst>
              </a:rPr>
              <a:t>update </a:t>
            </a:r>
            <a:r>
              <a:rPr lang="en-US" altLang="zh-CN" sz="2400" b="1" dirty="0">
                <a:solidFill>
                  <a:srgbClr val="002060"/>
                </a:solidFill>
                <a:effectLst>
                  <a:outerShdw blurRad="38100" dist="38100" dir="2700000" algn="tl">
                    <a:srgbClr val="C0C0C0"/>
                  </a:outerShdw>
                </a:effectLst>
              </a:rPr>
              <a:t>account </a:t>
            </a:r>
            <a:r>
              <a:rPr lang="en-US" altLang="zh-CN" sz="2400" b="1" dirty="0">
                <a:solidFill>
                  <a:schemeClr val="accent2"/>
                </a:solidFill>
                <a:effectLst>
                  <a:outerShdw blurRad="38100" dist="38100" dir="2700000" algn="tl">
                    <a:srgbClr val="C0C0C0"/>
                  </a:outerShdw>
                </a:effectLst>
              </a:rPr>
              <a:t>set</a:t>
            </a:r>
            <a:r>
              <a:rPr lang="en-US" altLang="zh-CN" sz="2400" b="1" dirty="0">
                <a:solidFill>
                  <a:srgbClr val="002060"/>
                </a:solidFill>
                <a:effectLst>
                  <a:outerShdw blurRad="38100" dist="38100" dir="2700000" algn="tl">
                    <a:srgbClr val="C0C0C0"/>
                  </a:outerShdw>
                </a:effectLst>
              </a:rPr>
              <a:t> balance=balance-10000 </a:t>
            </a:r>
            <a:r>
              <a:rPr lang="en-US" altLang="zh-CN" sz="2400" b="1" dirty="0">
                <a:solidFill>
                  <a:schemeClr val="accent2"/>
                </a:solidFill>
                <a:effectLst>
                  <a:outerShdw blurRad="38100" dist="38100" dir="2700000" algn="tl">
                    <a:srgbClr val="C0C0C0"/>
                  </a:outerShdw>
                </a:effectLst>
              </a:rPr>
              <a:t>where </a:t>
            </a:r>
            <a:r>
              <a:rPr lang="en-US" altLang="zh-CN" sz="2400" b="1" dirty="0" err="1">
                <a:solidFill>
                  <a:srgbClr val="002060"/>
                </a:solidFill>
                <a:effectLst>
                  <a:outerShdw blurRad="38100" dist="38100" dir="2700000" algn="tl">
                    <a:srgbClr val="C0C0C0"/>
                  </a:outerShdw>
                </a:effectLst>
              </a:rPr>
              <a:t>accountID</a:t>
            </a:r>
            <a:r>
              <a:rPr lang="en-US" altLang="zh-CN" sz="2400" b="1" dirty="0">
                <a:solidFill>
                  <a:srgbClr val="002060"/>
                </a:solidFill>
                <a:effectLst>
                  <a:outerShdw blurRad="38100" dist="38100" dir="2700000" algn="tl">
                    <a:srgbClr val="C0C0C0"/>
                  </a:outerShdw>
                </a:effectLst>
              </a:rPr>
              <a:t>='A';</a:t>
            </a:r>
          </a:p>
          <a:p>
            <a:pPr>
              <a:defRPr/>
            </a:pPr>
            <a:r>
              <a:rPr lang="en-US" altLang="zh-CN" sz="2400" b="1" dirty="0" err="1">
                <a:solidFill>
                  <a:schemeClr val="accent2"/>
                </a:solidFill>
                <a:effectLst>
                  <a:outerShdw blurRad="38100" dist="38100" dir="2700000" algn="tl">
                    <a:srgbClr val="C0C0C0"/>
                  </a:outerShdw>
                </a:effectLst>
              </a:rPr>
              <a:t>savepoint</a:t>
            </a:r>
            <a:r>
              <a:rPr lang="en-US" altLang="zh-CN" sz="2400" b="1" dirty="0">
                <a:solidFill>
                  <a:srgbClr val="002060"/>
                </a:solidFill>
                <a:effectLst>
                  <a:outerShdw blurRad="38100" dist="38100" dir="2700000" algn="tl">
                    <a:srgbClr val="C0C0C0"/>
                  </a:outerShdw>
                </a:effectLst>
              </a:rPr>
              <a:t> t;</a:t>
            </a:r>
          </a:p>
          <a:p>
            <a:pPr>
              <a:defRPr/>
            </a:pPr>
            <a:r>
              <a:rPr lang="en-US" altLang="zh-CN" sz="2400" b="1" dirty="0">
                <a:solidFill>
                  <a:schemeClr val="accent2"/>
                </a:solidFill>
                <a:effectLst>
                  <a:outerShdw blurRad="38100" dist="38100" dir="2700000" algn="tl">
                    <a:srgbClr val="C0C0C0"/>
                  </a:outerShdw>
                </a:effectLst>
              </a:rPr>
              <a:t>update</a:t>
            </a:r>
            <a:r>
              <a:rPr lang="en-US" altLang="zh-CN" sz="2400" b="1" dirty="0">
                <a:solidFill>
                  <a:srgbClr val="002060"/>
                </a:solidFill>
                <a:effectLst>
                  <a:outerShdw blurRad="38100" dist="38100" dir="2700000" algn="tl">
                    <a:srgbClr val="C0C0C0"/>
                  </a:outerShdw>
                </a:effectLst>
              </a:rPr>
              <a:t> account </a:t>
            </a:r>
            <a:r>
              <a:rPr lang="en-US" altLang="zh-CN" sz="2400" b="1" dirty="0">
                <a:solidFill>
                  <a:schemeClr val="accent2"/>
                </a:solidFill>
                <a:effectLst>
                  <a:outerShdw blurRad="38100" dist="38100" dir="2700000" algn="tl">
                    <a:srgbClr val="C0C0C0"/>
                  </a:outerShdw>
                </a:effectLst>
              </a:rPr>
              <a:t>set</a:t>
            </a:r>
            <a:r>
              <a:rPr lang="en-US" altLang="zh-CN" sz="2400" b="1" dirty="0">
                <a:solidFill>
                  <a:srgbClr val="002060"/>
                </a:solidFill>
                <a:effectLst>
                  <a:outerShdw blurRad="38100" dist="38100" dir="2700000" algn="tl">
                    <a:srgbClr val="C0C0C0"/>
                  </a:outerShdw>
                </a:effectLst>
              </a:rPr>
              <a:t> balance=balance+10000 </a:t>
            </a:r>
            <a:r>
              <a:rPr lang="en-US" altLang="zh-CN" sz="2400" b="1" dirty="0">
                <a:solidFill>
                  <a:schemeClr val="accent2"/>
                </a:solidFill>
                <a:effectLst>
                  <a:outerShdw blurRad="38100" dist="38100" dir="2700000" algn="tl">
                    <a:srgbClr val="C0C0C0"/>
                  </a:outerShdw>
                </a:effectLst>
              </a:rPr>
              <a:t>where</a:t>
            </a:r>
            <a:r>
              <a:rPr lang="en-US" altLang="zh-CN" sz="2400" b="1" dirty="0">
                <a:solidFill>
                  <a:srgbClr val="002060"/>
                </a:solidFill>
                <a:effectLst>
                  <a:outerShdw blurRad="38100" dist="38100" dir="2700000" algn="tl">
                    <a:srgbClr val="C0C0C0"/>
                  </a:outerShdw>
                </a:effectLst>
              </a:rPr>
              <a:t> </a:t>
            </a:r>
            <a:r>
              <a:rPr lang="en-US" altLang="zh-CN" sz="2400" b="1" dirty="0" err="1">
                <a:solidFill>
                  <a:srgbClr val="002060"/>
                </a:solidFill>
                <a:effectLst>
                  <a:outerShdw blurRad="38100" dist="38100" dir="2700000" algn="tl">
                    <a:srgbClr val="C0C0C0"/>
                  </a:outerShdw>
                </a:effectLst>
              </a:rPr>
              <a:t>accountID</a:t>
            </a:r>
            <a:r>
              <a:rPr lang="en-US" altLang="zh-CN" sz="2400" b="1" dirty="0">
                <a:solidFill>
                  <a:srgbClr val="002060"/>
                </a:solidFill>
                <a:effectLst>
                  <a:outerShdw blurRad="38100" dist="38100" dir="2700000" algn="tl">
                    <a:srgbClr val="C0C0C0"/>
                  </a:outerShdw>
                </a:effectLst>
              </a:rPr>
              <a:t>='B';</a:t>
            </a:r>
          </a:p>
          <a:p>
            <a:pPr>
              <a:defRPr/>
            </a:pPr>
            <a:r>
              <a:rPr lang="en-US" altLang="zh-CN" sz="2400" b="1" dirty="0">
                <a:solidFill>
                  <a:schemeClr val="accent2"/>
                </a:solidFill>
                <a:effectLst>
                  <a:outerShdw blurRad="38100" dist="38100" dir="2700000" algn="tl">
                    <a:srgbClr val="C0C0C0"/>
                  </a:outerShdw>
                </a:effectLst>
              </a:rPr>
              <a:t>rollback to </a:t>
            </a:r>
            <a:r>
              <a:rPr lang="en-US" altLang="zh-CN" sz="2400" b="1" dirty="0">
                <a:solidFill>
                  <a:srgbClr val="002060"/>
                </a:solidFill>
                <a:effectLst>
                  <a:outerShdw blurRad="38100" dist="38100" dir="2700000" algn="tl">
                    <a:srgbClr val="C0C0C0"/>
                  </a:outerShdw>
                </a:effectLst>
              </a:rPr>
              <a:t>t;</a:t>
            </a:r>
          </a:p>
        </p:txBody>
      </p:sp>
      <p:sp>
        <p:nvSpPr>
          <p:cNvPr id="8" name="Rectangle 2">
            <a:extLst>
              <a:ext uri="{FF2B5EF4-FFF2-40B4-BE49-F238E27FC236}">
                <a16:creationId xmlns:a16="http://schemas.microsoft.com/office/drawing/2014/main" id="{36609425-A3B9-5B91-11BC-165C526F5FC8}"/>
              </a:ext>
            </a:extLst>
          </p:cNvPr>
          <p:cNvSpPr>
            <a:spLocks noChangeArrowheads="1"/>
          </p:cNvSpPr>
          <p:nvPr/>
        </p:nvSpPr>
        <p:spPr bwMode="auto">
          <a:xfrm>
            <a:off x="827088" y="1196975"/>
            <a:ext cx="10398125" cy="286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5000"/>
              </a:lnSpc>
              <a:spcBef>
                <a:spcPct val="40000"/>
              </a:spcBef>
              <a:buFont typeface="Wingdings" pitchFamily="2" charset="2"/>
              <a:buNone/>
              <a:defRPr/>
            </a:pPr>
            <a:r>
              <a:rPr lang="en-US" altLang="zh-CN" sz="2400" b="1" dirty="0">
                <a:solidFill>
                  <a:schemeClr val="accent2"/>
                </a:solidFill>
                <a:effectLst>
                  <a:outerShdw blurRad="38100" dist="38100" dir="2700000" algn="tl">
                    <a:srgbClr val="C0C0C0"/>
                  </a:outerShdw>
                </a:effectLst>
              </a:rPr>
              <a:t>ROLLBACK</a:t>
            </a:r>
            <a:r>
              <a:rPr lang="zh-CN" altLang="en-US" sz="2400" b="1" dirty="0">
                <a:solidFill>
                  <a:schemeClr val="accent2"/>
                </a:solidFill>
                <a:effectLst>
                  <a:outerShdw blurRad="38100" dist="38100" dir="2700000" algn="tl">
                    <a:srgbClr val="C0C0C0"/>
                  </a:outerShdw>
                </a:effectLst>
              </a:rPr>
              <a:t>说明：</a:t>
            </a:r>
          </a:p>
          <a:p>
            <a:pPr algn="just">
              <a:lnSpc>
                <a:spcPct val="105000"/>
              </a:lnSpc>
              <a:spcBef>
                <a:spcPct val="40000"/>
              </a:spcBef>
              <a:buClr>
                <a:srgbClr val="FF0000"/>
              </a:buClr>
              <a:buFont typeface="Wingdings" pitchFamily="2" charset="2"/>
              <a:buChar char="F"/>
              <a:defRPr/>
            </a:pPr>
            <a:r>
              <a:rPr lang="zh-CN" altLang="en-US" sz="2400" b="1" dirty="0">
                <a:solidFill>
                  <a:srgbClr val="008080"/>
                </a:solidFill>
                <a:effectLst>
                  <a:outerShdw blurRad="38100" dist="38100" dir="2700000" algn="tl">
                    <a:srgbClr val="C0C0C0"/>
                  </a:outerShdw>
                </a:effectLst>
              </a:rPr>
              <a:t> </a:t>
            </a:r>
            <a:r>
              <a:rPr lang="zh-CN" altLang="en-US" sz="2400" b="1" dirty="0">
                <a:solidFill>
                  <a:srgbClr val="000066"/>
                </a:solidFill>
                <a:effectLst>
                  <a:outerShdw blurRad="38100" dist="38100" dir="2700000" algn="tl">
                    <a:srgbClr val="C0C0C0"/>
                  </a:outerShdw>
                </a:effectLst>
              </a:rPr>
              <a:t>在尚未对数据库提交的时候，可以用事务回退命令</a:t>
            </a:r>
            <a:r>
              <a:rPr lang="en-US" altLang="zh-CN" sz="2400" b="1" dirty="0">
                <a:solidFill>
                  <a:srgbClr val="000066"/>
                </a:solidFill>
                <a:effectLst>
                  <a:outerShdw blurRad="38100" dist="38100" dir="2700000" algn="tl">
                    <a:srgbClr val="C0C0C0"/>
                  </a:outerShdw>
                </a:effectLst>
              </a:rPr>
              <a:t>ROLLBACK</a:t>
            </a:r>
            <a:r>
              <a:rPr lang="zh-CN" altLang="en-US" sz="2400" b="1" dirty="0">
                <a:solidFill>
                  <a:srgbClr val="000066"/>
                </a:solidFill>
                <a:effectLst>
                  <a:outerShdw blurRad="38100" dist="38100" dir="2700000" algn="tl">
                    <a:srgbClr val="C0C0C0"/>
                  </a:outerShdw>
                </a:effectLst>
              </a:rPr>
              <a:t>，将数据库回退到上次</a:t>
            </a:r>
            <a:r>
              <a:rPr lang="en-US" altLang="zh-CN" sz="2400" b="1" dirty="0">
                <a:solidFill>
                  <a:srgbClr val="000066"/>
                </a:solidFill>
                <a:effectLst>
                  <a:outerShdw blurRad="38100" dist="38100" dir="2700000" algn="tl">
                    <a:srgbClr val="C0C0C0"/>
                  </a:outerShdw>
                </a:effectLst>
              </a:rPr>
              <a:t>COMMIT</a:t>
            </a:r>
            <a:r>
              <a:rPr lang="zh-CN" altLang="en-US" sz="2400" b="1" dirty="0">
                <a:solidFill>
                  <a:srgbClr val="000066"/>
                </a:solidFill>
                <a:effectLst>
                  <a:outerShdw blurRad="38100" dist="38100" dir="2700000" algn="tl">
                    <a:srgbClr val="C0C0C0"/>
                  </a:outerShdw>
                </a:effectLst>
              </a:rPr>
              <a:t>后的状态。</a:t>
            </a:r>
          </a:p>
          <a:p>
            <a:pPr algn="just">
              <a:lnSpc>
                <a:spcPct val="105000"/>
              </a:lnSpc>
              <a:spcBef>
                <a:spcPct val="40000"/>
              </a:spcBef>
              <a:buClr>
                <a:srgbClr val="FF0000"/>
              </a:buClr>
              <a:buFont typeface="Wingdings" pitchFamily="2" charset="2"/>
              <a:buChar char="F"/>
              <a:defRPr/>
            </a:pPr>
            <a:r>
              <a:rPr lang="zh-CN" altLang="en-US" sz="2400" b="1" dirty="0">
                <a:solidFill>
                  <a:srgbClr val="000066"/>
                </a:solidFill>
                <a:effectLst>
                  <a:outerShdw blurRad="38100" dist="38100" dir="2700000" algn="tl">
                    <a:srgbClr val="C0C0C0"/>
                  </a:outerShdw>
                </a:effectLst>
              </a:rPr>
              <a:t> 一旦事务已经提交，就不能再使用事务回退命令进行回退了。</a:t>
            </a:r>
          </a:p>
          <a:p>
            <a:pPr algn="just">
              <a:lnSpc>
                <a:spcPct val="105000"/>
              </a:lnSpc>
              <a:spcBef>
                <a:spcPct val="40000"/>
              </a:spcBef>
              <a:buClr>
                <a:srgbClr val="FF0000"/>
              </a:buClr>
              <a:buFont typeface="Wingdings" pitchFamily="2" charset="2"/>
              <a:buChar char="F"/>
              <a:defRPr/>
            </a:pPr>
            <a:r>
              <a:rPr lang="zh-CN" altLang="en-US" sz="2400" b="1" dirty="0">
                <a:solidFill>
                  <a:srgbClr val="000066"/>
                </a:solidFill>
                <a:effectLst>
                  <a:outerShdw blurRad="38100" dist="38100" dir="2700000" algn="tl">
                    <a:srgbClr val="C0C0C0"/>
                  </a:outerShdw>
                </a:effectLst>
              </a:rPr>
              <a:t> 事务回退将回退整个事务，如果只需回退事务的一部分时，可以使用保存点，将整个事务划分为若干部分，这样就可以回退部分事务了。</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19F3193E-4ADE-65C0-7E88-91142FB09DA0}"/>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en-US" altLang="zh-CN" sz="4000" b="1" dirty="0">
                <a:solidFill>
                  <a:schemeClr val="bg1"/>
                </a:solidFill>
                <a:latin typeface="+mn-ea"/>
                <a:ea typeface="+mn-ea"/>
                <a:sym typeface="Impact" pitchFamily="34" charset="0"/>
              </a:rPr>
              <a:t>JDBC</a:t>
            </a:r>
            <a:r>
              <a:rPr lang="zh-CN" altLang="en-US" sz="4000" b="1" dirty="0">
                <a:solidFill>
                  <a:schemeClr val="bg1"/>
                </a:solidFill>
                <a:latin typeface="+mn-ea"/>
                <a:ea typeface="+mn-ea"/>
                <a:sym typeface="Impact" pitchFamily="34" charset="0"/>
              </a:rPr>
              <a:t>事务</a:t>
            </a:r>
          </a:p>
        </p:txBody>
      </p:sp>
      <p:sp>
        <p:nvSpPr>
          <p:cNvPr id="5" name="Rectangle 2">
            <a:extLst>
              <a:ext uri="{FF2B5EF4-FFF2-40B4-BE49-F238E27FC236}">
                <a16:creationId xmlns:a16="http://schemas.microsoft.com/office/drawing/2014/main" id="{4288E73C-9B33-0C75-1BAB-B0802AEB5D97}"/>
              </a:ext>
            </a:extLst>
          </p:cNvPr>
          <p:cNvSpPr>
            <a:spLocks noChangeArrowheads="1"/>
          </p:cNvSpPr>
          <p:nvPr/>
        </p:nvSpPr>
        <p:spPr bwMode="auto">
          <a:xfrm>
            <a:off x="812800" y="1120775"/>
            <a:ext cx="10440988" cy="186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buFont typeface="Wingdings" pitchFamily="2" charset="2"/>
              <a:buNone/>
              <a:defRPr/>
            </a:pPr>
            <a:r>
              <a:rPr lang="zh-CN" altLang="en-US" sz="3200" b="1" dirty="0">
                <a:solidFill>
                  <a:srgbClr val="0070C0"/>
                </a:solidFill>
                <a:effectLst>
                  <a:outerShdw blurRad="38100" dist="38100" dir="2700000" algn="tl">
                    <a:srgbClr val="C0C0C0"/>
                  </a:outerShdw>
                </a:effectLst>
              </a:rPr>
              <a:t>        </a:t>
            </a:r>
            <a:r>
              <a:rPr lang="zh-CN" altLang="en-US" sz="3200" b="1" dirty="0">
                <a:solidFill>
                  <a:srgbClr val="002060"/>
                </a:solidFill>
                <a:effectLst>
                  <a:outerShdw blurRad="38100" dist="38100" dir="2700000" algn="tl">
                    <a:srgbClr val="C0C0C0"/>
                  </a:outerShdw>
                </a:effectLst>
              </a:rPr>
              <a:t>实际上，一个</a:t>
            </a:r>
            <a:r>
              <a:rPr lang="en-US" altLang="zh-CN" sz="3200" b="1" dirty="0">
                <a:solidFill>
                  <a:srgbClr val="002060"/>
                </a:solidFill>
                <a:effectLst>
                  <a:outerShdw blurRad="38100" dist="38100" dir="2700000" algn="tl">
                    <a:srgbClr val="C0C0C0"/>
                  </a:outerShdw>
                </a:effectLst>
              </a:rPr>
              <a:t>Java</a:t>
            </a:r>
            <a:r>
              <a:rPr lang="zh-CN" altLang="en-US" sz="3200" b="1" dirty="0">
                <a:solidFill>
                  <a:srgbClr val="002060"/>
                </a:solidFill>
                <a:effectLst>
                  <a:outerShdw blurRad="38100" dist="38100" dir="2700000" algn="tl">
                    <a:srgbClr val="C0C0C0"/>
                  </a:outerShdw>
                </a:effectLst>
              </a:rPr>
              <a:t>应用系统，通常分前端与后端两个部分，前端和后端都可以实现事务管理，应用系统对事务的控制通常放在前端来实现。如果前端使用</a:t>
            </a:r>
            <a:r>
              <a:rPr lang="en-US" altLang="zh-CN" sz="3200" b="1" dirty="0">
                <a:solidFill>
                  <a:srgbClr val="002060"/>
                </a:solidFill>
                <a:effectLst>
                  <a:outerShdw blurRad="38100" dist="38100" dir="2700000" algn="tl">
                    <a:srgbClr val="C0C0C0"/>
                  </a:outerShdw>
                </a:effectLst>
              </a:rPr>
              <a:t>JAVA</a:t>
            </a:r>
            <a:r>
              <a:rPr lang="zh-CN" altLang="en-US" sz="3200" b="1" dirty="0">
                <a:solidFill>
                  <a:srgbClr val="002060"/>
                </a:solidFill>
                <a:effectLst>
                  <a:outerShdw blurRad="38100" dist="38100" dir="2700000" algn="tl">
                    <a:srgbClr val="C0C0C0"/>
                  </a:outerShdw>
                </a:effectLst>
              </a:rPr>
              <a:t>编程，前端事务就称为</a:t>
            </a:r>
            <a:r>
              <a:rPr lang="en-US" altLang="zh-CN" sz="3200" b="1" dirty="0">
                <a:solidFill>
                  <a:srgbClr val="002060"/>
                </a:solidFill>
                <a:effectLst>
                  <a:outerShdw blurRad="38100" dist="38100" dir="2700000" algn="tl">
                    <a:srgbClr val="C0C0C0"/>
                  </a:outerShdw>
                </a:effectLst>
              </a:rPr>
              <a:t>JDBC</a:t>
            </a:r>
            <a:r>
              <a:rPr lang="zh-CN" altLang="en-US" sz="3200" b="1" dirty="0">
                <a:solidFill>
                  <a:srgbClr val="002060"/>
                </a:solidFill>
                <a:effectLst>
                  <a:outerShdw blurRad="38100" dist="38100" dir="2700000" algn="tl">
                    <a:srgbClr val="C0C0C0"/>
                  </a:outerShdw>
                </a:effectLst>
              </a:rPr>
              <a:t>事务。</a:t>
            </a:r>
            <a:endParaRPr lang="en-US" altLang="zh-CN" sz="3200" b="1" dirty="0">
              <a:solidFill>
                <a:srgbClr val="002060"/>
              </a:solidFill>
              <a:effectLst>
                <a:outerShdw blurRad="38100" dist="38100" dir="2700000" algn="tl">
                  <a:srgbClr val="C0C0C0"/>
                </a:outerShdw>
              </a:effectLst>
            </a:endParaRPr>
          </a:p>
        </p:txBody>
      </p:sp>
      <p:sp>
        <p:nvSpPr>
          <p:cNvPr id="11268" name="圆柱形 1">
            <a:extLst>
              <a:ext uri="{FF2B5EF4-FFF2-40B4-BE49-F238E27FC236}">
                <a16:creationId xmlns:a16="http://schemas.microsoft.com/office/drawing/2014/main" id="{AB889CD2-343F-BF76-81C0-99F8C25021AD}"/>
              </a:ext>
            </a:extLst>
          </p:cNvPr>
          <p:cNvSpPr>
            <a:spLocks noChangeArrowheads="1"/>
          </p:cNvSpPr>
          <p:nvPr/>
        </p:nvSpPr>
        <p:spPr bwMode="auto">
          <a:xfrm>
            <a:off x="6937375" y="3429000"/>
            <a:ext cx="1511300" cy="2535238"/>
          </a:xfrm>
          <a:prstGeom prst="can">
            <a:avLst>
              <a:gd name="adj" fmla="val 25007"/>
            </a:avLst>
          </a:prstGeom>
          <a:solidFill>
            <a:schemeClr val="bg1">
              <a:lumMod val="50000"/>
            </a:schemeClr>
          </a:solidFill>
          <a:ln>
            <a:noFill/>
          </a:ln>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sz="3200" b="1">
              <a:solidFill>
                <a:schemeClr val="bg1"/>
              </a:solidFill>
              <a:latin typeface="微软雅黑" pitchFamily="34" charset="-122"/>
              <a:ea typeface="微软雅黑" pitchFamily="34" charset="-122"/>
            </a:endParaRPr>
          </a:p>
        </p:txBody>
      </p:sp>
      <p:sp>
        <p:nvSpPr>
          <p:cNvPr id="7" name="圆角矩形 6">
            <a:extLst>
              <a:ext uri="{FF2B5EF4-FFF2-40B4-BE49-F238E27FC236}">
                <a16:creationId xmlns:a16="http://schemas.microsoft.com/office/drawing/2014/main" id="{4FFACBE5-C558-02B7-E022-5FCEBFC120C2}"/>
              </a:ext>
            </a:extLst>
          </p:cNvPr>
          <p:cNvSpPr/>
          <p:nvPr/>
        </p:nvSpPr>
        <p:spPr bwMode="auto">
          <a:xfrm>
            <a:off x="2930525" y="3649663"/>
            <a:ext cx="2590800" cy="1081087"/>
          </a:xfrm>
          <a:prstGeom prst="roundRect">
            <a:avLst/>
          </a:prstGeom>
          <a:solidFill>
            <a:schemeClr val="accent1">
              <a:lumMod val="40000"/>
              <a:lumOff val="60000"/>
            </a:schemeClr>
          </a:solidFill>
          <a:ln w="12700">
            <a:solidFill>
              <a:schemeClr val="tx1"/>
            </a:solidFill>
            <a:miter lim="800000"/>
            <a:headEnd/>
            <a:tailEnd/>
          </a:ln>
        </p:spPr>
        <p:txBody>
          <a:bodyPr anchor="ctr"/>
          <a:lstStyle/>
          <a:p>
            <a:pPr algn="ctr">
              <a:buFont typeface="Arial" charset="0"/>
              <a:buNone/>
              <a:defRPr/>
            </a:pPr>
            <a:r>
              <a:rPr lang="zh-CN" altLang="en-US" sz="2000" b="1" dirty="0">
                <a:solidFill>
                  <a:srgbClr val="0070C0"/>
                </a:solidFill>
                <a:latin typeface="微软雅黑" pitchFamily="34" charset="-122"/>
                <a:ea typeface="微软雅黑" pitchFamily="34" charset="-122"/>
              </a:rPr>
              <a:t>数据库客户端工具</a:t>
            </a:r>
            <a:endParaRPr lang="en-US" altLang="zh-CN" sz="2000" b="1" dirty="0">
              <a:solidFill>
                <a:srgbClr val="0070C0"/>
              </a:solidFill>
              <a:latin typeface="微软雅黑" pitchFamily="34" charset="-122"/>
              <a:ea typeface="微软雅黑" pitchFamily="34" charset="-122"/>
            </a:endParaRPr>
          </a:p>
          <a:p>
            <a:pPr algn="ctr">
              <a:buFont typeface="Arial" charset="0"/>
              <a:buNone/>
              <a:defRPr/>
            </a:pPr>
            <a:r>
              <a:rPr lang="zh-CN" altLang="en-US" sz="2000" b="1" dirty="0">
                <a:solidFill>
                  <a:srgbClr val="0070C0"/>
                </a:solidFill>
                <a:latin typeface="微软雅黑" pitchFamily="34" charset="-122"/>
                <a:ea typeface="微软雅黑" pitchFamily="34" charset="-122"/>
              </a:rPr>
              <a:t>（</a:t>
            </a:r>
            <a:r>
              <a:rPr lang="en-US" altLang="zh-CN" sz="2000" b="1" dirty="0" err="1">
                <a:solidFill>
                  <a:srgbClr val="0070C0"/>
                </a:solidFill>
                <a:latin typeface="微软雅黑" pitchFamily="34" charset="-122"/>
                <a:ea typeface="微软雅黑" pitchFamily="34" charset="-122"/>
              </a:rPr>
              <a:t>SQLyog</a:t>
            </a:r>
            <a:r>
              <a:rPr lang="zh-CN" altLang="en-US" sz="2000" b="1" dirty="0">
                <a:solidFill>
                  <a:srgbClr val="0070C0"/>
                </a:solidFill>
                <a:latin typeface="微软雅黑" pitchFamily="34" charset="-122"/>
                <a:ea typeface="微软雅黑" pitchFamily="34" charset="-122"/>
              </a:rPr>
              <a:t>）</a:t>
            </a:r>
          </a:p>
        </p:txBody>
      </p:sp>
      <p:sp>
        <p:nvSpPr>
          <p:cNvPr id="11270" name="左右箭头 10">
            <a:extLst>
              <a:ext uri="{FF2B5EF4-FFF2-40B4-BE49-F238E27FC236}">
                <a16:creationId xmlns:a16="http://schemas.microsoft.com/office/drawing/2014/main" id="{AE53EA44-3056-2FDC-3B08-71FEA80360E1}"/>
              </a:ext>
            </a:extLst>
          </p:cNvPr>
          <p:cNvSpPr>
            <a:spLocks noChangeArrowheads="1"/>
          </p:cNvSpPr>
          <p:nvPr/>
        </p:nvSpPr>
        <p:spPr bwMode="auto">
          <a:xfrm>
            <a:off x="5673725" y="4046538"/>
            <a:ext cx="1079500" cy="287337"/>
          </a:xfrm>
          <a:prstGeom prst="leftRightArrow">
            <a:avLst>
              <a:gd name="adj1" fmla="val 50000"/>
              <a:gd name="adj2" fmla="val 50092"/>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11271" name="TextBox 18">
            <a:extLst>
              <a:ext uri="{FF2B5EF4-FFF2-40B4-BE49-F238E27FC236}">
                <a16:creationId xmlns:a16="http://schemas.microsoft.com/office/drawing/2014/main" id="{F9C07579-4A91-6BB2-13D2-97CB3F6DD25E}"/>
              </a:ext>
            </a:extLst>
          </p:cNvPr>
          <p:cNvSpPr txBox="1">
            <a:spLocks noChangeArrowheads="1"/>
          </p:cNvSpPr>
          <p:nvPr/>
        </p:nvSpPr>
        <p:spPr bwMode="auto">
          <a:xfrm>
            <a:off x="1490663" y="3973513"/>
            <a:ext cx="11509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solidFill>
                  <a:schemeClr val="accent2"/>
                </a:solidFill>
              </a:rPr>
              <a:t>DBA</a:t>
            </a:r>
            <a:endParaRPr lang="zh-CN" altLang="en-US" sz="2400" b="1">
              <a:solidFill>
                <a:schemeClr val="accent2"/>
              </a:solidFill>
            </a:endParaRPr>
          </a:p>
        </p:txBody>
      </p:sp>
      <p:sp>
        <p:nvSpPr>
          <p:cNvPr id="11272" name="TextBox 22">
            <a:extLst>
              <a:ext uri="{FF2B5EF4-FFF2-40B4-BE49-F238E27FC236}">
                <a16:creationId xmlns:a16="http://schemas.microsoft.com/office/drawing/2014/main" id="{CC09FF99-9A9D-EE4C-5ADB-609CFF5FBF7C}"/>
              </a:ext>
            </a:extLst>
          </p:cNvPr>
          <p:cNvSpPr txBox="1">
            <a:spLocks noChangeArrowheads="1"/>
          </p:cNvSpPr>
          <p:nvPr/>
        </p:nvSpPr>
        <p:spPr bwMode="auto">
          <a:xfrm>
            <a:off x="7194550" y="5964238"/>
            <a:ext cx="1254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accent2"/>
                </a:solidFill>
              </a:rPr>
              <a:t>数据库</a:t>
            </a:r>
          </a:p>
        </p:txBody>
      </p:sp>
      <p:sp>
        <p:nvSpPr>
          <p:cNvPr id="11273" name="右箭头 1">
            <a:extLst>
              <a:ext uri="{FF2B5EF4-FFF2-40B4-BE49-F238E27FC236}">
                <a16:creationId xmlns:a16="http://schemas.microsoft.com/office/drawing/2014/main" id="{33D872E0-3B05-8B0C-49C1-41DAE2877657}"/>
              </a:ext>
            </a:extLst>
          </p:cNvPr>
          <p:cNvSpPr>
            <a:spLocks noChangeArrowheads="1"/>
          </p:cNvSpPr>
          <p:nvPr/>
        </p:nvSpPr>
        <p:spPr bwMode="auto">
          <a:xfrm>
            <a:off x="2425700" y="4046538"/>
            <a:ext cx="431800" cy="287337"/>
          </a:xfrm>
          <a:prstGeom prst="rightArrow">
            <a:avLst>
              <a:gd name="adj1" fmla="val 50000"/>
              <a:gd name="adj2" fmla="val 50037"/>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11" name="圆角矩形 10">
            <a:extLst>
              <a:ext uri="{FF2B5EF4-FFF2-40B4-BE49-F238E27FC236}">
                <a16:creationId xmlns:a16="http://schemas.microsoft.com/office/drawing/2014/main" id="{A8EE4E8C-B8FA-527A-F114-4528C1C03B2F}"/>
              </a:ext>
            </a:extLst>
          </p:cNvPr>
          <p:cNvSpPr/>
          <p:nvPr/>
        </p:nvSpPr>
        <p:spPr bwMode="auto">
          <a:xfrm>
            <a:off x="2933700" y="4883150"/>
            <a:ext cx="2592388" cy="1081088"/>
          </a:xfrm>
          <a:prstGeom prst="roundRect">
            <a:avLst/>
          </a:prstGeom>
          <a:solidFill>
            <a:schemeClr val="accent1">
              <a:lumMod val="40000"/>
              <a:lumOff val="60000"/>
            </a:schemeClr>
          </a:solidFill>
          <a:ln w="12700">
            <a:solidFill>
              <a:schemeClr val="tx1"/>
            </a:solidFill>
            <a:miter lim="800000"/>
            <a:headEnd/>
            <a:tailEnd/>
          </a:ln>
        </p:spPr>
        <p:txBody>
          <a:bodyPr anchor="ctr"/>
          <a:lstStyle/>
          <a:p>
            <a:pPr algn="ctr">
              <a:buFont typeface="Arial" charset="0"/>
              <a:buNone/>
              <a:defRPr/>
            </a:pPr>
            <a:r>
              <a:rPr lang="zh-CN" altLang="en-US" sz="2000" b="1" dirty="0">
                <a:solidFill>
                  <a:srgbClr val="0070C0"/>
                </a:solidFill>
                <a:latin typeface="微软雅黑" pitchFamily="34" charset="-122"/>
                <a:ea typeface="微软雅黑" pitchFamily="34" charset="-122"/>
              </a:rPr>
              <a:t>开发工具</a:t>
            </a:r>
            <a:endParaRPr lang="en-US" altLang="zh-CN" sz="2000" b="1" dirty="0">
              <a:solidFill>
                <a:srgbClr val="0070C0"/>
              </a:solidFill>
              <a:latin typeface="微软雅黑" pitchFamily="34" charset="-122"/>
              <a:ea typeface="微软雅黑" pitchFamily="34" charset="-122"/>
            </a:endParaRPr>
          </a:p>
          <a:p>
            <a:pPr algn="ctr">
              <a:buFont typeface="Arial" charset="0"/>
              <a:buNone/>
              <a:defRPr/>
            </a:pPr>
            <a:r>
              <a:rPr lang="zh-CN" altLang="en-US" sz="2000" b="1" dirty="0">
                <a:solidFill>
                  <a:srgbClr val="0070C0"/>
                </a:solidFill>
                <a:latin typeface="微软雅黑" pitchFamily="34" charset="-122"/>
                <a:ea typeface="微软雅黑" pitchFamily="34" charset="-122"/>
              </a:rPr>
              <a:t>（</a:t>
            </a:r>
            <a:r>
              <a:rPr lang="en-US" altLang="zh-CN" sz="2000" b="1" dirty="0">
                <a:solidFill>
                  <a:srgbClr val="0070C0"/>
                </a:solidFill>
                <a:latin typeface="微软雅黑" pitchFamily="34" charset="-122"/>
                <a:ea typeface="微软雅黑" pitchFamily="34" charset="-122"/>
              </a:rPr>
              <a:t>Java</a:t>
            </a:r>
            <a:r>
              <a:rPr lang="zh-CN" altLang="en-US" sz="2000" b="1" dirty="0">
                <a:solidFill>
                  <a:srgbClr val="0070C0"/>
                </a:solidFill>
                <a:latin typeface="微软雅黑" pitchFamily="34" charset="-122"/>
                <a:ea typeface="微软雅黑" pitchFamily="34" charset="-122"/>
              </a:rPr>
              <a:t>）</a:t>
            </a:r>
          </a:p>
        </p:txBody>
      </p:sp>
      <p:sp>
        <p:nvSpPr>
          <p:cNvPr id="11275" name="左右箭头 10">
            <a:extLst>
              <a:ext uri="{FF2B5EF4-FFF2-40B4-BE49-F238E27FC236}">
                <a16:creationId xmlns:a16="http://schemas.microsoft.com/office/drawing/2014/main" id="{B9335B19-FE23-2FA0-51BF-7F04C60DEAA7}"/>
              </a:ext>
            </a:extLst>
          </p:cNvPr>
          <p:cNvSpPr>
            <a:spLocks noChangeArrowheads="1"/>
          </p:cNvSpPr>
          <p:nvPr/>
        </p:nvSpPr>
        <p:spPr bwMode="auto">
          <a:xfrm>
            <a:off x="5678488" y="5280025"/>
            <a:ext cx="1079500" cy="287338"/>
          </a:xfrm>
          <a:prstGeom prst="leftRightArrow">
            <a:avLst>
              <a:gd name="adj1" fmla="val 50000"/>
              <a:gd name="adj2" fmla="val 50092"/>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11276" name="TextBox 18">
            <a:extLst>
              <a:ext uri="{FF2B5EF4-FFF2-40B4-BE49-F238E27FC236}">
                <a16:creationId xmlns:a16="http://schemas.microsoft.com/office/drawing/2014/main" id="{0727078C-AED8-B6A6-6064-9176D29DCF6E}"/>
              </a:ext>
            </a:extLst>
          </p:cNvPr>
          <p:cNvSpPr txBox="1">
            <a:spLocks noChangeArrowheads="1"/>
          </p:cNvSpPr>
          <p:nvPr/>
        </p:nvSpPr>
        <p:spPr bwMode="auto">
          <a:xfrm>
            <a:off x="1274763" y="5207000"/>
            <a:ext cx="11509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accent2"/>
                </a:solidFill>
              </a:rPr>
              <a:t>程序员</a:t>
            </a:r>
          </a:p>
        </p:txBody>
      </p:sp>
      <p:sp>
        <p:nvSpPr>
          <p:cNvPr id="11277" name="右箭头 13">
            <a:extLst>
              <a:ext uri="{FF2B5EF4-FFF2-40B4-BE49-F238E27FC236}">
                <a16:creationId xmlns:a16="http://schemas.microsoft.com/office/drawing/2014/main" id="{AADF0E45-3E3E-29D9-76FC-97FA707880D9}"/>
              </a:ext>
            </a:extLst>
          </p:cNvPr>
          <p:cNvSpPr>
            <a:spLocks noChangeArrowheads="1"/>
          </p:cNvSpPr>
          <p:nvPr/>
        </p:nvSpPr>
        <p:spPr bwMode="auto">
          <a:xfrm>
            <a:off x="2428875" y="5280025"/>
            <a:ext cx="431800" cy="287338"/>
          </a:xfrm>
          <a:prstGeom prst="rightArrow">
            <a:avLst>
              <a:gd name="adj1" fmla="val 50000"/>
              <a:gd name="adj2" fmla="val 50036"/>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11278" name="TextBox 18">
            <a:extLst>
              <a:ext uri="{FF2B5EF4-FFF2-40B4-BE49-F238E27FC236}">
                <a16:creationId xmlns:a16="http://schemas.microsoft.com/office/drawing/2014/main" id="{AAEF706D-389A-1CB8-4904-476595D1BFA2}"/>
              </a:ext>
            </a:extLst>
          </p:cNvPr>
          <p:cNvSpPr txBox="1">
            <a:spLocks noChangeArrowheads="1"/>
          </p:cNvSpPr>
          <p:nvPr/>
        </p:nvSpPr>
        <p:spPr bwMode="auto">
          <a:xfrm>
            <a:off x="5705475" y="4881563"/>
            <a:ext cx="11509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solidFill>
                  <a:schemeClr val="accent2"/>
                </a:solidFill>
              </a:rPr>
              <a:t>JDBC</a:t>
            </a:r>
            <a:endParaRPr lang="zh-CN" altLang="en-US" sz="2400" b="1">
              <a:solidFill>
                <a:schemeClr val="accent2"/>
              </a:solidFill>
            </a:endParaRPr>
          </a:p>
        </p:txBody>
      </p:sp>
      <p:sp>
        <p:nvSpPr>
          <p:cNvPr id="11279" name="TextBox 18">
            <a:extLst>
              <a:ext uri="{FF2B5EF4-FFF2-40B4-BE49-F238E27FC236}">
                <a16:creationId xmlns:a16="http://schemas.microsoft.com/office/drawing/2014/main" id="{A30B141E-BB83-70C7-D308-834381E18F10}"/>
              </a:ext>
            </a:extLst>
          </p:cNvPr>
          <p:cNvSpPr txBox="1">
            <a:spLocks noChangeArrowheads="1"/>
          </p:cNvSpPr>
          <p:nvPr/>
        </p:nvSpPr>
        <p:spPr bwMode="auto">
          <a:xfrm>
            <a:off x="5643563" y="3584575"/>
            <a:ext cx="12938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solidFill>
                  <a:schemeClr val="accent2"/>
                </a:solidFill>
              </a:rPr>
              <a:t>mysql</a:t>
            </a:r>
            <a:endParaRPr lang="zh-CN" altLang="en-US" sz="2400" b="1">
              <a:solidFill>
                <a:schemeClr val="accent2"/>
              </a:solidFill>
            </a:endParaRPr>
          </a:p>
        </p:txBody>
      </p:sp>
      <p:sp>
        <p:nvSpPr>
          <p:cNvPr id="16" name="TextBox 18">
            <a:extLst>
              <a:ext uri="{FF2B5EF4-FFF2-40B4-BE49-F238E27FC236}">
                <a16:creationId xmlns:a16="http://schemas.microsoft.com/office/drawing/2014/main" id="{BD829E5F-DDDF-1A33-4DAF-87F692E15161}"/>
              </a:ext>
            </a:extLst>
          </p:cNvPr>
          <p:cNvSpPr txBox="1">
            <a:spLocks noChangeArrowheads="1"/>
          </p:cNvSpPr>
          <p:nvPr/>
        </p:nvSpPr>
        <p:spPr bwMode="auto">
          <a:xfrm>
            <a:off x="7116763" y="4029075"/>
            <a:ext cx="1150937" cy="368300"/>
          </a:xfrm>
          <a:prstGeom prst="rect">
            <a:avLst/>
          </a:prstGeom>
          <a:solidFill>
            <a:schemeClr val="accent3"/>
          </a:solidFill>
          <a:ln>
            <a:noFill/>
          </a:ln>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buFont typeface="Arial" charset="0"/>
              <a:buNone/>
              <a:defRPr/>
            </a:pPr>
            <a:r>
              <a:rPr lang="zh-CN" altLang="en-US" b="1" dirty="0">
                <a:solidFill>
                  <a:schemeClr val="accent2"/>
                </a:solidFill>
              </a:rPr>
              <a:t>存储过程</a:t>
            </a:r>
          </a:p>
        </p:txBody>
      </p:sp>
    </p:spTree>
  </p:cSld>
  <p:clrMapOvr>
    <a:masterClrMapping/>
  </p:clrMapOvr>
  <p:transition spd="slow">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DC06C9EF-E7E0-A426-47D1-442024521CEE}"/>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en-US" altLang="zh-CN" sz="4000" b="1" dirty="0">
                <a:solidFill>
                  <a:schemeClr val="bg1"/>
                </a:solidFill>
                <a:latin typeface="+mn-ea"/>
                <a:ea typeface="+mn-ea"/>
                <a:sym typeface="Impact" pitchFamily="34" charset="0"/>
              </a:rPr>
              <a:t>JDBC</a:t>
            </a:r>
            <a:r>
              <a:rPr lang="zh-CN" altLang="en-US" sz="4000" b="1" dirty="0">
                <a:solidFill>
                  <a:schemeClr val="bg1"/>
                </a:solidFill>
                <a:latin typeface="+mn-ea"/>
                <a:ea typeface="+mn-ea"/>
                <a:sym typeface="Impact" pitchFamily="34" charset="0"/>
              </a:rPr>
              <a:t>事务</a:t>
            </a:r>
          </a:p>
        </p:txBody>
      </p:sp>
      <p:sp>
        <p:nvSpPr>
          <p:cNvPr id="5" name="Rectangle 2">
            <a:extLst>
              <a:ext uri="{FF2B5EF4-FFF2-40B4-BE49-F238E27FC236}">
                <a16:creationId xmlns:a16="http://schemas.microsoft.com/office/drawing/2014/main" id="{99950D0A-FFDE-85D6-CB36-3D28B74E8D31}"/>
              </a:ext>
            </a:extLst>
          </p:cNvPr>
          <p:cNvSpPr>
            <a:spLocks noChangeArrowheads="1"/>
          </p:cNvSpPr>
          <p:nvPr/>
        </p:nvSpPr>
        <p:spPr bwMode="auto">
          <a:xfrm>
            <a:off x="842963" y="1341438"/>
            <a:ext cx="10440987" cy="289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buFont typeface="Wingdings" pitchFamily="2" charset="2"/>
              <a:buNone/>
              <a:defRPr/>
            </a:pPr>
            <a:r>
              <a:rPr lang="en-US" altLang="zh-CN" sz="2800" b="1" dirty="0">
                <a:solidFill>
                  <a:srgbClr val="002060"/>
                </a:solidFill>
                <a:effectLst>
                  <a:outerShdw blurRad="38100" dist="38100" dir="2700000" algn="tl">
                    <a:srgbClr val="C0C0C0"/>
                  </a:outerShdw>
                </a:effectLst>
              </a:rPr>
              <a:t>JDBC Connection </a:t>
            </a:r>
            <a:r>
              <a:rPr lang="zh-CN" altLang="en-US" sz="2800" b="1" dirty="0">
                <a:solidFill>
                  <a:srgbClr val="002060"/>
                </a:solidFill>
                <a:effectLst>
                  <a:outerShdw blurRad="38100" dist="38100" dir="2700000" algn="tl">
                    <a:srgbClr val="C0C0C0"/>
                  </a:outerShdw>
                </a:effectLst>
              </a:rPr>
              <a:t>接口提供了相应的方法来管理事务</a:t>
            </a:r>
            <a:r>
              <a:rPr lang="en-US" altLang="zh-CN" sz="2800" b="1" dirty="0">
                <a:solidFill>
                  <a:srgbClr val="002060"/>
                </a:solidFill>
                <a:effectLst>
                  <a:outerShdw blurRad="38100" dist="38100" dir="2700000" algn="tl">
                    <a:srgbClr val="C0C0C0"/>
                  </a:outerShdw>
                </a:effectLst>
              </a:rPr>
              <a:t>:</a:t>
            </a:r>
            <a:endParaRPr lang="zh-CN" altLang="en-US" sz="2800" b="1" dirty="0">
              <a:solidFill>
                <a:srgbClr val="002060"/>
              </a:solidFill>
              <a:effectLst>
                <a:outerShdw blurRad="38100" dist="38100" dir="2700000" algn="tl">
                  <a:srgbClr val="C0C0C0"/>
                </a:outerShdw>
              </a:effectLst>
            </a:endParaRPr>
          </a:p>
          <a:p>
            <a:pPr>
              <a:lnSpc>
                <a:spcPct val="90000"/>
              </a:lnSpc>
              <a:spcBef>
                <a:spcPct val="50000"/>
              </a:spcBef>
              <a:buFont typeface="Wingdings" pitchFamily="2" charset="2"/>
              <a:buNone/>
              <a:defRPr/>
            </a:pPr>
            <a:r>
              <a:rPr lang="en-US" altLang="zh-CN" sz="2800" b="1" dirty="0">
                <a:solidFill>
                  <a:srgbClr val="002060"/>
                </a:solidFill>
                <a:effectLst>
                  <a:outerShdw blurRad="38100" dist="38100" dir="2700000" algn="tl">
                    <a:srgbClr val="C0C0C0"/>
                  </a:outerShdw>
                </a:effectLst>
              </a:rPr>
              <a:t>public void </a:t>
            </a:r>
            <a:r>
              <a:rPr lang="en-US" altLang="zh-CN" sz="2800" b="1" dirty="0" err="1">
                <a:solidFill>
                  <a:schemeClr val="accent2"/>
                </a:solidFill>
                <a:effectLst>
                  <a:outerShdw blurRad="38100" dist="38100" dir="2700000" algn="tl">
                    <a:srgbClr val="C0C0C0"/>
                  </a:outerShdw>
                </a:effectLst>
              </a:rPr>
              <a:t>setAutoCommit</a:t>
            </a:r>
            <a:r>
              <a:rPr lang="en-US" altLang="zh-CN" sz="2800" b="1" dirty="0">
                <a:solidFill>
                  <a:srgbClr val="002060"/>
                </a:solidFill>
                <a:effectLst>
                  <a:outerShdw blurRad="38100" dist="38100" dir="2700000" algn="tl">
                    <a:srgbClr val="C0C0C0"/>
                  </a:outerShdw>
                </a:effectLst>
              </a:rPr>
              <a:t>(</a:t>
            </a:r>
            <a:r>
              <a:rPr lang="en-US" altLang="zh-CN" sz="2800" b="1" dirty="0" err="1">
                <a:solidFill>
                  <a:srgbClr val="002060"/>
                </a:solidFill>
                <a:effectLst>
                  <a:outerShdw blurRad="38100" dist="38100" dir="2700000" algn="tl">
                    <a:srgbClr val="C0C0C0"/>
                  </a:outerShdw>
                </a:effectLst>
              </a:rPr>
              <a:t>boolean</a:t>
            </a:r>
            <a:r>
              <a:rPr lang="en-US" altLang="zh-CN" sz="2800" b="1" dirty="0">
                <a:solidFill>
                  <a:srgbClr val="002060"/>
                </a:solidFill>
                <a:effectLst>
                  <a:outerShdw blurRad="38100" dist="38100" dir="2700000" algn="tl">
                    <a:srgbClr val="C0C0C0"/>
                  </a:outerShdw>
                </a:effectLst>
              </a:rPr>
              <a:t>) //</a:t>
            </a:r>
            <a:r>
              <a:rPr lang="zh-CN" altLang="en-US" sz="2800" b="1" dirty="0">
                <a:solidFill>
                  <a:srgbClr val="002060"/>
                </a:solidFill>
                <a:effectLst>
                  <a:outerShdw blurRad="38100" dist="38100" dir="2700000" algn="tl">
                    <a:srgbClr val="C0C0C0"/>
                  </a:outerShdw>
                </a:effectLst>
              </a:rPr>
              <a:t>设置提交方式</a:t>
            </a:r>
            <a:endParaRPr lang="en-US" altLang="zh-CN" sz="2800" b="1" dirty="0">
              <a:solidFill>
                <a:srgbClr val="002060"/>
              </a:solidFill>
              <a:effectLst>
                <a:outerShdw blurRad="38100" dist="38100" dir="2700000" algn="tl">
                  <a:srgbClr val="C0C0C0"/>
                </a:outerShdw>
              </a:effectLst>
            </a:endParaRPr>
          </a:p>
          <a:p>
            <a:pPr>
              <a:lnSpc>
                <a:spcPct val="90000"/>
              </a:lnSpc>
              <a:spcBef>
                <a:spcPct val="50000"/>
              </a:spcBef>
              <a:buFont typeface="Wingdings" pitchFamily="2" charset="2"/>
              <a:buNone/>
              <a:defRPr/>
            </a:pPr>
            <a:r>
              <a:rPr lang="en-US" altLang="zh-CN" sz="2800" b="1" dirty="0">
                <a:solidFill>
                  <a:srgbClr val="002060"/>
                </a:solidFill>
                <a:effectLst>
                  <a:outerShdw blurRad="38100" dist="38100" dir="2700000" algn="tl">
                    <a:srgbClr val="C0C0C0"/>
                  </a:outerShdw>
                </a:effectLst>
              </a:rPr>
              <a:t>public </a:t>
            </a:r>
            <a:r>
              <a:rPr lang="en-US" altLang="zh-CN" sz="2800" b="1" dirty="0" err="1">
                <a:solidFill>
                  <a:srgbClr val="002060"/>
                </a:solidFill>
                <a:effectLst>
                  <a:outerShdw blurRad="38100" dist="38100" dir="2700000" algn="tl">
                    <a:srgbClr val="C0C0C0"/>
                  </a:outerShdw>
                </a:effectLst>
              </a:rPr>
              <a:t>boolean</a:t>
            </a:r>
            <a:r>
              <a:rPr lang="en-US" altLang="zh-CN" sz="2800" b="1" dirty="0">
                <a:solidFill>
                  <a:srgbClr val="002060"/>
                </a:solidFill>
                <a:effectLst>
                  <a:outerShdw blurRad="38100" dist="38100" dir="2700000" algn="tl">
                    <a:srgbClr val="C0C0C0"/>
                  </a:outerShdw>
                </a:effectLst>
              </a:rPr>
              <a:t> </a:t>
            </a:r>
            <a:r>
              <a:rPr lang="en-US" altLang="zh-CN" sz="2800" b="1" dirty="0" err="1">
                <a:solidFill>
                  <a:schemeClr val="accent2"/>
                </a:solidFill>
                <a:effectLst>
                  <a:outerShdw blurRad="38100" dist="38100" dir="2700000" algn="tl">
                    <a:srgbClr val="C0C0C0"/>
                  </a:outerShdw>
                </a:effectLst>
              </a:rPr>
              <a:t>getAutoCommit</a:t>
            </a:r>
            <a:r>
              <a:rPr lang="en-US" altLang="zh-CN" sz="2800" b="1" dirty="0">
                <a:solidFill>
                  <a:srgbClr val="002060"/>
                </a:solidFill>
                <a:effectLst>
                  <a:outerShdw blurRad="38100" dist="38100" dir="2700000" algn="tl">
                    <a:srgbClr val="C0C0C0"/>
                  </a:outerShdw>
                </a:effectLst>
              </a:rPr>
              <a:t>() //</a:t>
            </a:r>
            <a:r>
              <a:rPr lang="zh-CN" altLang="en-US" sz="2800" b="1" dirty="0">
                <a:solidFill>
                  <a:srgbClr val="002060"/>
                </a:solidFill>
                <a:effectLst>
                  <a:outerShdw blurRad="38100" dist="38100" dir="2700000" algn="tl">
                    <a:srgbClr val="C0C0C0"/>
                  </a:outerShdw>
                </a:effectLst>
              </a:rPr>
              <a:t>获取当前的提交方式</a:t>
            </a:r>
            <a:endParaRPr lang="en-US" altLang="zh-CN" sz="2800" b="1" dirty="0">
              <a:solidFill>
                <a:srgbClr val="002060"/>
              </a:solidFill>
              <a:effectLst>
                <a:outerShdw blurRad="38100" dist="38100" dir="2700000" algn="tl">
                  <a:srgbClr val="C0C0C0"/>
                </a:outerShdw>
              </a:effectLst>
            </a:endParaRPr>
          </a:p>
          <a:p>
            <a:pPr>
              <a:lnSpc>
                <a:spcPct val="90000"/>
              </a:lnSpc>
              <a:spcBef>
                <a:spcPct val="50000"/>
              </a:spcBef>
              <a:buFont typeface="Wingdings" pitchFamily="2" charset="2"/>
              <a:buNone/>
              <a:defRPr/>
            </a:pPr>
            <a:r>
              <a:rPr lang="en-US" altLang="zh-CN" sz="2800" b="1" dirty="0">
                <a:solidFill>
                  <a:srgbClr val="002060"/>
                </a:solidFill>
                <a:effectLst>
                  <a:outerShdw blurRad="38100" dist="38100" dir="2700000" algn="tl">
                    <a:srgbClr val="C0C0C0"/>
                  </a:outerShdw>
                </a:effectLst>
              </a:rPr>
              <a:t>public void </a:t>
            </a:r>
            <a:r>
              <a:rPr lang="en-US" altLang="zh-CN" sz="2800" b="1" dirty="0">
                <a:solidFill>
                  <a:schemeClr val="accent2"/>
                </a:solidFill>
                <a:effectLst>
                  <a:outerShdw blurRad="38100" dist="38100" dir="2700000" algn="tl">
                    <a:srgbClr val="C0C0C0"/>
                  </a:outerShdw>
                </a:effectLst>
              </a:rPr>
              <a:t>commit</a:t>
            </a:r>
            <a:r>
              <a:rPr lang="en-US" altLang="zh-CN" sz="2800" b="1" dirty="0">
                <a:solidFill>
                  <a:srgbClr val="002060"/>
                </a:solidFill>
                <a:effectLst>
                  <a:outerShdw blurRad="38100" dist="38100" dir="2700000" algn="tl">
                    <a:srgbClr val="C0C0C0"/>
                  </a:outerShdw>
                </a:effectLst>
              </a:rPr>
              <a:t>() //</a:t>
            </a:r>
            <a:r>
              <a:rPr lang="zh-CN" altLang="en-US" sz="2800" b="1" dirty="0">
                <a:solidFill>
                  <a:srgbClr val="002060"/>
                </a:solidFill>
                <a:effectLst>
                  <a:outerShdw blurRad="38100" dist="38100" dir="2700000" algn="tl">
                    <a:srgbClr val="C0C0C0"/>
                  </a:outerShdw>
                </a:effectLst>
              </a:rPr>
              <a:t>提交</a:t>
            </a:r>
            <a:endParaRPr lang="en-US" altLang="zh-CN" sz="2800" b="1" dirty="0">
              <a:solidFill>
                <a:srgbClr val="002060"/>
              </a:solidFill>
              <a:effectLst>
                <a:outerShdw blurRad="38100" dist="38100" dir="2700000" algn="tl">
                  <a:srgbClr val="C0C0C0"/>
                </a:outerShdw>
              </a:effectLst>
            </a:endParaRPr>
          </a:p>
          <a:p>
            <a:pPr>
              <a:lnSpc>
                <a:spcPct val="90000"/>
              </a:lnSpc>
              <a:spcBef>
                <a:spcPct val="50000"/>
              </a:spcBef>
              <a:buFont typeface="Wingdings" pitchFamily="2" charset="2"/>
              <a:buNone/>
              <a:defRPr/>
            </a:pPr>
            <a:r>
              <a:rPr lang="en-US" altLang="zh-CN" sz="2800" b="1" dirty="0">
                <a:solidFill>
                  <a:srgbClr val="002060"/>
                </a:solidFill>
                <a:effectLst>
                  <a:outerShdw blurRad="38100" dist="38100" dir="2700000" algn="tl">
                    <a:srgbClr val="C0C0C0"/>
                  </a:outerShdw>
                </a:effectLst>
              </a:rPr>
              <a:t>public void </a:t>
            </a:r>
            <a:r>
              <a:rPr lang="en-US" altLang="zh-CN" sz="2800" b="1" dirty="0">
                <a:solidFill>
                  <a:schemeClr val="accent2"/>
                </a:solidFill>
                <a:effectLst>
                  <a:outerShdw blurRad="38100" dist="38100" dir="2700000" algn="tl">
                    <a:srgbClr val="C0C0C0"/>
                  </a:outerShdw>
                </a:effectLst>
              </a:rPr>
              <a:t>rollback</a:t>
            </a:r>
            <a:r>
              <a:rPr lang="en-US" altLang="zh-CN" sz="2800" b="1" dirty="0">
                <a:solidFill>
                  <a:srgbClr val="002060"/>
                </a:solidFill>
                <a:effectLst>
                  <a:outerShdw blurRad="38100" dist="38100" dir="2700000" algn="tl">
                    <a:srgbClr val="C0C0C0"/>
                  </a:outerShdw>
                </a:effectLst>
              </a:rPr>
              <a:t>()  // </a:t>
            </a:r>
            <a:r>
              <a:rPr lang="zh-CN" altLang="en-US" sz="2800" b="1" dirty="0">
                <a:solidFill>
                  <a:srgbClr val="002060"/>
                </a:solidFill>
                <a:effectLst>
                  <a:outerShdw blurRad="38100" dist="38100" dir="2700000" algn="tl">
                    <a:srgbClr val="C0C0C0"/>
                  </a:outerShdw>
                </a:effectLst>
              </a:rPr>
              <a:t>回滚</a:t>
            </a:r>
            <a:endParaRPr lang="en-US" altLang="zh-CN" sz="2800" b="1" dirty="0">
              <a:solidFill>
                <a:srgbClr val="002060"/>
              </a:solidFill>
              <a:effectLst>
                <a:outerShdw blurRad="38100" dist="38100" dir="2700000" algn="tl">
                  <a:srgbClr val="C0C0C0"/>
                </a:outerShdw>
              </a:effectLst>
            </a:endParaRPr>
          </a:p>
        </p:txBody>
      </p:sp>
    </p:spTree>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F1264097-1E05-ED45-7845-A3BEA6084533}"/>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en-US" altLang="zh-CN" sz="4000" b="1" dirty="0">
                <a:solidFill>
                  <a:schemeClr val="bg1"/>
                </a:solidFill>
                <a:latin typeface="+mn-ea"/>
                <a:ea typeface="+mn-ea"/>
                <a:sym typeface="Impact" pitchFamily="34" charset="0"/>
              </a:rPr>
              <a:t>JDBC</a:t>
            </a:r>
            <a:r>
              <a:rPr lang="zh-CN" altLang="en-US" sz="4000" b="1" dirty="0">
                <a:solidFill>
                  <a:schemeClr val="bg1"/>
                </a:solidFill>
                <a:latin typeface="+mn-ea"/>
                <a:ea typeface="+mn-ea"/>
                <a:sym typeface="Impact" pitchFamily="34" charset="0"/>
              </a:rPr>
              <a:t>事务</a:t>
            </a:r>
          </a:p>
        </p:txBody>
      </p:sp>
      <p:sp>
        <p:nvSpPr>
          <p:cNvPr id="4" name="Text Box 5">
            <a:extLst>
              <a:ext uri="{FF2B5EF4-FFF2-40B4-BE49-F238E27FC236}">
                <a16:creationId xmlns:a16="http://schemas.microsoft.com/office/drawing/2014/main" id="{35E67AB5-1C7A-2276-4EE5-C059DB1214F8}"/>
              </a:ext>
            </a:extLst>
          </p:cNvPr>
          <p:cNvSpPr txBox="1">
            <a:spLocks noChangeArrowheads="1"/>
          </p:cNvSpPr>
          <p:nvPr/>
        </p:nvSpPr>
        <p:spPr bwMode="auto">
          <a:xfrm>
            <a:off x="520700" y="1196975"/>
            <a:ext cx="11591925"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buClr>
                <a:srgbClr val="32C6CA"/>
              </a:buClr>
              <a:buSzPct val="80000"/>
              <a:buFont typeface="Arial" charset="0"/>
              <a:buNone/>
              <a:defRPr/>
            </a:pP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  </a:t>
            </a:r>
            <a:r>
              <a:rPr kumimoji="1" lang="en-US" altLang="zh-CN" sz="3200" b="1" dirty="0">
                <a:latin typeface="黑体" pitchFamily="49" charset="-122"/>
                <a:ea typeface="黑体" pitchFamily="49" charset="-122"/>
              </a:rPr>
              <a:t>【</a:t>
            </a:r>
            <a:r>
              <a:rPr kumimoji="1" lang="zh-CN" altLang="en-US" sz="3200" dirty="0">
                <a:latin typeface="黑体" pitchFamily="49" charset="-122"/>
                <a:ea typeface="黑体" pitchFamily="49" charset="-122"/>
              </a:rPr>
              <a:t>例</a:t>
            </a:r>
            <a:r>
              <a:rPr kumimoji="1" lang="en-US" altLang="zh-CN" sz="3200" dirty="0">
                <a:latin typeface="黑体" pitchFamily="49" charset="-122"/>
                <a:ea typeface="黑体" pitchFamily="49" charset="-122"/>
              </a:rPr>
              <a:t>】</a:t>
            </a:r>
            <a:r>
              <a:rPr kumimoji="1" lang="zh-CN" altLang="en-US" sz="3200" dirty="0">
                <a:latin typeface="黑体" pitchFamily="49" charset="-122"/>
                <a:ea typeface="黑体" pitchFamily="49" charset="-122"/>
              </a:rPr>
              <a:t>：</a:t>
            </a:r>
            <a:r>
              <a:rPr lang="zh-CN" altLang="en-US" sz="3200" b="1" dirty="0">
                <a:effectLst>
                  <a:outerShdw blurRad="38100" dist="38100" dir="2700000" algn="tl">
                    <a:srgbClr val="C0C0C0"/>
                  </a:outerShdw>
                </a:effectLst>
              </a:rPr>
              <a:t>用</a:t>
            </a:r>
            <a:r>
              <a:rPr lang="en-US" altLang="zh-CN" sz="3200" b="1" dirty="0">
                <a:effectLst>
                  <a:outerShdw blurRad="38100" dist="38100" dir="2700000" algn="tl">
                    <a:srgbClr val="C0C0C0"/>
                  </a:outerShdw>
                </a:effectLst>
              </a:rPr>
              <a:t>JDBC</a:t>
            </a:r>
            <a:r>
              <a:rPr lang="zh-CN" altLang="en-US" sz="3200" b="1" dirty="0">
                <a:effectLst>
                  <a:outerShdw blurRad="38100" dist="38100" dir="2700000" algn="tl">
                    <a:srgbClr val="C0C0C0"/>
                  </a:outerShdw>
                </a:effectLst>
              </a:rPr>
              <a:t>事务来实现银行财务转账。</a:t>
            </a:r>
          </a:p>
        </p:txBody>
      </p:sp>
      <p:sp>
        <p:nvSpPr>
          <p:cNvPr id="11" name="矩形 10">
            <a:extLst>
              <a:ext uri="{FF2B5EF4-FFF2-40B4-BE49-F238E27FC236}">
                <a16:creationId xmlns:a16="http://schemas.microsoft.com/office/drawing/2014/main" id="{3B5BFA0E-A1CF-6909-76DC-B978F84B32F8}"/>
              </a:ext>
            </a:extLst>
          </p:cNvPr>
          <p:cNvSpPr>
            <a:spLocks noChangeArrowheads="1"/>
          </p:cNvSpPr>
          <p:nvPr/>
        </p:nvSpPr>
        <p:spPr bwMode="auto">
          <a:xfrm>
            <a:off x="420688" y="1916113"/>
            <a:ext cx="11510962"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solidFill>
                  <a:srgbClr val="002060"/>
                </a:solidFill>
              </a:rPr>
              <a:t>try {</a:t>
            </a:r>
            <a:r>
              <a:rPr lang="en-US" altLang="zh-CN" sz="2400" b="1">
                <a:solidFill>
                  <a:srgbClr val="C00000"/>
                </a:solidFill>
              </a:rPr>
              <a:t>conn.setAutoCommit(false);</a:t>
            </a:r>
          </a:p>
          <a:p>
            <a:r>
              <a:rPr lang="en-US" altLang="zh-CN" sz="2400" b="1">
                <a:solidFill>
                  <a:srgbClr val="002060"/>
                </a:solidFill>
              </a:rPr>
              <a:t>       stmt=conn.createStatement();</a:t>
            </a:r>
          </a:p>
          <a:p>
            <a:r>
              <a:rPr lang="en-US" altLang="zh-CN" sz="2000" b="1">
                <a:solidFill>
                  <a:srgbClr val="002060"/>
                </a:solidFill>
              </a:rPr>
              <a:t>       String sql1="update account set balance=balance-600 where   account_id=202201";</a:t>
            </a:r>
          </a:p>
          <a:p>
            <a:r>
              <a:rPr lang="en-US" altLang="zh-CN" sz="2400" b="1">
                <a:solidFill>
                  <a:srgbClr val="002060"/>
                </a:solidFill>
              </a:rPr>
              <a:t>       stmt.executeUpdate(sql1);</a:t>
            </a:r>
          </a:p>
          <a:p>
            <a:r>
              <a:rPr lang="en-US" altLang="zh-CN" sz="2000" b="1">
                <a:solidFill>
                  <a:srgbClr val="002060"/>
                </a:solidFill>
              </a:rPr>
              <a:t>       String sql2="update account set balance=balance+600 where account_id=202202";</a:t>
            </a:r>
          </a:p>
          <a:p>
            <a:r>
              <a:rPr lang="en-US" altLang="zh-CN" sz="2400" b="1">
                <a:solidFill>
                  <a:srgbClr val="002060"/>
                </a:solidFill>
              </a:rPr>
              <a:t>      stmt.executeUpdate(sql2);</a:t>
            </a:r>
          </a:p>
          <a:p>
            <a:r>
              <a:rPr lang="en-US" altLang="zh-CN" sz="2400" b="1">
                <a:solidFill>
                  <a:srgbClr val="002060"/>
                </a:solidFill>
              </a:rPr>
              <a:t>       </a:t>
            </a:r>
            <a:r>
              <a:rPr lang="en-US" altLang="zh-CN" sz="2400" b="1">
                <a:solidFill>
                  <a:srgbClr val="C00000"/>
                </a:solidFill>
              </a:rPr>
              <a:t>conn.commit();</a:t>
            </a:r>
          </a:p>
          <a:p>
            <a:r>
              <a:rPr lang="en-US" altLang="zh-CN" sz="2400" b="1">
                <a:solidFill>
                  <a:srgbClr val="002060"/>
                </a:solidFill>
              </a:rPr>
              <a:t>     } catch (SQLException e) {</a:t>
            </a:r>
          </a:p>
          <a:p>
            <a:r>
              <a:rPr lang="en-US" altLang="zh-CN" sz="2400" b="1">
                <a:solidFill>
                  <a:srgbClr val="002060"/>
                </a:solidFill>
              </a:rPr>
              <a:t>		e.printStackTrace();</a:t>
            </a:r>
          </a:p>
          <a:p>
            <a:r>
              <a:rPr lang="en-US" altLang="zh-CN" sz="2400" b="1">
                <a:solidFill>
                  <a:srgbClr val="002060"/>
                </a:solidFill>
              </a:rPr>
              <a:t>         try {</a:t>
            </a:r>
          </a:p>
          <a:p>
            <a:r>
              <a:rPr lang="en-US" altLang="zh-CN" sz="2400" b="1">
                <a:solidFill>
                  <a:srgbClr val="002060"/>
                </a:solidFill>
              </a:rPr>
              <a:t>	  </a:t>
            </a:r>
            <a:r>
              <a:rPr lang="en-US" altLang="zh-CN" sz="2400" b="1">
                <a:solidFill>
                  <a:srgbClr val="C00000"/>
                </a:solidFill>
              </a:rPr>
              <a:t>conn.rollback();</a:t>
            </a:r>
          </a:p>
          <a:p>
            <a:r>
              <a:rPr lang="en-US" altLang="zh-CN" sz="2400" b="1">
                <a:solidFill>
                  <a:srgbClr val="002060"/>
                </a:solidFill>
              </a:rPr>
              <a:t>               }</a:t>
            </a:r>
          </a:p>
          <a:p>
            <a:r>
              <a:rPr lang="en-US" altLang="zh-CN" sz="2400" b="1">
                <a:solidFill>
                  <a:srgbClr val="002060"/>
                </a:solidFill>
              </a:rPr>
              <a:t>    }			</a:t>
            </a:r>
            <a:endParaRPr lang="zh-CN" altLang="en-US" sz="2400" b="1">
              <a:solidFill>
                <a:srgbClr val="002060"/>
              </a:solidFill>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7DB0D840-DD3D-99DB-8C57-A5AEEEF5DB3B}"/>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en-US" altLang="zh-CN" sz="4000" b="1" dirty="0">
                <a:solidFill>
                  <a:schemeClr val="bg1"/>
                </a:solidFill>
                <a:latin typeface="+mn-ea"/>
                <a:ea typeface="+mn-ea"/>
                <a:sym typeface="Impact" pitchFamily="34" charset="0"/>
              </a:rPr>
              <a:t>JDBC</a:t>
            </a:r>
            <a:r>
              <a:rPr lang="zh-CN" altLang="en-US" sz="4000" b="1" dirty="0">
                <a:solidFill>
                  <a:schemeClr val="bg1"/>
                </a:solidFill>
                <a:latin typeface="+mn-ea"/>
                <a:ea typeface="+mn-ea"/>
                <a:sym typeface="Impact" pitchFamily="34" charset="0"/>
              </a:rPr>
              <a:t>事务</a:t>
            </a:r>
          </a:p>
        </p:txBody>
      </p:sp>
      <p:sp>
        <p:nvSpPr>
          <p:cNvPr id="4" name="Text Box 5">
            <a:extLst>
              <a:ext uri="{FF2B5EF4-FFF2-40B4-BE49-F238E27FC236}">
                <a16:creationId xmlns:a16="http://schemas.microsoft.com/office/drawing/2014/main" id="{12AF3544-A57D-C3F8-0C6E-E96554ED718B}"/>
              </a:ext>
            </a:extLst>
          </p:cNvPr>
          <p:cNvSpPr txBox="1">
            <a:spLocks noChangeArrowheads="1"/>
          </p:cNvSpPr>
          <p:nvPr/>
        </p:nvSpPr>
        <p:spPr bwMode="auto">
          <a:xfrm>
            <a:off x="520700" y="1196975"/>
            <a:ext cx="11591925" cy="1138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buClr>
                <a:srgbClr val="32C6CA"/>
              </a:buClr>
              <a:buSzPct val="80000"/>
              <a:buFont typeface="Arial" charset="0"/>
              <a:buNone/>
              <a:defRPr/>
            </a:pPr>
            <a:r>
              <a:rPr kumimoji="1" lang="zh-CN" altLang="en-US" sz="3200" b="1" dirty="0">
                <a:solidFill>
                  <a:srgbClr val="C00000"/>
                </a:solidFill>
                <a:latin typeface="黑体" pitchFamily="49" charset="-122"/>
                <a:ea typeface="黑体" pitchFamily="49" charset="-122"/>
              </a:rPr>
              <a:t>思考题：</a:t>
            </a:r>
            <a:endParaRPr kumimoji="1" lang="en-US" altLang="zh-CN" sz="3200" dirty="0">
              <a:solidFill>
                <a:srgbClr val="C00000"/>
              </a:solidFill>
              <a:latin typeface="黑体" pitchFamily="49" charset="-122"/>
              <a:ea typeface="黑体" pitchFamily="49" charset="-122"/>
              <a:sym typeface="Wingdings" panose="05000000000000000000" pitchFamily="2" charset="2"/>
            </a:endParaRPr>
          </a:p>
          <a:p>
            <a:pPr>
              <a:lnSpc>
                <a:spcPct val="90000"/>
              </a:lnSpc>
              <a:spcBef>
                <a:spcPct val="50000"/>
              </a:spcBef>
              <a:buClr>
                <a:srgbClr val="32C6CA"/>
              </a:buClr>
              <a:buSzPct val="80000"/>
              <a:buFont typeface="Arial" charset="0"/>
              <a:buNone/>
              <a:defRPr/>
            </a:pPr>
            <a:r>
              <a:rPr lang="zh-CN" altLang="en-US" sz="2800" b="1" dirty="0">
                <a:effectLst>
                  <a:outerShdw blurRad="38100" dist="38100" dir="2700000" algn="tl">
                    <a:srgbClr val="C0C0C0"/>
                  </a:outerShdw>
                </a:effectLst>
              </a:rPr>
              <a:t>（</a:t>
            </a:r>
            <a:r>
              <a:rPr lang="en-US" altLang="zh-CN" sz="2800" b="1" dirty="0">
                <a:effectLst>
                  <a:outerShdw blurRad="38100" dist="38100" dir="2700000" algn="tl">
                    <a:srgbClr val="C0C0C0"/>
                  </a:outerShdw>
                </a:effectLst>
              </a:rPr>
              <a:t>1</a:t>
            </a:r>
            <a:r>
              <a:rPr lang="zh-CN" altLang="en-US" sz="2800" b="1" dirty="0">
                <a:effectLst>
                  <a:outerShdw blurRad="38100" dist="38100" dir="2700000" algn="tl">
                    <a:srgbClr val="C0C0C0"/>
                  </a:outerShdw>
                </a:effectLst>
              </a:rPr>
              <a:t>）在数据库应用系统中，事务处理放在前端和后端，哪个更好 ？</a:t>
            </a:r>
            <a:endParaRPr lang="en-US" altLang="zh-CN" sz="2800" b="1" dirty="0">
              <a:effectLst>
                <a:outerShdw blurRad="38100" dist="38100" dir="2700000" algn="tl">
                  <a:srgbClr val="C0C0C0"/>
                </a:outerShdw>
              </a:effectLst>
            </a:endParaRPr>
          </a:p>
        </p:txBody>
      </p:sp>
      <p:sp>
        <p:nvSpPr>
          <p:cNvPr id="5" name="Text Box 5">
            <a:extLst>
              <a:ext uri="{FF2B5EF4-FFF2-40B4-BE49-F238E27FC236}">
                <a16:creationId xmlns:a16="http://schemas.microsoft.com/office/drawing/2014/main" id="{B8200258-4E83-BDB0-F458-E456FE234AEB}"/>
              </a:ext>
            </a:extLst>
          </p:cNvPr>
          <p:cNvSpPr txBox="1">
            <a:spLocks noChangeArrowheads="1"/>
          </p:cNvSpPr>
          <p:nvPr/>
        </p:nvSpPr>
        <p:spPr bwMode="auto">
          <a:xfrm>
            <a:off x="590550" y="4868863"/>
            <a:ext cx="11591925"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32C6CA"/>
              </a:buClr>
              <a:buSzPct val="80000"/>
              <a:buFont typeface="Arial" charset="0"/>
              <a:buNone/>
              <a:defRPr/>
            </a:pPr>
            <a:r>
              <a:rPr lang="zh-CN" altLang="en-US" sz="2800" b="1" dirty="0">
                <a:solidFill>
                  <a:srgbClr val="C00000"/>
                </a:solidFill>
                <a:effectLst>
                  <a:outerShdw blurRad="38100" dist="38100" dir="2700000" algn="tl">
                    <a:srgbClr val="C0C0C0"/>
                  </a:outerShdw>
                </a:effectLst>
              </a:rPr>
              <a:t>答：</a:t>
            </a:r>
            <a:r>
              <a:rPr lang="zh-CN" altLang="en-US" sz="2800" b="1" dirty="0">
                <a:solidFill>
                  <a:srgbClr val="002060"/>
                </a:solidFill>
                <a:effectLst>
                  <a:outerShdw blurRad="38100" dist="38100" dir="2700000" algn="tl">
                    <a:srgbClr val="C0C0C0"/>
                  </a:outerShdw>
                </a:effectLst>
              </a:rPr>
              <a:t>从数据库系统的执行效率来说，放在前端比放在后端好。数据在前端直接过滤即可，放在后端需要数据库去做判断，会消耗系统效率。</a:t>
            </a:r>
            <a:endParaRPr lang="zh-CN" altLang="en-US" sz="2800" b="1" dirty="0">
              <a:effectLst>
                <a:outerShdw blurRad="38100" dist="38100" dir="2700000" algn="tl">
                  <a:srgbClr val="C0C0C0"/>
                </a:outerShdw>
              </a:effectLst>
            </a:endParaRPr>
          </a:p>
        </p:txBody>
      </p:sp>
      <p:sp>
        <p:nvSpPr>
          <p:cNvPr id="7" name="Text Box 5">
            <a:extLst>
              <a:ext uri="{FF2B5EF4-FFF2-40B4-BE49-F238E27FC236}">
                <a16:creationId xmlns:a16="http://schemas.microsoft.com/office/drawing/2014/main" id="{DE7B9EDE-738B-FBEC-F2FC-DCA4C670634A}"/>
              </a:ext>
            </a:extLst>
          </p:cNvPr>
          <p:cNvSpPr txBox="1">
            <a:spLocks noChangeArrowheads="1"/>
          </p:cNvSpPr>
          <p:nvPr/>
        </p:nvSpPr>
        <p:spPr bwMode="auto">
          <a:xfrm>
            <a:off x="590550" y="2503488"/>
            <a:ext cx="11591925"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32C6CA"/>
              </a:buClr>
              <a:buSzPct val="80000"/>
              <a:buFont typeface="Arial" charset="0"/>
              <a:buNone/>
              <a:defRPr/>
            </a:pPr>
            <a:r>
              <a:rPr lang="zh-CN" altLang="en-US" sz="2800" b="1" dirty="0">
                <a:solidFill>
                  <a:srgbClr val="C00000"/>
                </a:solidFill>
                <a:effectLst>
                  <a:outerShdw blurRad="38100" dist="38100" dir="2700000" algn="tl">
                    <a:srgbClr val="C0C0C0"/>
                  </a:outerShdw>
                </a:effectLst>
              </a:rPr>
              <a:t>答：</a:t>
            </a:r>
            <a:r>
              <a:rPr lang="zh-CN" altLang="en-US" sz="2800" b="1" dirty="0">
                <a:solidFill>
                  <a:srgbClr val="002060"/>
                </a:solidFill>
                <a:effectLst>
                  <a:outerShdw blurRad="38100" dist="38100" dir="2700000" algn="tl">
                    <a:srgbClr val="C0C0C0"/>
                  </a:outerShdw>
                </a:effectLst>
              </a:rPr>
              <a:t>从数据库系统的可移植性来说，放在前端比放在后端好。因为后端一般通过数据库编程来进行控制，而不同工具如</a:t>
            </a:r>
            <a:r>
              <a:rPr lang="en-US" altLang="zh-CN" sz="2800" b="1" dirty="0">
                <a:solidFill>
                  <a:srgbClr val="002060"/>
                </a:solidFill>
                <a:effectLst>
                  <a:outerShdw blurRad="38100" dist="38100" dir="2700000" algn="tl">
                    <a:srgbClr val="C0C0C0"/>
                  </a:outerShdw>
                </a:effectLst>
              </a:rPr>
              <a:t>MySQL</a:t>
            </a:r>
            <a:r>
              <a:rPr lang="zh-CN" altLang="en-US" sz="2800" b="1" dirty="0">
                <a:solidFill>
                  <a:srgbClr val="002060"/>
                </a:solidFill>
                <a:effectLst>
                  <a:outerShdw blurRad="38100" dist="38100" dir="2700000" algn="tl">
                    <a:srgbClr val="C0C0C0"/>
                  </a:outerShdw>
                </a:effectLst>
              </a:rPr>
              <a:t>、</a:t>
            </a:r>
            <a:r>
              <a:rPr lang="en-US" altLang="zh-CN" sz="2800" b="1" dirty="0" err="1">
                <a:solidFill>
                  <a:srgbClr val="002060"/>
                </a:solidFill>
                <a:effectLst>
                  <a:outerShdw blurRad="38100" dist="38100" dir="2700000" algn="tl">
                    <a:srgbClr val="C0C0C0"/>
                  </a:outerShdw>
                </a:effectLst>
              </a:rPr>
              <a:t>SQLServer</a:t>
            </a:r>
            <a:r>
              <a:rPr lang="zh-CN" altLang="en-US" sz="2800" b="1" dirty="0">
                <a:solidFill>
                  <a:srgbClr val="002060"/>
                </a:solidFill>
                <a:effectLst>
                  <a:outerShdw blurRad="38100" dist="38100" dir="2700000" algn="tl">
                    <a:srgbClr val="C0C0C0"/>
                  </a:outerShdw>
                </a:effectLst>
              </a:rPr>
              <a:t>、</a:t>
            </a:r>
            <a:r>
              <a:rPr lang="en-US" altLang="zh-CN" sz="2800" b="1" dirty="0" err="1">
                <a:solidFill>
                  <a:srgbClr val="002060"/>
                </a:solidFill>
                <a:effectLst>
                  <a:outerShdw blurRad="38100" dist="38100" dir="2700000" algn="tl">
                    <a:srgbClr val="C0C0C0"/>
                  </a:outerShdw>
                </a:effectLst>
              </a:rPr>
              <a:t>Orale</a:t>
            </a:r>
            <a:r>
              <a:rPr lang="zh-CN" altLang="en-US" sz="2800" b="1" dirty="0">
                <a:solidFill>
                  <a:srgbClr val="002060"/>
                </a:solidFill>
                <a:effectLst>
                  <a:outerShdw blurRad="38100" dist="38100" dir="2700000" algn="tl">
                    <a:srgbClr val="C0C0C0"/>
                  </a:outerShdw>
                </a:effectLst>
              </a:rPr>
              <a:t>等编程语法差别较大，可移植性差。</a:t>
            </a:r>
            <a:endParaRPr lang="en-US" altLang="zh-CN" sz="2800" b="1" dirty="0">
              <a:solidFill>
                <a:srgbClr val="002060"/>
              </a:solidFill>
              <a:effectLst>
                <a:outerShdw blurRad="38100" dist="38100" dir="2700000" algn="tl">
                  <a:srgbClr val="C0C0C0"/>
                </a:outerShdw>
              </a:effectLst>
            </a:endParaRPr>
          </a:p>
        </p:txBody>
      </p:sp>
      <p:sp>
        <p:nvSpPr>
          <p:cNvPr id="8" name="Text Box 5">
            <a:extLst>
              <a:ext uri="{FF2B5EF4-FFF2-40B4-BE49-F238E27FC236}">
                <a16:creationId xmlns:a16="http://schemas.microsoft.com/office/drawing/2014/main" id="{B2A47E6A-DCFD-86C3-A01A-F90828DB0930}"/>
              </a:ext>
            </a:extLst>
          </p:cNvPr>
          <p:cNvSpPr txBox="1">
            <a:spLocks noChangeArrowheads="1"/>
          </p:cNvSpPr>
          <p:nvPr/>
        </p:nvSpPr>
        <p:spPr bwMode="auto">
          <a:xfrm>
            <a:off x="520700" y="4133850"/>
            <a:ext cx="11591925"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buClr>
                <a:srgbClr val="32C6CA"/>
              </a:buClr>
              <a:buSzPct val="80000"/>
              <a:buFont typeface="Arial" charset="0"/>
              <a:buNone/>
              <a:defRPr/>
            </a:pPr>
            <a:r>
              <a:rPr lang="zh-CN" altLang="en-US" sz="2800" b="1" dirty="0">
                <a:effectLst>
                  <a:outerShdw blurRad="38100" dist="38100" dir="2700000" algn="tl">
                    <a:srgbClr val="C0C0C0"/>
                  </a:outerShdw>
                </a:effectLst>
              </a:rPr>
              <a:t>（</a:t>
            </a:r>
            <a:r>
              <a:rPr lang="en-US" altLang="zh-CN" sz="2800" b="1" dirty="0">
                <a:effectLst>
                  <a:outerShdw blurRad="38100" dist="38100" dir="2700000" algn="tl">
                    <a:srgbClr val="C0C0C0"/>
                  </a:outerShdw>
                </a:effectLst>
              </a:rPr>
              <a:t>2</a:t>
            </a:r>
            <a:r>
              <a:rPr lang="zh-CN" altLang="en-US" sz="2800" b="1" dirty="0">
                <a:effectLst>
                  <a:outerShdw blurRad="38100" dist="38100" dir="2700000" algn="tl">
                    <a:srgbClr val="C0C0C0"/>
                  </a:outerShdw>
                </a:effectLst>
              </a:rPr>
              <a:t>）在数据库应用系统中，检查约束放在前端和后端，哪个更好 ？</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D525F9F5-3CF9-B6CC-9448-3BC787923B3C}"/>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事务的特性</a:t>
            </a:r>
          </a:p>
        </p:txBody>
      </p:sp>
      <p:sp>
        <p:nvSpPr>
          <p:cNvPr id="5" name="Rectangle 4">
            <a:extLst>
              <a:ext uri="{FF2B5EF4-FFF2-40B4-BE49-F238E27FC236}">
                <a16:creationId xmlns:a16="http://schemas.microsoft.com/office/drawing/2014/main" id="{8AD24422-628A-CB15-16A0-82113F6EAD01}"/>
              </a:ext>
            </a:extLst>
          </p:cNvPr>
          <p:cNvSpPr>
            <a:spLocks noChangeArrowheads="1"/>
          </p:cNvSpPr>
          <p:nvPr/>
        </p:nvSpPr>
        <p:spPr bwMode="auto">
          <a:xfrm>
            <a:off x="411163" y="1052513"/>
            <a:ext cx="11160125" cy="947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ct val="110000"/>
              </a:lnSpc>
              <a:spcAft>
                <a:spcPct val="40000"/>
              </a:spcAft>
              <a:buFont typeface="Arial" charset="0"/>
              <a:buNone/>
              <a:defRPr/>
            </a:pPr>
            <a:r>
              <a:rPr kumimoji="1"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① 原子性（</a:t>
            </a:r>
            <a:r>
              <a:rPr kumimoji="1" lang="en-US" altLang="zh-CN" sz="2800" b="1" u="sng" dirty="0">
                <a:solidFill>
                  <a:srgbClr val="FF0000"/>
                </a:solidFill>
                <a:effectLst>
                  <a:outerShdw blurRad="38100" dist="38100" dir="2700000" algn="tl">
                    <a:srgbClr val="C0C0C0"/>
                  </a:outerShdw>
                </a:effectLst>
                <a:latin typeface="楷体_GB2312" pitchFamily="49" charset="-122"/>
                <a:ea typeface="楷体_GB2312" pitchFamily="49" charset="-122"/>
              </a:rPr>
              <a:t>A</a:t>
            </a:r>
            <a:r>
              <a:rPr kumimoji="1"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tomicity</a:t>
            </a:r>
            <a:r>
              <a:rPr kumimoji="1"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dirty="0">
                <a:solidFill>
                  <a:srgbClr val="002060"/>
                </a:solidFill>
                <a:effectLst>
                  <a:outerShdw blurRad="38100" dist="38100" dir="2700000" algn="tl">
                    <a:srgbClr val="C0C0C0"/>
                  </a:outerShdw>
                </a:effectLst>
                <a:latin typeface="楷体_GB2312" pitchFamily="49" charset="-122"/>
                <a:ea typeface="楷体_GB2312" pitchFamily="49" charset="-122"/>
              </a:rPr>
              <a:t>事务是一个不可分隔的整体，事务中的语句要么都执行，要么都不执行；（</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通过</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COMMIT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ROLLBACK</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实现</a:t>
            </a:r>
            <a:r>
              <a:rPr kumimoji="1" lang="zh-CN" altLang="en-US" sz="2800" dirty="0">
                <a:solidFill>
                  <a:srgbClr val="002060"/>
                </a:solidFill>
                <a:effectLst>
                  <a:outerShdw blurRad="38100" dist="38100" dir="2700000" algn="tl">
                    <a:srgbClr val="C0C0C0"/>
                  </a:outerShdw>
                </a:effectLst>
                <a:latin typeface="楷体_GB2312" pitchFamily="49" charset="-122"/>
                <a:ea typeface="楷体_GB2312" pitchFamily="49" charset="-122"/>
              </a:rPr>
              <a:t>）</a:t>
            </a:r>
          </a:p>
        </p:txBody>
      </p:sp>
      <p:sp>
        <p:nvSpPr>
          <p:cNvPr id="4" name="Rectangle 4">
            <a:extLst>
              <a:ext uri="{FF2B5EF4-FFF2-40B4-BE49-F238E27FC236}">
                <a16:creationId xmlns:a16="http://schemas.microsoft.com/office/drawing/2014/main" id="{08CF194E-C8FA-C9E5-127C-EF0A2980FCE3}"/>
              </a:ext>
            </a:extLst>
          </p:cNvPr>
          <p:cNvSpPr>
            <a:spLocks noChangeArrowheads="1"/>
          </p:cNvSpPr>
          <p:nvPr/>
        </p:nvSpPr>
        <p:spPr bwMode="auto">
          <a:xfrm>
            <a:off x="411163" y="2276475"/>
            <a:ext cx="11160125" cy="947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ct val="110000"/>
              </a:lnSpc>
              <a:spcAft>
                <a:spcPct val="40000"/>
              </a:spcAft>
              <a:buFont typeface="Arial" charset="0"/>
              <a:buNone/>
              <a:defRPr/>
            </a:pPr>
            <a:r>
              <a:rPr kumimoji="1"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② 一致性（</a:t>
            </a:r>
            <a:r>
              <a:rPr kumimoji="1" lang="en-US" altLang="zh-CN" sz="2800" b="1" u="sng" dirty="0">
                <a:solidFill>
                  <a:srgbClr val="FF0000"/>
                </a:solidFill>
                <a:effectLst>
                  <a:outerShdw blurRad="38100" dist="38100" dir="2700000" algn="tl">
                    <a:srgbClr val="C0C0C0"/>
                  </a:outerShdw>
                </a:effectLst>
                <a:latin typeface="楷体_GB2312" pitchFamily="49" charset="-122"/>
                <a:ea typeface="楷体_GB2312" pitchFamily="49" charset="-122"/>
              </a:rPr>
              <a:t>C</a:t>
            </a:r>
            <a:r>
              <a:rPr kumimoji="1"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onsistency</a:t>
            </a:r>
            <a:r>
              <a:rPr kumimoji="1"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dirty="0">
                <a:solidFill>
                  <a:srgbClr val="002060"/>
                </a:solidFill>
                <a:effectLst>
                  <a:outerShdw blurRad="38100" dist="38100" dir="2700000" algn="tl">
                    <a:srgbClr val="C0C0C0"/>
                  </a:outerShdw>
                </a:effectLst>
                <a:latin typeface="楷体_GB2312" pitchFamily="49" charset="-122"/>
                <a:ea typeface="楷体_GB2312" pitchFamily="49" charset="-122"/>
              </a:rPr>
              <a:t>事务执行的结果必须使数据库从一个一致性状态变为另外一个一致性状态；</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（通过事务其他三个特性来实现）</a:t>
            </a:r>
          </a:p>
        </p:txBody>
      </p:sp>
      <p:sp>
        <p:nvSpPr>
          <p:cNvPr id="7" name="Rectangle 4">
            <a:extLst>
              <a:ext uri="{FF2B5EF4-FFF2-40B4-BE49-F238E27FC236}">
                <a16:creationId xmlns:a16="http://schemas.microsoft.com/office/drawing/2014/main" id="{147F9E75-E59D-FAB4-2071-7ABEA7C751CD}"/>
              </a:ext>
            </a:extLst>
          </p:cNvPr>
          <p:cNvSpPr>
            <a:spLocks noChangeArrowheads="1"/>
          </p:cNvSpPr>
          <p:nvPr/>
        </p:nvSpPr>
        <p:spPr bwMode="auto">
          <a:xfrm>
            <a:off x="411163" y="3590925"/>
            <a:ext cx="11160125"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ct val="110000"/>
              </a:lnSpc>
              <a:spcAft>
                <a:spcPct val="40000"/>
              </a:spcAft>
              <a:buFont typeface="Arial" charset="0"/>
              <a:buNone/>
              <a:defRPr/>
            </a:pPr>
            <a:r>
              <a:rPr kumimoji="1"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③ 隔离性（</a:t>
            </a:r>
            <a:r>
              <a:rPr kumimoji="1" lang="en-US" altLang="zh-CN" sz="2800" b="1" u="sng" dirty="0">
                <a:solidFill>
                  <a:srgbClr val="FF0000"/>
                </a:solidFill>
                <a:effectLst>
                  <a:outerShdw blurRad="38100" dist="38100" dir="2700000" algn="tl">
                    <a:srgbClr val="C0C0C0"/>
                  </a:outerShdw>
                </a:effectLst>
                <a:latin typeface="楷体_GB2312" pitchFamily="49" charset="-122"/>
                <a:ea typeface="楷体_GB2312" pitchFamily="49" charset="-122"/>
              </a:rPr>
              <a:t>I</a:t>
            </a:r>
            <a:r>
              <a:rPr kumimoji="1"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solation</a:t>
            </a:r>
            <a:r>
              <a:rPr kumimoji="1"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dirty="0">
                <a:solidFill>
                  <a:srgbClr val="002060"/>
                </a:solidFill>
                <a:effectLst>
                  <a:outerShdw blurRad="38100" dist="38100" dir="2700000" algn="tl">
                    <a:srgbClr val="C0C0C0"/>
                  </a:outerShdw>
                </a:effectLst>
                <a:latin typeface="楷体_GB2312" pitchFamily="49" charset="-122"/>
                <a:ea typeface="楷体_GB2312" pitchFamily="49" charset="-122"/>
              </a:rPr>
              <a:t>指并发事务之间的干扰性，有具体的隔离级别决定；</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（通过事务隔离级别来实现）</a:t>
            </a:r>
          </a:p>
        </p:txBody>
      </p:sp>
      <p:sp>
        <p:nvSpPr>
          <p:cNvPr id="8" name="Rectangle 4">
            <a:extLst>
              <a:ext uri="{FF2B5EF4-FFF2-40B4-BE49-F238E27FC236}">
                <a16:creationId xmlns:a16="http://schemas.microsoft.com/office/drawing/2014/main" id="{7F0D6684-E036-C378-94A7-DDEB68C69D1A}"/>
              </a:ext>
            </a:extLst>
          </p:cNvPr>
          <p:cNvSpPr>
            <a:spLocks noChangeArrowheads="1"/>
          </p:cNvSpPr>
          <p:nvPr/>
        </p:nvSpPr>
        <p:spPr bwMode="auto">
          <a:xfrm>
            <a:off x="411163" y="4729163"/>
            <a:ext cx="11418887" cy="947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ct val="110000"/>
              </a:lnSpc>
              <a:spcAft>
                <a:spcPct val="40000"/>
              </a:spcAft>
              <a:buFont typeface="Arial" charset="0"/>
              <a:buNone/>
              <a:defRPr/>
            </a:pPr>
            <a:r>
              <a:rPr kumimoji="1"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④ 持续性（</a:t>
            </a:r>
            <a:r>
              <a:rPr kumimoji="1" lang="en-US" altLang="zh-CN" sz="2800" b="1" u="sng" dirty="0">
                <a:solidFill>
                  <a:srgbClr val="FF0000"/>
                </a:solidFill>
                <a:effectLst>
                  <a:outerShdw blurRad="38100" dist="38100" dir="2700000" algn="tl">
                    <a:srgbClr val="C0C0C0"/>
                  </a:outerShdw>
                </a:effectLst>
                <a:latin typeface="楷体_GB2312" pitchFamily="49" charset="-122"/>
                <a:ea typeface="楷体_GB2312" pitchFamily="49" charset="-122"/>
              </a:rPr>
              <a:t>D</a:t>
            </a:r>
            <a:r>
              <a:rPr kumimoji="1"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urability</a:t>
            </a:r>
            <a:r>
              <a:rPr kumimoji="1"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dirty="0">
                <a:solidFill>
                  <a:srgbClr val="002060"/>
                </a:solidFill>
                <a:effectLst>
                  <a:outerShdw blurRad="38100" dist="38100" dir="2700000" algn="tl">
                    <a:srgbClr val="C0C0C0"/>
                  </a:outerShdw>
                </a:effectLst>
                <a:latin typeface="楷体_GB2312" pitchFamily="49" charset="-122"/>
                <a:ea typeface="楷体_GB2312" pitchFamily="49" charset="-122"/>
              </a:rPr>
              <a:t>事务对数据库的更改是永久的，能够保证已经成功提交的事务持久化到磁盘中。</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（通过</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redo log</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来实现）</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78B6C5F4-82D0-8744-E10F-ABAE48A4CF40}"/>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数据库的内存结构</a:t>
            </a:r>
          </a:p>
        </p:txBody>
      </p:sp>
      <p:pic>
        <p:nvPicPr>
          <p:cNvPr id="16387" name="图片 102">
            <a:extLst>
              <a:ext uri="{FF2B5EF4-FFF2-40B4-BE49-F238E27FC236}">
                <a16:creationId xmlns:a16="http://schemas.microsoft.com/office/drawing/2014/main" id="{93BA43F9-2B55-8D15-C02D-75D6A69BCF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3188" y="1412875"/>
            <a:ext cx="9144000" cy="482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95D9DD0F-40A5-D4BB-7BD3-6AF53BAD091A}"/>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数据库的内存结构</a:t>
            </a:r>
          </a:p>
        </p:txBody>
      </p:sp>
      <p:grpSp>
        <p:nvGrpSpPr>
          <p:cNvPr id="5" name="组合 4">
            <a:extLst>
              <a:ext uri="{FF2B5EF4-FFF2-40B4-BE49-F238E27FC236}">
                <a16:creationId xmlns:a16="http://schemas.microsoft.com/office/drawing/2014/main" id="{96348551-2D69-7560-03BD-1B36D43AE43F}"/>
              </a:ext>
            </a:extLst>
          </p:cNvPr>
          <p:cNvGrpSpPr>
            <a:grpSpLocks/>
          </p:cNvGrpSpPr>
          <p:nvPr/>
        </p:nvGrpSpPr>
        <p:grpSpPr bwMode="auto">
          <a:xfrm>
            <a:off x="4929188" y="5375275"/>
            <a:ext cx="1303337" cy="1317625"/>
            <a:chOff x="4947095" y="5280261"/>
            <a:chExt cx="1302262" cy="1318174"/>
          </a:xfrm>
        </p:grpSpPr>
        <p:sp>
          <p:nvSpPr>
            <p:cNvPr id="3" name="矩形 2">
              <a:extLst>
                <a:ext uri="{FF2B5EF4-FFF2-40B4-BE49-F238E27FC236}">
                  <a16:creationId xmlns:a16="http://schemas.microsoft.com/office/drawing/2014/main" id="{867BCF95-3239-85EC-07B5-E4EFCD71D91D}"/>
                </a:ext>
              </a:extLst>
            </p:cNvPr>
            <p:cNvSpPr/>
            <p:nvPr/>
          </p:nvSpPr>
          <p:spPr bwMode="auto">
            <a:xfrm>
              <a:off x="5018473" y="5300908"/>
              <a:ext cx="793095" cy="937015"/>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7" name="矩形 6">
              <a:extLst>
                <a:ext uri="{FF2B5EF4-FFF2-40B4-BE49-F238E27FC236}">
                  <a16:creationId xmlns:a16="http://schemas.microsoft.com/office/drawing/2014/main" id="{D68FB5D7-F44B-12CA-549B-F1E1E12FDC69}"/>
                </a:ext>
              </a:extLst>
            </p:cNvPr>
            <p:cNvSpPr/>
            <p:nvPr/>
          </p:nvSpPr>
          <p:spPr bwMode="auto">
            <a:xfrm>
              <a:off x="5235782" y="5445430"/>
              <a:ext cx="791509" cy="935428"/>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8" name="矩形 7">
              <a:extLst>
                <a:ext uri="{FF2B5EF4-FFF2-40B4-BE49-F238E27FC236}">
                  <a16:creationId xmlns:a16="http://schemas.microsoft.com/office/drawing/2014/main" id="{A58017D7-9D40-A68C-9EB1-349954C4D9B7}"/>
                </a:ext>
              </a:extLst>
            </p:cNvPr>
            <p:cNvSpPr/>
            <p:nvPr/>
          </p:nvSpPr>
          <p:spPr bwMode="auto">
            <a:xfrm>
              <a:off x="5457848" y="5663008"/>
              <a:ext cx="791509" cy="935427"/>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17516" name="TextBox 3">
              <a:extLst>
                <a:ext uri="{FF2B5EF4-FFF2-40B4-BE49-F238E27FC236}">
                  <a16:creationId xmlns:a16="http://schemas.microsoft.com/office/drawing/2014/main" id="{3542852B-2380-53B6-EA69-28C2A97F777D}"/>
                </a:ext>
              </a:extLst>
            </p:cNvPr>
            <p:cNvSpPr txBox="1">
              <a:spLocks noChangeArrowheads="1"/>
            </p:cNvSpPr>
            <p:nvPr/>
          </p:nvSpPr>
          <p:spPr bwMode="auto">
            <a:xfrm>
              <a:off x="4947095" y="5280261"/>
              <a:ext cx="5040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FF0000"/>
                  </a:solidFill>
                </a:rPr>
                <a:t>1</a:t>
              </a:r>
              <a:endParaRPr lang="zh-CN" altLang="en-US" b="1">
                <a:solidFill>
                  <a:srgbClr val="FF0000"/>
                </a:solidFill>
              </a:endParaRPr>
            </a:p>
          </p:txBody>
        </p:sp>
        <p:sp>
          <p:nvSpPr>
            <p:cNvPr id="17517" name="TextBox 8">
              <a:extLst>
                <a:ext uri="{FF2B5EF4-FFF2-40B4-BE49-F238E27FC236}">
                  <a16:creationId xmlns:a16="http://schemas.microsoft.com/office/drawing/2014/main" id="{DB998864-D061-8C59-DF05-3E7735C47B3C}"/>
                </a:ext>
              </a:extLst>
            </p:cNvPr>
            <p:cNvSpPr txBox="1">
              <a:spLocks noChangeArrowheads="1"/>
            </p:cNvSpPr>
            <p:nvPr/>
          </p:nvSpPr>
          <p:spPr bwMode="auto">
            <a:xfrm>
              <a:off x="5201544" y="5445140"/>
              <a:ext cx="5040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FF0000"/>
                  </a:solidFill>
                </a:rPr>
                <a:t>2</a:t>
              </a:r>
              <a:endParaRPr lang="zh-CN" altLang="en-US" b="1">
                <a:solidFill>
                  <a:srgbClr val="FF0000"/>
                </a:solidFill>
              </a:endParaRPr>
            </a:p>
          </p:txBody>
        </p:sp>
        <p:sp>
          <p:nvSpPr>
            <p:cNvPr id="17518" name="TextBox 9">
              <a:extLst>
                <a:ext uri="{FF2B5EF4-FFF2-40B4-BE49-F238E27FC236}">
                  <a16:creationId xmlns:a16="http://schemas.microsoft.com/office/drawing/2014/main" id="{0D4D39F1-F147-EC2C-D810-E308BA39DE55}"/>
                </a:ext>
              </a:extLst>
            </p:cNvPr>
            <p:cNvSpPr txBox="1">
              <a:spLocks noChangeArrowheads="1"/>
            </p:cNvSpPr>
            <p:nvPr/>
          </p:nvSpPr>
          <p:spPr bwMode="auto">
            <a:xfrm>
              <a:off x="5451130" y="5664653"/>
              <a:ext cx="5040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FF0000"/>
                  </a:solidFill>
                </a:rPr>
                <a:t>8</a:t>
              </a:r>
              <a:endParaRPr lang="zh-CN" altLang="en-US" b="1">
                <a:solidFill>
                  <a:srgbClr val="FF0000"/>
                </a:solidFill>
              </a:endParaRPr>
            </a:p>
          </p:txBody>
        </p:sp>
      </p:grpSp>
      <p:grpSp>
        <p:nvGrpSpPr>
          <p:cNvPr id="17412" name="组合 104">
            <a:extLst>
              <a:ext uri="{FF2B5EF4-FFF2-40B4-BE49-F238E27FC236}">
                <a16:creationId xmlns:a16="http://schemas.microsoft.com/office/drawing/2014/main" id="{D1DE3EC4-0C20-E281-1EE8-7A33ED45AFFC}"/>
              </a:ext>
            </a:extLst>
          </p:cNvPr>
          <p:cNvGrpSpPr>
            <a:grpSpLocks/>
          </p:cNvGrpSpPr>
          <p:nvPr/>
        </p:nvGrpSpPr>
        <p:grpSpPr bwMode="auto">
          <a:xfrm>
            <a:off x="4940300" y="5367338"/>
            <a:ext cx="865188" cy="955675"/>
            <a:chOff x="4940923" y="5366805"/>
            <a:chExt cx="864060" cy="956934"/>
          </a:xfrm>
        </p:grpSpPr>
        <p:sp>
          <p:nvSpPr>
            <p:cNvPr id="11" name="矩形 10">
              <a:extLst>
                <a:ext uri="{FF2B5EF4-FFF2-40B4-BE49-F238E27FC236}">
                  <a16:creationId xmlns:a16="http://schemas.microsoft.com/office/drawing/2014/main" id="{0B75AE58-905A-9EF3-CD3C-CF945AE1D58D}"/>
                </a:ext>
              </a:extLst>
            </p:cNvPr>
            <p:cNvSpPr/>
            <p:nvPr/>
          </p:nvSpPr>
          <p:spPr bwMode="auto">
            <a:xfrm>
              <a:off x="5012268" y="5387469"/>
              <a:ext cx="792715" cy="93627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17512" name="TextBox 13">
              <a:extLst>
                <a:ext uri="{FF2B5EF4-FFF2-40B4-BE49-F238E27FC236}">
                  <a16:creationId xmlns:a16="http://schemas.microsoft.com/office/drawing/2014/main" id="{5576E76F-EB78-5DBC-743A-4A89B792AFD6}"/>
                </a:ext>
              </a:extLst>
            </p:cNvPr>
            <p:cNvSpPr txBox="1">
              <a:spLocks noChangeArrowheads="1"/>
            </p:cNvSpPr>
            <p:nvPr/>
          </p:nvSpPr>
          <p:spPr bwMode="auto">
            <a:xfrm>
              <a:off x="4940923" y="5366805"/>
              <a:ext cx="5040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FF0000"/>
                  </a:solidFill>
                </a:rPr>
                <a:t>1</a:t>
              </a:r>
              <a:endParaRPr lang="zh-CN" altLang="en-US" b="1">
                <a:solidFill>
                  <a:srgbClr val="FF0000"/>
                </a:solidFill>
              </a:endParaRPr>
            </a:p>
          </p:txBody>
        </p:sp>
      </p:grpSp>
      <p:grpSp>
        <p:nvGrpSpPr>
          <p:cNvPr id="17413" name="组合 91">
            <a:extLst>
              <a:ext uri="{FF2B5EF4-FFF2-40B4-BE49-F238E27FC236}">
                <a16:creationId xmlns:a16="http://schemas.microsoft.com/office/drawing/2014/main" id="{406E6C99-024C-6267-C432-E3A7D5CC3EF3}"/>
              </a:ext>
            </a:extLst>
          </p:cNvPr>
          <p:cNvGrpSpPr>
            <a:grpSpLocks/>
          </p:cNvGrpSpPr>
          <p:nvPr/>
        </p:nvGrpSpPr>
        <p:grpSpPr bwMode="auto">
          <a:xfrm>
            <a:off x="5195888" y="5532438"/>
            <a:ext cx="825500" cy="935037"/>
            <a:chOff x="5195372" y="5531684"/>
            <a:chExt cx="825626" cy="936065"/>
          </a:xfrm>
        </p:grpSpPr>
        <p:sp>
          <p:nvSpPr>
            <p:cNvPr id="12" name="矩形 11">
              <a:extLst>
                <a:ext uri="{FF2B5EF4-FFF2-40B4-BE49-F238E27FC236}">
                  <a16:creationId xmlns:a16="http://schemas.microsoft.com/office/drawing/2014/main" id="{C6F72AA0-DE74-2CD8-374A-AEFC46E56B86}"/>
                </a:ext>
              </a:extLst>
            </p:cNvPr>
            <p:cNvSpPr/>
            <p:nvPr/>
          </p:nvSpPr>
          <p:spPr bwMode="auto">
            <a:xfrm>
              <a:off x="5228714" y="5531684"/>
              <a:ext cx="792284" cy="936065"/>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17510" name="TextBox 14">
              <a:extLst>
                <a:ext uri="{FF2B5EF4-FFF2-40B4-BE49-F238E27FC236}">
                  <a16:creationId xmlns:a16="http://schemas.microsoft.com/office/drawing/2014/main" id="{64E151A3-D2DD-3697-2750-D011A8727C60}"/>
                </a:ext>
              </a:extLst>
            </p:cNvPr>
            <p:cNvSpPr txBox="1">
              <a:spLocks noChangeArrowheads="1"/>
            </p:cNvSpPr>
            <p:nvPr/>
          </p:nvSpPr>
          <p:spPr bwMode="auto">
            <a:xfrm>
              <a:off x="5195372" y="5531684"/>
              <a:ext cx="5040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FF0000"/>
                  </a:solidFill>
                </a:rPr>
                <a:t>2</a:t>
              </a:r>
              <a:endParaRPr lang="zh-CN" altLang="en-US" b="1">
                <a:solidFill>
                  <a:srgbClr val="FF0000"/>
                </a:solidFill>
              </a:endParaRPr>
            </a:p>
          </p:txBody>
        </p:sp>
      </p:grpSp>
      <p:grpSp>
        <p:nvGrpSpPr>
          <p:cNvPr id="17414" name="组合 90">
            <a:extLst>
              <a:ext uri="{FF2B5EF4-FFF2-40B4-BE49-F238E27FC236}">
                <a16:creationId xmlns:a16="http://schemas.microsoft.com/office/drawing/2014/main" id="{99DFD2B0-8475-8F83-CD48-B2733DF7E0A6}"/>
              </a:ext>
            </a:extLst>
          </p:cNvPr>
          <p:cNvGrpSpPr>
            <a:grpSpLocks/>
          </p:cNvGrpSpPr>
          <p:nvPr/>
        </p:nvGrpSpPr>
        <p:grpSpPr bwMode="auto">
          <a:xfrm>
            <a:off x="5445125" y="5748338"/>
            <a:ext cx="798513" cy="936625"/>
            <a:chOff x="5444958" y="5748914"/>
            <a:chExt cx="798227" cy="936065"/>
          </a:xfrm>
        </p:grpSpPr>
        <p:sp>
          <p:nvSpPr>
            <p:cNvPr id="13" name="矩形 12">
              <a:extLst>
                <a:ext uri="{FF2B5EF4-FFF2-40B4-BE49-F238E27FC236}">
                  <a16:creationId xmlns:a16="http://schemas.microsoft.com/office/drawing/2014/main" id="{018A6B2D-E658-2CE5-98E7-5FD719E88403}"/>
                </a:ext>
              </a:extLst>
            </p:cNvPr>
            <p:cNvSpPr/>
            <p:nvPr/>
          </p:nvSpPr>
          <p:spPr bwMode="auto">
            <a:xfrm>
              <a:off x="5451306" y="5748914"/>
              <a:ext cx="791879" cy="936065"/>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17508" name="TextBox 15">
              <a:extLst>
                <a:ext uri="{FF2B5EF4-FFF2-40B4-BE49-F238E27FC236}">
                  <a16:creationId xmlns:a16="http://schemas.microsoft.com/office/drawing/2014/main" id="{4B1493F4-A814-38D4-2492-66DC2F58F62A}"/>
                </a:ext>
              </a:extLst>
            </p:cNvPr>
            <p:cNvSpPr txBox="1">
              <a:spLocks noChangeArrowheads="1"/>
            </p:cNvSpPr>
            <p:nvPr/>
          </p:nvSpPr>
          <p:spPr bwMode="auto">
            <a:xfrm>
              <a:off x="5444958" y="5751197"/>
              <a:ext cx="5040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FF0000"/>
                  </a:solidFill>
                </a:rPr>
                <a:t>8</a:t>
              </a:r>
              <a:endParaRPr lang="zh-CN" altLang="en-US" b="1">
                <a:solidFill>
                  <a:srgbClr val="FF0000"/>
                </a:solidFill>
              </a:endParaRPr>
            </a:p>
          </p:txBody>
        </p:sp>
      </p:grpSp>
      <p:grpSp>
        <p:nvGrpSpPr>
          <p:cNvPr id="17415" name="组合 23">
            <a:extLst>
              <a:ext uri="{FF2B5EF4-FFF2-40B4-BE49-F238E27FC236}">
                <a16:creationId xmlns:a16="http://schemas.microsoft.com/office/drawing/2014/main" id="{37E49570-647D-4AF7-0C8F-642E25EE7408}"/>
              </a:ext>
            </a:extLst>
          </p:cNvPr>
          <p:cNvGrpSpPr>
            <a:grpSpLocks/>
          </p:cNvGrpSpPr>
          <p:nvPr/>
        </p:nvGrpSpPr>
        <p:grpSpPr bwMode="auto">
          <a:xfrm>
            <a:off x="771525" y="1390650"/>
            <a:ext cx="10799763" cy="2686050"/>
            <a:chOff x="770784" y="1389939"/>
            <a:chExt cx="10800750" cy="3748118"/>
          </a:xfrm>
        </p:grpSpPr>
        <p:sp>
          <p:nvSpPr>
            <p:cNvPr id="17501" name="圆角矩形 1">
              <a:extLst>
                <a:ext uri="{FF2B5EF4-FFF2-40B4-BE49-F238E27FC236}">
                  <a16:creationId xmlns:a16="http://schemas.microsoft.com/office/drawing/2014/main" id="{B8FDD266-CA14-7531-CA27-D6EA99D2D504}"/>
                </a:ext>
              </a:extLst>
            </p:cNvPr>
            <p:cNvSpPr>
              <a:spLocks noChangeArrowheads="1"/>
            </p:cNvSpPr>
            <p:nvPr/>
          </p:nvSpPr>
          <p:spPr bwMode="auto">
            <a:xfrm>
              <a:off x="770784" y="1393797"/>
              <a:ext cx="10800750" cy="3744260"/>
            </a:xfrm>
            <a:prstGeom prst="roundRect">
              <a:avLst>
                <a:gd name="adj" fmla="val 16667"/>
              </a:avLst>
            </a:pr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cxnSp>
          <p:nvCxnSpPr>
            <p:cNvPr id="17502" name="直接连接符 17">
              <a:extLst>
                <a:ext uri="{FF2B5EF4-FFF2-40B4-BE49-F238E27FC236}">
                  <a16:creationId xmlns:a16="http://schemas.microsoft.com/office/drawing/2014/main" id="{484097DC-9CD5-B159-730B-EEF1E48FC4E2}"/>
                </a:ext>
              </a:extLst>
            </p:cNvPr>
            <p:cNvCxnSpPr>
              <a:cxnSpLocks noChangeShapeType="1"/>
            </p:cNvCxnSpPr>
            <p:nvPr/>
          </p:nvCxnSpPr>
          <p:spPr bwMode="auto">
            <a:xfrm flipH="1">
              <a:off x="3030712" y="1389939"/>
              <a:ext cx="2078" cy="3748118"/>
            </a:xfrm>
            <a:prstGeom prst="line">
              <a:avLst/>
            </a:prstGeom>
            <a:noFill/>
            <a:ln w="9525" algn="ctr">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03" name="直接连接符 19">
              <a:extLst>
                <a:ext uri="{FF2B5EF4-FFF2-40B4-BE49-F238E27FC236}">
                  <a16:creationId xmlns:a16="http://schemas.microsoft.com/office/drawing/2014/main" id="{B963D9E8-174F-892D-F735-3A3EB7F8FAAF}"/>
                </a:ext>
              </a:extLst>
            </p:cNvPr>
            <p:cNvCxnSpPr>
              <a:cxnSpLocks noChangeShapeType="1"/>
            </p:cNvCxnSpPr>
            <p:nvPr/>
          </p:nvCxnSpPr>
          <p:spPr bwMode="auto">
            <a:xfrm flipH="1">
              <a:off x="8187320" y="1389939"/>
              <a:ext cx="2078" cy="3748118"/>
            </a:xfrm>
            <a:prstGeom prst="line">
              <a:avLst/>
            </a:prstGeom>
            <a:noFill/>
            <a:ln w="9525" algn="ctr">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04" name="直接连接符 20">
              <a:extLst>
                <a:ext uri="{FF2B5EF4-FFF2-40B4-BE49-F238E27FC236}">
                  <a16:creationId xmlns:a16="http://schemas.microsoft.com/office/drawing/2014/main" id="{4A69CDF2-B193-C2FF-152B-6AE6808C2B05}"/>
                </a:ext>
              </a:extLst>
            </p:cNvPr>
            <p:cNvCxnSpPr>
              <a:cxnSpLocks noChangeShapeType="1"/>
            </p:cNvCxnSpPr>
            <p:nvPr/>
          </p:nvCxnSpPr>
          <p:spPr bwMode="auto">
            <a:xfrm flipH="1">
              <a:off x="9987445" y="1389939"/>
              <a:ext cx="2078" cy="3748118"/>
            </a:xfrm>
            <a:prstGeom prst="line">
              <a:avLst/>
            </a:prstGeom>
            <a:noFill/>
            <a:ln w="9525" algn="ctr">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05" name="直接连接符 21">
              <a:extLst>
                <a:ext uri="{FF2B5EF4-FFF2-40B4-BE49-F238E27FC236}">
                  <a16:creationId xmlns:a16="http://schemas.microsoft.com/office/drawing/2014/main" id="{B1FBF86D-A963-EBED-6685-38F9D8695D66}"/>
                </a:ext>
              </a:extLst>
            </p:cNvPr>
            <p:cNvCxnSpPr>
              <a:cxnSpLocks noChangeShapeType="1"/>
            </p:cNvCxnSpPr>
            <p:nvPr/>
          </p:nvCxnSpPr>
          <p:spPr bwMode="auto">
            <a:xfrm flipH="1">
              <a:off x="4803085" y="1389939"/>
              <a:ext cx="2078" cy="3748118"/>
            </a:xfrm>
            <a:prstGeom prst="line">
              <a:avLst/>
            </a:prstGeom>
            <a:noFill/>
            <a:ln w="9525" algn="ctr">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06" name="直接连接符 22">
              <a:extLst>
                <a:ext uri="{FF2B5EF4-FFF2-40B4-BE49-F238E27FC236}">
                  <a16:creationId xmlns:a16="http://schemas.microsoft.com/office/drawing/2014/main" id="{1A67E8C9-3E8A-4757-1660-F1BB7121F9C6}"/>
                </a:ext>
              </a:extLst>
            </p:cNvPr>
            <p:cNvCxnSpPr>
              <a:cxnSpLocks noChangeShapeType="1"/>
            </p:cNvCxnSpPr>
            <p:nvPr/>
          </p:nvCxnSpPr>
          <p:spPr bwMode="auto">
            <a:xfrm flipH="1">
              <a:off x="6603210" y="1389939"/>
              <a:ext cx="2078" cy="3748118"/>
            </a:xfrm>
            <a:prstGeom prst="line">
              <a:avLst/>
            </a:prstGeom>
            <a:noFill/>
            <a:ln w="9525" algn="ctr">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7416" name="TextBox 18">
            <a:extLst>
              <a:ext uri="{FF2B5EF4-FFF2-40B4-BE49-F238E27FC236}">
                <a16:creationId xmlns:a16="http://schemas.microsoft.com/office/drawing/2014/main" id="{0C86A9B2-98AE-C631-0474-07FE6D7D60FA}"/>
              </a:ext>
            </a:extLst>
          </p:cNvPr>
          <p:cNvSpPr txBox="1">
            <a:spLocks noChangeArrowheads="1"/>
          </p:cNvSpPr>
          <p:nvPr/>
        </p:nvSpPr>
        <p:spPr bwMode="auto">
          <a:xfrm>
            <a:off x="1268413" y="1020763"/>
            <a:ext cx="1427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0070C0"/>
                </a:solidFill>
              </a:rPr>
              <a:t>Buffer Pool</a:t>
            </a:r>
            <a:endParaRPr lang="zh-CN" altLang="en-US" b="1">
              <a:solidFill>
                <a:srgbClr val="0070C0"/>
              </a:solidFill>
            </a:endParaRPr>
          </a:p>
        </p:txBody>
      </p:sp>
      <p:sp>
        <p:nvSpPr>
          <p:cNvPr id="17417" name="TextBox 24">
            <a:extLst>
              <a:ext uri="{FF2B5EF4-FFF2-40B4-BE49-F238E27FC236}">
                <a16:creationId xmlns:a16="http://schemas.microsoft.com/office/drawing/2014/main" id="{3F7E75EE-150A-F410-A6E2-3057B36B733E}"/>
              </a:ext>
            </a:extLst>
          </p:cNvPr>
          <p:cNvSpPr txBox="1">
            <a:spLocks noChangeArrowheads="1"/>
          </p:cNvSpPr>
          <p:nvPr/>
        </p:nvSpPr>
        <p:spPr bwMode="auto">
          <a:xfrm>
            <a:off x="1257300" y="1484313"/>
            <a:ext cx="11842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0070C0"/>
                </a:solidFill>
              </a:rPr>
              <a:t>Undo log</a:t>
            </a:r>
            <a:endParaRPr lang="zh-CN" altLang="en-US" b="1">
              <a:solidFill>
                <a:srgbClr val="0070C0"/>
              </a:solidFill>
            </a:endParaRPr>
          </a:p>
        </p:txBody>
      </p:sp>
      <p:sp>
        <p:nvSpPr>
          <p:cNvPr id="17418" name="TextBox 25">
            <a:extLst>
              <a:ext uri="{FF2B5EF4-FFF2-40B4-BE49-F238E27FC236}">
                <a16:creationId xmlns:a16="http://schemas.microsoft.com/office/drawing/2014/main" id="{CF9641B5-F2D1-51E4-FF38-965C068A6665}"/>
              </a:ext>
            </a:extLst>
          </p:cNvPr>
          <p:cNvSpPr txBox="1">
            <a:spLocks noChangeArrowheads="1"/>
          </p:cNvSpPr>
          <p:nvPr/>
        </p:nvSpPr>
        <p:spPr bwMode="auto">
          <a:xfrm>
            <a:off x="3240088" y="1484313"/>
            <a:ext cx="881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b="1">
                <a:solidFill>
                  <a:srgbClr val="0070C0"/>
                </a:solidFill>
              </a:rPr>
              <a:t>命中区</a:t>
            </a:r>
          </a:p>
        </p:txBody>
      </p:sp>
      <p:sp>
        <p:nvSpPr>
          <p:cNvPr id="17419" name="TextBox 26">
            <a:extLst>
              <a:ext uri="{FF2B5EF4-FFF2-40B4-BE49-F238E27FC236}">
                <a16:creationId xmlns:a16="http://schemas.microsoft.com/office/drawing/2014/main" id="{4D437F23-018D-5F66-2DF5-3FA4053EF642}"/>
              </a:ext>
            </a:extLst>
          </p:cNvPr>
          <p:cNvSpPr txBox="1">
            <a:spLocks noChangeArrowheads="1"/>
          </p:cNvSpPr>
          <p:nvPr/>
        </p:nvSpPr>
        <p:spPr bwMode="auto">
          <a:xfrm>
            <a:off x="5256213" y="1484313"/>
            <a:ext cx="6492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b="1">
                <a:solidFill>
                  <a:srgbClr val="0070C0"/>
                </a:solidFill>
              </a:rPr>
              <a:t>脏区</a:t>
            </a:r>
          </a:p>
        </p:txBody>
      </p:sp>
      <p:sp>
        <p:nvSpPr>
          <p:cNvPr id="17420" name="TextBox 27">
            <a:extLst>
              <a:ext uri="{FF2B5EF4-FFF2-40B4-BE49-F238E27FC236}">
                <a16:creationId xmlns:a16="http://schemas.microsoft.com/office/drawing/2014/main" id="{B9CE3E44-F786-96CB-1322-C973A26FE622}"/>
              </a:ext>
            </a:extLst>
          </p:cNvPr>
          <p:cNvSpPr txBox="1">
            <a:spLocks noChangeArrowheads="1"/>
          </p:cNvSpPr>
          <p:nvPr/>
        </p:nvSpPr>
        <p:spPr bwMode="auto">
          <a:xfrm>
            <a:off x="7035800" y="1484313"/>
            <a:ext cx="881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b="1">
                <a:solidFill>
                  <a:srgbClr val="0070C0"/>
                </a:solidFill>
              </a:rPr>
              <a:t>空闲区</a:t>
            </a:r>
          </a:p>
        </p:txBody>
      </p:sp>
      <p:sp>
        <p:nvSpPr>
          <p:cNvPr id="17421" name="TextBox 28">
            <a:extLst>
              <a:ext uri="{FF2B5EF4-FFF2-40B4-BE49-F238E27FC236}">
                <a16:creationId xmlns:a16="http://schemas.microsoft.com/office/drawing/2014/main" id="{EAB89CF9-CA5F-8258-2D42-B304AE4AF3F0}"/>
              </a:ext>
            </a:extLst>
          </p:cNvPr>
          <p:cNvSpPr txBox="1">
            <a:spLocks noChangeArrowheads="1"/>
          </p:cNvSpPr>
          <p:nvPr/>
        </p:nvSpPr>
        <p:spPr bwMode="auto">
          <a:xfrm>
            <a:off x="8475663" y="1484313"/>
            <a:ext cx="1095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0070C0"/>
                </a:solidFill>
              </a:rPr>
              <a:t>redo log</a:t>
            </a:r>
            <a:endParaRPr lang="zh-CN" altLang="en-US" b="1">
              <a:solidFill>
                <a:srgbClr val="0070C0"/>
              </a:solidFill>
            </a:endParaRPr>
          </a:p>
        </p:txBody>
      </p:sp>
      <p:sp>
        <p:nvSpPr>
          <p:cNvPr id="17422" name="TextBox 29">
            <a:extLst>
              <a:ext uri="{FF2B5EF4-FFF2-40B4-BE49-F238E27FC236}">
                <a16:creationId xmlns:a16="http://schemas.microsoft.com/office/drawing/2014/main" id="{43AC2DB1-51C8-AE3E-E4B1-E34554706205}"/>
              </a:ext>
            </a:extLst>
          </p:cNvPr>
          <p:cNvSpPr txBox="1">
            <a:spLocks noChangeArrowheads="1"/>
          </p:cNvSpPr>
          <p:nvPr/>
        </p:nvSpPr>
        <p:spPr bwMode="auto">
          <a:xfrm>
            <a:off x="10131425" y="1484313"/>
            <a:ext cx="9413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0070C0"/>
                </a:solidFill>
              </a:rPr>
              <a:t>bin log</a:t>
            </a:r>
            <a:endParaRPr lang="zh-CN" altLang="en-US" b="1">
              <a:solidFill>
                <a:srgbClr val="0070C0"/>
              </a:solidFill>
            </a:endParaRPr>
          </a:p>
        </p:txBody>
      </p:sp>
      <p:sp>
        <p:nvSpPr>
          <p:cNvPr id="32" name="矩形 31">
            <a:extLst>
              <a:ext uri="{FF2B5EF4-FFF2-40B4-BE49-F238E27FC236}">
                <a16:creationId xmlns:a16="http://schemas.microsoft.com/office/drawing/2014/main" id="{E6F940DF-4D16-EB38-CD8E-534A4F34514C}"/>
              </a:ext>
            </a:extLst>
          </p:cNvPr>
          <p:cNvSpPr/>
          <p:nvPr/>
        </p:nvSpPr>
        <p:spPr bwMode="auto">
          <a:xfrm>
            <a:off x="1354138" y="5414963"/>
            <a:ext cx="792162" cy="936625"/>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33" name="矩形 32">
            <a:extLst>
              <a:ext uri="{FF2B5EF4-FFF2-40B4-BE49-F238E27FC236}">
                <a16:creationId xmlns:a16="http://schemas.microsoft.com/office/drawing/2014/main" id="{491C5D49-3FEF-531F-5CF8-A36F511B9C52}"/>
              </a:ext>
            </a:extLst>
          </p:cNvPr>
          <p:cNvSpPr/>
          <p:nvPr/>
        </p:nvSpPr>
        <p:spPr bwMode="auto">
          <a:xfrm>
            <a:off x="1570038" y="5559425"/>
            <a:ext cx="792162" cy="935038"/>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34" name="矩形 33">
            <a:extLst>
              <a:ext uri="{FF2B5EF4-FFF2-40B4-BE49-F238E27FC236}">
                <a16:creationId xmlns:a16="http://schemas.microsoft.com/office/drawing/2014/main" id="{C654F695-5103-8F09-B2C5-B96BFA72344B}"/>
              </a:ext>
            </a:extLst>
          </p:cNvPr>
          <p:cNvSpPr/>
          <p:nvPr/>
        </p:nvSpPr>
        <p:spPr bwMode="auto">
          <a:xfrm>
            <a:off x="1792288" y="5776913"/>
            <a:ext cx="792162" cy="935037"/>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grpSp>
        <p:nvGrpSpPr>
          <p:cNvPr id="17426" name="Group 147">
            <a:extLst>
              <a:ext uri="{FF2B5EF4-FFF2-40B4-BE49-F238E27FC236}">
                <a16:creationId xmlns:a16="http://schemas.microsoft.com/office/drawing/2014/main" id="{5249498D-E382-2B10-75FF-74F1AA9D809E}"/>
              </a:ext>
            </a:extLst>
          </p:cNvPr>
          <p:cNvGrpSpPr>
            <a:grpSpLocks/>
          </p:cNvGrpSpPr>
          <p:nvPr/>
        </p:nvGrpSpPr>
        <p:grpSpPr bwMode="auto">
          <a:xfrm>
            <a:off x="4938713" y="4057650"/>
            <a:ext cx="1000125" cy="1333500"/>
            <a:chOff x="2340" y="1920"/>
            <a:chExt cx="630" cy="840"/>
          </a:xfrm>
        </p:grpSpPr>
        <p:grpSp>
          <p:nvGrpSpPr>
            <p:cNvPr id="17496" name="Group 146">
              <a:extLst>
                <a:ext uri="{FF2B5EF4-FFF2-40B4-BE49-F238E27FC236}">
                  <a16:creationId xmlns:a16="http://schemas.microsoft.com/office/drawing/2014/main" id="{DDC89EF5-8BDE-94E8-49C7-DAE7F11435EA}"/>
                </a:ext>
              </a:extLst>
            </p:cNvPr>
            <p:cNvGrpSpPr>
              <a:grpSpLocks/>
            </p:cNvGrpSpPr>
            <p:nvPr/>
          </p:nvGrpSpPr>
          <p:grpSpPr bwMode="auto">
            <a:xfrm>
              <a:off x="2340" y="2256"/>
              <a:ext cx="630" cy="243"/>
              <a:chOff x="2340" y="2256"/>
              <a:chExt cx="630" cy="243"/>
            </a:xfrm>
          </p:grpSpPr>
          <p:sp>
            <p:nvSpPr>
              <p:cNvPr id="17499" name="Text Box 67">
                <a:extLst>
                  <a:ext uri="{FF2B5EF4-FFF2-40B4-BE49-F238E27FC236}">
                    <a16:creationId xmlns:a16="http://schemas.microsoft.com/office/drawing/2014/main" id="{28F3A994-5A2D-B00A-1958-0B7ACA1A8EC4}"/>
                  </a:ext>
                </a:extLst>
              </p:cNvPr>
              <p:cNvSpPr txBox="1">
                <a:spLocks noChangeArrowheads="1"/>
              </p:cNvSpPr>
              <p:nvPr/>
            </p:nvSpPr>
            <p:spPr bwMode="auto">
              <a:xfrm>
                <a:off x="2356" y="2272"/>
                <a:ext cx="614" cy="227"/>
              </a:xfrm>
              <a:prstGeom prst="rect">
                <a:avLst/>
              </a:prstGeom>
              <a:solidFill>
                <a:srgbClr val="28287A"/>
              </a:solidFill>
              <a:ln w="9525">
                <a:solidFill>
                  <a:srgbClr val="28287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endParaRPr lang="zh-TW" altLang="en-US" sz="2400" b="1">
                  <a:latin typeface="Times New Roman" panose="02020603050405020304" pitchFamily="18" charset="0"/>
                </a:endParaRPr>
              </a:p>
            </p:txBody>
          </p:sp>
          <p:sp>
            <p:nvSpPr>
              <p:cNvPr id="17500" name="Text Box 68">
                <a:extLst>
                  <a:ext uri="{FF2B5EF4-FFF2-40B4-BE49-F238E27FC236}">
                    <a16:creationId xmlns:a16="http://schemas.microsoft.com/office/drawing/2014/main" id="{052AAD22-374B-FBB8-D18C-2CC5010AD163}"/>
                  </a:ext>
                </a:extLst>
              </p:cNvPr>
              <p:cNvSpPr txBox="1">
                <a:spLocks noChangeArrowheads="1"/>
              </p:cNvSpPr>
              <p:nvPr/>
            </p:nvSpPr>
            <p:spPr bwMode="auto">
              <a:xfrm>
                <a:off x="2340" y="2256"/>
                <a:ext cx="626" cy="227"/>
              </a:xfrm>
              <a:prstGeom prst="rect">
                <a:avLst/>
              </a:prstGeom>
              <a:solidFill>
                <a:srgbClr val="F7F7F3"/>
              </a:solidFill>
              <a:ln w="9525">
                <a:solidFill>
                  <a:srgbClr val="28287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000" b="1">
                    <a:solidFill>
                      <a:srgbClr val="28287A"/>
                    </a:solidFill>
                  </a:rPr>
                  <a:t>DBWR</a:t>
                </a:r>
                <a:endParaRPr lang="en-US" altLang="zh-CN" sz="2000" b="1"/>
              </a:p>
            </p:txBody>
          </p:sp>
        </p:grpSp>
        <p:sp>
          <p:nvSpPr>
            <p:cNvPr id="17497" name="Line 80">
              <a:extLst>
                <a:ext uri="{FF2B5EF4-FFF2-40B4-BE49-F238E27FC236}">
                  <a16:creationId xmlns:a16="http://schemas.microsoft.com/office/drawing/2014/main" id="{C25CDA7F-DA85-503B-D39B-9513633FA521}"/>
                </a:ext>
              </a:extLst>
            </p:cNvPr>
            <p:cNvSpPr>
              <a:spLocks noChangeShapeType="1"/>
            </p:cNvSpPr>
            <p:nvPr/>
          </p:nvSpPr>
          <p:spPr bwMode="auto">
            <a:xfrm>
              <a:off x="2618" y="2508"/>
              <a:ext cx="0" cy="252"/>
            </a:xfrm>
            <a:prstGeom prst="line">
              <a:avLst/>
            </a:prstGeom>
            <a:noFill/>
            <a:ln w="38100">
              <a:solidFill>
                <a:srgbClr val="28287A"/>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98" name="Line 78">
              <a:extLst>
                <a:ext uri="{FF2B5EF4-FFF2-40B4-BE49-F238E27FC236}">
                  <a16:creationId xmlns:a16="http://schemas.microsoft.com/office/drawing/2014/main" id="{1048E1D3-AA19-4BD7-37C4-B8D993DB8325}"/>
                </a:ext>
              </a:extLst>
            </p:cNvPr>
            <p:cNvSpPr>
              <a:spLocks noChangeShapeType="1"/>
            </p:cNvSpPr>
            <p:nvPr/>
          </p:nvSpPr>
          <p:spPr bwMode="auto">
            <a:xfrm>
              <a:off x="2629" y="1920"/>
              <a:ext cx="0" cy="336"/>
            </a:xfrm>
            <a:prstGeom prst="line">
              <a:avLst/>
            </a:prstGeom>
            <a:noFill/>
            <a:ln w="38100">
              <a:solidFill>
                <a:srgbClr val="28287A"/>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427" name="Group 147">
            <a:extLst>
              <a:ext uri="{FF2B5EF4-FFF2-40B4-BE49-F238E27FC236}">
                <a16:creationId xmlns:a16="http://schemas.microsoft.com/office/drawing/2014/main" id="{35554B0E-887E-DD3E-CBC4-DF453A42B673}"/>
              </a:ext>
            </a:extLst>
          </p:cNvPr>
          <p:cNvGrpSpPr>
            <a:grpSpLocks/>
          </p:cNvGrpSpPr>
          <p:nvPr/>
        </p:nvGrpSpPr>
        <p:grpSpPr bwMode="auto">
          <a:xfrm>
            <a:off x="8763000" y="4076700"/>
            <a:ext cx="1000125" cy="1333500"/>
            <a:chOff x="2340" y="1920"/>
            <a:chExt cx="630" cy="840"/>
          </a:xfrm>
        </p:grpSpPr>
        <p:grpSp>
          <p:nvGrpSpPr>
            <p:cNvPr id="17491" name="Group 146">
              <a:extLst>
                <a:ext uri="{FF2B5EF4-FFF2-40B4-BE49-F238E27FC236}">
                  <a16:creationId xmlns:a16="http://schemas.microsoft.com/office/drawing/2014/main" id="{0A6B7868-F39E-F849-AF27-CAB45490481D}"/>
                </a:ext>
              </a:extLst>
            </p:cNvPr>
            <p:cNvGrpSpPr>
              <a:grpSpLocks/>
            </p:cNvGrpSpPr>
            <p:nvPr/>
          </p:nvGrpSpPr>
          <p:grpSpPr bwMode="auto">
            <a:xfrm>
              <a:off x="2340" y="2256"/>
              <a:ext cx="630" cy="243"/>
              <a:chOff x="2340" y="2256"/>
              <a:chExt cx="630" cy="243"/>
            </a:xfrm>
          </p:grpSpPr>
          <p:sp>
            <p:nvSpPr>
              <p:cNvPr id="17494" name="Text Box 67">
                <a:extLst>
                  <a:ext uri="{FF2B5EF4-FFF2-40B4-BE49-F238E27FC236}">
                    <a16:creationId xmlns:a16="http://schemas.microsoft.com/office/drawing/2014/main" id="{1301120E-4989-40C1-DFC0-7EB5052A690F}"/>
                  </a:ext>
                </a:extLst>
              </p:cNvPr>
              <p:cNvSpPr txBox="1">
                <a:spLocks noChangeArrowheads="1"/>
              </p:cNvSpPr>
              <p:nvPr/>
            </p:nvSpPr>
            <p:spPr bwMode="auto">
              <a:xfrm>
                <a:off x="2356" y="2272"/>
                <a:ext cx="614" cy="227"/>
              </a:xfrm>
              <a:prstGeom prst="rect">
                <a:avLst/>
              </a:prstGeom>
              <a:solidFill>
                <a:srgbClr val="28287A"/>
              </a:solidFill>
              <a:ln w="9525">
                <a:solidFill>
                  <a:srgbClr val="28287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endParaRPr lang="zh-TW" altLang="en-US" sz="2400" b="1">
                  <a:latin typeface="Times New Roman" panose="02020603050405020304" pitchFamily="18" charset="0"/>
                </a:endParaRPr>
              </a:p>
            </p:txBody>
          </p:sp>
          <p:sp>
            <p:nvSpPr>
              <p:cNvPr id="17495" name="Text Box 68">
                <a:extLst>
                  <a:ext uri="{FF2B5EF4-FFF2-40B4-BE49-F238E27FC236}">
                    <a16:creationId xmlns:a16="http://schemas.microsoft.com/office/drawing/2014/main" id="{427BDF1C-06E2-C578-B9B3-4A9BFCF00115}"/>
                  </a:ext>
                </a:extLst>
              </p:cNvPr>
              <p:cNvSpPr txBox="1">
                <a:spLocks noChangeArrowheads="1"/>
              </p:cNvSpPr>
              <p:nvPr/>
            </p:nvSpPr>
            <p:spPr bwMode="auto">
              <a:xfrm>
                <a:off x="2340" y="2256"/>
                <a:ext cx="626" cy="227"/>
              </a:xfrm>
              <a:prstGeom prst="rect">
                <a:avLst/>
              </a:prstGeom>
              <a:solidFill>
                <a:srgbClr val="F7F7F3"/>
              </a:solidFill>
              <a:ln w="9525">
                <a:solidFill>
                  <a:srgbClr val="28287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000" b="1">
                    <a:solidFill>
                      <a:srgbClr val="28287A"/>
                    </a:solidFill>
                  </a:rPr>
                  <a:t>LGWR</a:t>
                </a:r>
                <a:endParaRPr lang="en-US" altLang="zh-CN" sz="2000" b="1"/>
              </a:p>
            </p:txBody>
          </p:sp>
        </p:grpSp>
        <p:sp>
          <p:nvSpPr>
            <p:cNvPr id="17492" name="Line 80">
              <a:extLst>
                <a:ext uri="{FF2B5EF4-FFF2-40B4-BE49-F238E27FC236}">
                  <a16:creationId xmlns:a16="http://schemas.microsoft.com/office/drawing/2014/main" id="{59DC9643-8222-9898-5BB2-F9D7646AF459}"/>
                </a:ext>
              </a:extLst>
            </p:cNvPr>
            <p:cNvSpPr>
              <a:spLocks noChangeShapeType="1"/>
            </p:cNvSpPr>
            <p:nvPr/>
          </p:nvSpPr>
          <p:spPr bwMode="auto">
            <a:xfrm>
              <a:off x="2618" y="2508"/>
              <a:ext cx="0" cy="252"/>
            </a:xfrm>
            <a:prstGeom prst="line">
              <a:avLst/>
            </a:prstGeom>
            <a:noFill/>
            <a:ln w="38100">
              <a:solidFill>
                <a:srgbClr val="28287A"/>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93" name="Line 78">
              <a:extLst>
                <a:ext uri="{FF2B5EF4-FFF2-40B4-BE49-F238E27FC236}">
                  <a16:creationId xmlns:a16="http://schemas.microsoft.com/office/drawing/2014/main" id="{E9DDBF02-A48D-1FE6-BC54-3E7A9564B2A5}"/>
                </a:ext>
              </a:extLst>
            </p:cNvPr>
            <p:cNvSpPr>
              <a:spLocks noChangeShapeType="1"/>
            </p:cNvSpPr>
            <p:nvPr/>
          </p:nvSpPr>
          <p:spPr bwMode="auto">
            <a:xfrm>
              <a:off x="2629" y="1920"/>
              <a:ext cx="0" cy="336"/>
            </a:xfrm>
            <a:prstGeom prst="line">
              <a:avLst/>
            </a:prstGeom>
            <a:noFill/>
            <a:ln w="38100">
              <a:solidFill>
                <a:srgbClr val="28287A"/>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428" name="Group 147">
            <a:extLst>
              <a:ext uri="{FF2B5EF4-FFF2-40B4-BE49-F238E27FC236}">
                <a16:creationId xmlns:a16="http://schemas.microsoft.com/office/drawing/2014/main" id="{416DC302-CC24-D07B-1EE4-52360BFF373D}"/>
              </a:ext>
            </a:extLst>
          </p:cNvPr>
          <p:cNvGrpSpPr>
            <a:grpSpLocks/>
          </p:cNvGrpSpPr>
          <p:nvPr/>
        </p:nvGrpSpPr>
        <p:grpSpPr bwMode="auto">
          <a:xfrm>
            <a:off x="1349375" y="4062413"/>
            <a:ext cx="1000125" cy="1333500"/>
            <a:chOff x="2340" y="1920"/>
            <a:chExt cx="630" cy="840"/>
          </a:xfrm>
        </p:grpSpPr>
        <p:grpSp>
          <p:nvGrpSpPr>
            <p:cNvPr id="17486" name="Group 146">
              <a:extLst>
                <a:ext uri="{FF2B5EF4-FFF2-40B4-BE49-F238E27FC236}">
                  <a16:creationId xmlns:a16="http://schemas.microsoft.com/office/drawing/2014/main" id="{DF3E18F1-8599-F2FA-DA3A-9A2BF4E8860F}"/>
                </a:ext>
              </a:extLst>
            </p:cNvPr>
            <p:cNvGrpSpPr>
              <a:grpSpLocks/>
            </p:cNvGrpSpPr>
            <p:nvPr/>
          </p:nvGrpSpPr>
          <p:grpSpPr bwMode="auto">
            <a:xfrm>
              <a:off x="2340" y="2256"/>
              <a:ext cx="630" cy="243"/>
              <a:chOff x="2340" y="2256"/>
              <a:chExt cx="630" cy="243"/>
            </a:xfrm>
          </p:grpSpPr>
          <p:sp>
            <p:nvSpPr>
              <p:cNvPr id="17489" name="Text Box 67">
                <a:extLst>
                  <a:ext uri="{FF2B5EF4-FFF2-40B4-BE49-F238E27FC236}">
                    <a16:creationId xmlns:a16="http://schemas.microsoft.com/office/drawing/2014/main" id="{117100BB-36AB-A9B1-9AC6-C8543A10AC74}"/>
                  </a:ext>
                </a:extLst>
              </p:cNvPr>
              <p:cNvSpPr txBox="1">
                <a:spLocks noChangeArrowheads="1"/>
              </p:cNvSpPr>
              <p:nvPr/>
            </p:nvSpPr>
            <p:spPr bwMode="auto">
              <a:xfrm>
                <a:off x="2356" y="2272"/>
                <a:ext cx="614" cy="227"/>
              </a:xfrm>
              <a:prstGeom prst="rect">
                <a:avLst/>
              </a:prstGeom>
              <a:solidFill>
                <a:srgbClr val="28287A"/>
              </a:solidFill>
              <a:ln w="9525">
                <a:solidFill>
                  <a:srgbClr val="28287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endParaRPr lang="zh-TW" altLang="en-US" sz="2400" b="1">
                  <a:latin typeface="Times New Roman" panose="02020603050405020304" pitchFamily="18" charset="0"/>
                </a:endParaRPr>
              </a:p>
            </p:txBody>
          </p:sp>
          <p:sp>
            <p:nvSpPr>
              <p:cNvPr id="17490" name="Text Box 68">
                <a:extLst>
                  <a:ext uri="{FF2B5EF4-FFF2-40B4-BE49-F238E27FC236}">
                    <a16:creationId xmlns:a16="http://schemas.microsoft.com/office/drawing/2014/main" id="{559740F4-5D60-C2C6-B498-B7A90AF40FF4}"/>
                  </a:ext>
                </a:extLst>
              </p:cNvPr>
              <p:cNvSpPr txBox="1">
                <a:spLocks noChangeArrowheads="1"/>
              </p:cNvSpPr>
              <p:nvPr/>
            </p:nvSpPr>
            <p:spPr bwMode="auto">
              <a:xfrm>
                <a:off x="2340" y="2256"/>
                <a:ext cx="626" cy="227"/>
              </a:xfrm>
              <a:prstGeom prst="rect">
                <a:avLst/>
              </a:prstGeom>
              <a:solidFill>
                <a:srgbClr val="F7F7F3"/>
              </a:solidFill>
              <a:ln w="9525">
                <a:solidFill>
                  <a:srgbClr val="28287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000" b="1">
                    <a:solidFill>
                      <a:srgbClr val="28287A"/>
                    </a:solidFill>
                  </a:rPr>
                  <a:t>LGWR</a:t>
                </a:r>
                <a:endParaRPr lang="en-US" altLang="zh-CN" sz="2000" b="1"/>
              </a:p>
            </p:txBody>
          </p:sp>
        </p:grpSp>
        <p:sp>
          <p:nvSpPr>
            <p:cNvPr id="17487" name="Line 80">
              <a:extLst>
                <a:ext uri="{FF2B5EF4-FFF2-40B4-BE49-F238E27FC236}">
                  <a16:creationId xmlns:a16="http://schemas.microsoft.com/office/drawing/2014/main" id="{A74158AC-37F1-3A93-226D-4DDAD38685AF}"/>
                </a:ext>
              </a:extLst>
            </p:cNvPr>
            <p:cNvSpPr>
              <a:spLocks noChangeShapeType="1"/>
            </p:cNvSpPr>
            <p:nvPr/>
          </p:nvSpPr>
          <p:spPr bwMode="auto">
            <a:xfrm>
              <a:off x="2618" y="2508"/>
              <a:ext cx="0" cy="252"/>
            </a:xfrm>
            <a:prstGeom prst="line">
              <a:avLst/>
            </a:prstGeom>
            <a:noFill/>
            <a:ln w="38100">
              <a:solidFill>
                <a:srgbClr val="28287A"/>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8" name="Line 78">
              <a:extLst>
                <a:ext uri="{FF2B5EF4-FFF2-40B4-BE49-F238E27FC236}">
                  <a16:creationId xmlns:a16="http://schemas.microsoft.com/office/drawing/2014/main" id="{E54FC98F-3B61-94DF-E8EF-479B55235D65}"/>
                </a:ext>
              </a:extLst>
            </p:cNvPr>
            <p:cNvSpPr>
              <a:spLocks noChangeShapeType="1"/>
            </p:cNvSpPr>
            <p:nvPr/>
          </p:nvSpPr>
          <p:spPr bwMode="auto">
            <a:xfrm>
              <a:off x="2629" y="1920"/>
              <a:ext cx="0" cy="336"/>
            </a:xfrm>
            <a:prstGeom prst="line">
              <a:avLst/>
            </a:prstGeom>
            <a:noFill/>
            <a:ln w="38100">
              <a:solidFill>
                <a:srgbClr val="28287A"/>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429" name="Group 147">
            <a:extLst>
              <a:ext uri="{FF2B5EF4-FFF2-40B4-BE49-F238E27FC236}">
                <a16:creationId xmlns:a16="http://schemas.microsoft.com/office/drawing/2014/main" id="{0FFFFB9F-77AB-9B60-3088-469365B53143}"/>
              </a:ext>
            </a:extLst>
          </p:cNvPr>
          <p:cNvGrpSpPr>
            <a:grpSpLocks/>
          </p:cNvGrpSpPr>
          <p:nvPr/>
        </p:nvGrpSpPr>
        <p:grpSpPr bwMode="auto">
          <a:xfrm>
            <a:off x="10152063" y="4076700"/>
            <a:ext cx="1000125" cy="1333500"/>
            <a:chOff x="2340" y="1920"/>
            <a:chExt cx="630" cy="840"/>
          </a:xfrm>
        </p:grpSpPr>
        <p:grpSp>
          <p:nvGrpSpPr>
            <p:cNvPr id="17481" name="Group 146">
              <a:extLst>
                <a:ext uri="{FF2B5EF4-FFF2-40B4-BE49-F238E27FC236}">
                  <a16:creationId xmlns:a16="http://schemas.microsoft.com/office/drawing/2014/main" id="{1DDDDAD1-4EDC-46A2-8839-A7CD10A348B9}"/>
                </a:ext>
              </a:extLst>
            </p:cNvPr>
            <p:cNvGrpSpPr>
              <a:grpSpLocks/>
            </p:cNvGrpSpPr>
            <p:nvPr/>
          </p:nvGrpSpPr>
          <p:grpSpPr bwMode="auto">
            <a:xfrm>
              <a:off x="2340" y="2256"/>
              <a:ext cx="630" cy="243"/>
              <a:chOff x="2340" y="2256"/>
              <a:chExt cx="630" cy="243"/>
            </a:xfrm>
          </p:grpSpPr>
          <p:sp>
            <p:nvSpPr>
              <p:cNvPr id="17484" name="Text Box 67">
                <a:extLst>
                  <a:ext uri="{FF2B5EF4-FFF2-40B4-BE49-F238E27FC236}">
                    <a16:creationId xmlns:a16="http://schemas.microsoft.com/office/drawing/2014/main" id="{A0A4C788-1D25-0911-D129-AE6D46EB953E}"/>
                  </a:ext>
                </a:extLst>
              </p:cNvPr>
              <p:cNvSpPr txBox="1">
                <a:spLocks noChangeArrowheads="1"/>
              </p:cNvSpPr>
              <p:nvPr/>
            </p:nvSpPr>
            <p:spPr bwMode="auto">
              <a:xfrm>
                <a:off x="2356" y="2272"/>
                <a:ext cx="614" cy="227"/>
              </a:xfrm>
              <a:prstGeom prst="rect">
                <a:avLst/>
              </a:prstGeom>
              <a:solidFill>
                <a:srgbClr val="28287A"/>
              </a:solidFill>
              <a:ln w="9525">
                <a:solidFill>
                  <a:srgbClr val="28287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endParaRPr lang="zh-TW" altLang="en-US" sz="2400" b="1">
                  <a:latin typeface="Times New Roman" panose="02020603050405020304" pitchFamily="18" charset="0"/>
                </a:endParaRPr>
              </a:p>
            </p:txBody>
          </p:sp>
          <p:sp>
            <p:nvSpPr>
              <p:cNvPr id="17485" name="Text Box 68">
                <a:extLst>
                  <a:ext uri="{FF2B5EF4-FFF2-40B4-BE49-F238E27FC236}">
                    <a16:creationId xmlns:a16="http://schemas.microsoft.com/office/drawing/2014/main" id="{5DBFDCAC-3245-4ADA-58A0-0D018CD4CF69}"/>
                  </a:ext>
                </a:extLst>
              </p:cNvPr>
              <p:cNvSpPr txBox="1">
                <a:spLocks noChangeArrowheads="1"/>
              </p:cNvSpPr>
              <p:nvPr/>
            </p:nvSpPr>
            <p:spPr bwMode="auto">
              <a:xfrm>
                <a:off x="2340" y="2256"/>
                <a:ext cx="626" cy="227"/>
              </a:xfrm>
              <a:prstGeom prst="rect">
                <a:avLst/>
              </a:prstGeom>
              <a:solidFill>
                <a:srgbClr val="F7F7F3"/>
              </a:solidFill>
              <a:ln w="9525">
                <a:solidFill>
                  <a:srgbClr val="28287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000" b="1">
                    <a:solidFill>
                      <a:srgbClr val="28287A"/>
                    </a:solidFill>
                  </a:rPr>
                  <a:t>LGWR</a:t>
                </a:r>
                <a:endParaRPr lang="en-US" altLang="zh-CN" sz="2000" b="1"/>
              </a:p>
            </p:txBody>
          </p:sp>
        </p:grpSp>
        <p:sp>
          <p:nvSpPr>
            <p:cNvPr id="17482" name="Line 80">
              <a:extLst>
                <a:ext uri="{FF2B5EF4-FFF2-40B4-BE49-F238E27FC236}">
                  <a16:creationId xmlns:a16="http://schemas.microsoft.com/office/drawing/2014/main" id="{9D3E1976-FE7C-3197-577A-517AC7446345}"/>
                </a:ext>
              </a:extLst>
            </p:cNvPr>
            <p:cNvSpPr>
              <a:spLocks noChangeShapeType="1"/>
            </p:cNvSpPr>
            <p:nvPr/>
          </p:nvSpPr>
          <p:spPr bwMode="auto">
            <a:xfrm>
              <a:off x="2618" y="2508"/>
              <a:ext cx="0" cy="252"/>
            </a:xfrm>
            <a:prstGeom prst="line">
              <a:avLst/>
            </a:prstGeom>
            <a:noFill/>
            <a:ln w="38100">
              <a:solidFill>
                <a:srgbClr val="28287A"/>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3" name="Line 78">
              <a:extLst>
                <a:ext uri="{FF2B5EF4-FFF2-40B4-BE49-F238E27FC236}">
                  <a16:creationId xmlns:a16="http://schemas.microsoft.com/office/drawing/2014/main" id="{B6BB605A-C1C9-BFD4-A16F-D59C1AFD7706}"/>
                </a:ext>
              </a:extLst>
            </p:cNvPr>
            <p:cNvSpPr>
              <a:spLocks noChangeShapeType="1"/>
            </p:cNvSpPr>
            <p:nvPr/>
          </p:nvSpPr>
          <p:spPr bwMode="auto">
            <a:xfrm>
              <a:off x="2629" y="1920"/>
              <a:ext cx="0" cy="336"/>
            </a:xfrm>
            <a:prstGeom prst="line">
              <a:avLst/>
            </a:prstGeom>
            <a:noFill/>
            <a:ln w="38100">
              <a:solidFill>
                <a:srgbClr val="28287A"/>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5" name="矩形 84">
            <a:extLst>
              <a:ext uri="{FF2B5EF4-FFF2-40B4-BE49-F238E27FC236}">
                <a16:creationId xmlns:a16="http://schemas.microsoft.com/office/drawing/2014/main" id="{AF46BB76-BFEE-37CC-D3EF-0F6E1E85D28E}"/>
              </a:ext>
            </a:extLst>
          </p:cNvPr>
          <p:cNvSpPr/>
          <p:nvPr/>
        </p:nvSpPr>
        <p:spPr bwMode="auto">
          <a:xfrm>
            <a:off x="8837613" y="5424488"/>
            <a:ext cx="792162" cy="936625"/>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86" name="矩形 85">
            <a:extLst>
              <a:ext uri="{FF2B5EF4-FFF2-40B4-BE49-F238E27FC236}">
                <a16:creationId xmlns:a16="http://schemas.microsoft.com/office/drawing/2014/main" id="{E68903A4-FD35-42CB-BF1D-17944950955F}"/>
              </a:ext>
            </a:extLst>
          </p:cNvPr>
          <p:cNvSpPr/>
          <p:nvPr/>
        </p:nvSpPr>
        <p:spPr bwMode="auto">
          <a:xfrm>
            <a:off x="9053513" y="5568950"/>
            <a:ext cx="792162" cy="936625"/>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87" name="矩形 86">
            <a:extLst>
              <a:ext uri="{FF2B5EF4-FFF2-40B4-BE49-F238E27FC236}">
                <a16:creationId xmlns:a16="http://schemas.microsoft.com/office/drawing/2014/main" id="{DAEEDC7A-A441-168E-46FD-703A9AA1487E}"/>
              </a:ext>
            </a:extLst>
          </p:cNvPr>
          <p:cNvSpPr/>
          <p:nvPr/>
        </p:nvSpPr>
        <p:spPr bwMode="auto">
          <a:xfrm>
            <a:off x="9275763" y="5786438"/>
            <a:ext cx="792162" cy="935037"/>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88" name="矩形 87">
            <a:extLst>
              <a:ext uri="{FF2B5EF4-FFF2-40B4-BE49-F238E27FC236}">
                <a16:creationId xmlns:a16="http://schemas.microsoft.com/office/drawing/2014/main" id="{8C24C4A3-FEDC-AE74-1B52-887C36771472}"/>
              </a:ext>
            </a:extLst>
          </p:cNvPr>
          <p:cNvSpPr/>
          <p:nvPr/>
        </p:nvSpPr>
        <p:spPr bwMode="auto">
          <a:xfrm>
            <a:off x="10172700" y="5454650"/>
            <a:ext cx="792163" cy="935038"/>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89" name="矩形 88">
            <a:extLst>
              <a:ext uri="{FF2B5EF4-FFF2-40B4-BE49-F238E27FC236}">
                <a16:creationId xmlns:a16="http://schemas.microsoft.com/office/drawing/2014/main" id="{973522BA-7088-DE87-6CEC-6F2F4801307D}"/>
              </a:ext>
            </a:extLst>
          </p:cNvPr>
          <p:cNvSpPr/>
          <p:nvPr/>
        </p:nvSpPr>
        <p:spPr bwMode="auto">
          <a:xfrm>
            <a:off x="10388600" y="5597525"/>
            <a:ext cx="792163" cy="936625"/>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90" name="矩形 89">
            <a:extLst>
              <a:ext uri="{FF2B5EF4-FFF2-40B4-BE49-F238E27FC236}">
                <a16:creationId xmlns:a16="http://schemas.microsoft.com/office/drawing/2014/main" id="{DF054790-CA2F-5877-65DE-CD926DB70DD2}"/>
              </a:ext>
            </a:extLst>
          </p:cNvPr>
          <p:cNvSpPr/>
          <p:nvPr/>
        </p:nvSpPr>
        <p:spPr bwMode="auto">
          <a:xfrm>
            <a:off x="10610850" y="5815013"/>
            <a:ext cx="792163" cy="936625"/>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pic>
        <p:nvPicPr>
          <p:cNvPr id="40962" name="Picture 2">
            <a:extLst>
              <a:ext uri="{FF2B5EF4-FFF2-40B4-BE49-F238E27FC236}">
                <a16:creationId xmlns:a16="http://schemas.microsoft.com/office/drawing/2014/main" id="{E2882C18-C253-B1BB-DF1C-5B7075CAF502}"/>
              </a:ext>
            </a:extLst>
          </p:cNvPr>
          <p:cNvPicPr>
            <a:picLocks noChangeAspect="1" noChangeArrowheads="1"/>
          </p:cNvPicPr>
          <p:nvPr/>
        </p:nvPicPr>
        <p:blipFill>
          <a:blip r:embed="rId2"/>
          <a:stretch>
            <a:fillRect/>
          </a:stretch>
        </p:blipFill>
        <p:spPr bwMode="auto">
          <a:xfrm>
            <a:off x="3949700" y="2311400"/>
            <a:ext cx="3687763" cy="3778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grpSp>
        <p:nvGrpSpPr>
          <p:cNvPr id="151" name="组合 150">
            <a:extLst>
              <a:ext uri="{FF2B5EF4-FFF2-40B4-BE49-F238E27FC236}">
                <a16:creationId xmlns:a16="http://schemas.microsoft.com/office/drawing/2014/main" id="{483BC739-14EF-59C7-5195-1A9E897DCE5A}"/>
              </a:ext>
            </a:extLst>
          </p:cNvPr>
          <p:cNvGrpSpPr>
            <a:grpSpLocks/>
          </p:cNvGrpSpPr>
          <p:nvPr/>
        </p:nvGrpSpPr>
        <p:grpSpPr bwMode="auto">
          <a:xfrm>
            <a:off x="3251200" y="2163763"/>
            <a:ext cx="1301750" cy="1317625"/>
            <a:chOff x="3250887" y="2163084"/>
            <a:chExt cx="1302262" cy="1318174"/>
          </a:xfrm>
        </p:grpSpPr>
        <p:grpSp>
          <p:nvGrpSpPr>
            <p:cNvPr id="17475" name="组合 113">
              <a:extLst>
                <a:ext uri="{FF2B5EF4-FFF2-40B4-BE49-F238E27FC236}">
                  <a16:creationId xmlns:a16="http://schemas.microsoft.com/office/drawing/2014/main" id="{E9E80C47-F7DA-81ED-8790-95EFEBD918B2}"/>
                </a:ext>
              </a:extLst>
            </p:cNvPr>
            <p:cNvGrpSpPr>
              <a:grpSpLocks/>
            </p:cNvGrpSpPr>
            <p:nvPr/>
          </p:nvGrpSpPr>
          <p:grpSpPr bwMode="auto">
            <a:xfrm>
              <a:off x="3250887" y="2163084"/>
              <a:ext cx="864060" cy="956934"/>
              <a:chOff x="4940923" y="5366805"/>
              <a:chExt cx="864060" cy="956934"/>
            </a:xfrm>
          </p:grpSpPr>
          <p:sp>
            <p:nvSpPr>
              <p:cNvPr id="115" name="矩形 114">
                <a:extLst>
                  <a:ext uri="{FF2B5EF4-FFF2-40B4-BE49-F238E27FC236}">
                    <a16:creationId xmlns:a16="http://schemas.microsoft.com/office/drawing/2014/main" id="{A6D1EB7A-4D1D-9A3C-1F5B-7207E2EB0AC2}"/>
                  </a:ext>
                </a:extLst>
              </p:cNvPr>
              <p:cNvSpPr/>
              <p:nvPr/>
            </p:nvSpPr>
            <p:spPr bwMode="auto">
              <a:xfrm>
                <a:off x="5012389" y="5387451"/>
                <a:ext cx="792474" cy="937016"/>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17480" name="TextBox 115">
                <a:extLst>
                  <a:ext uri="{FF2B5EF4-FFF2-40B4-BE49-F238E27FC236}">
                    <a16:creationId xmlns:a16="http://schemas.microsoft.com/office/drawing/2014/main" id="{BC98E616-43F8-C3C8-D6D7-8870332047F7}"/>
                  </a:ext>
                </a:extLst>
              </p:cNvPr>
              <p:cNvSpPr txBox="1">
                <a:spLocks noChangeArrowheads="1"/>
              </p:cNvSpPr>
              <p:nvPr/>
            </p:nvSpPr>
            <p:spPr bwMode="auto">
              <a:xfrm>
                <a:off x="4940923" y="5366805"/>
                <a:ext cx="5040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FF0000"/>
                    </a:solidFill>
                  </a:rPr>
                  <a:t>1</a:t>
                </a:r>
                <a:endParaRPr lang="zh-CN" altLang="en-US" b="1">
                  <a:solidFill>
                    <a:srgbClr val="FF0000"/>
                  </a:solidFill>
                </a:endParaRPr>
              </a:p>
            </p:txBody>
          </p:sp>
        </p:grpSp>
        <p:grpSp>
          <p:nvGrpSpPr>
            <p:cNvPr id="17476" name="组合 116">
              <a:extLst>
                <a:ext uri="{FF2B5EF4-FFF2-40B4-BE49-F238E27FC236}">
                  <a16:creationId xmlns:a16="http://schemas.microsoft.com/office/drawing/2014/main" id="{881C836A-7FDB-50F3-CF42-BB39280D2A74}"/>
                </a:ext>
              </a:extLst>
            </p:cNvPr>
            <p:cNvGrpSpPr>
              <a:grpSpLocks/>
            </p:cNvGrpSpPr>
            <p:nvPr/>
          </p:nvGrpSpPr>
          <p:grpSpPr bwMode="auto">
            <a:xfrm>
              <a:off x="3754922" y="2545193"/>
              <a:ext cx="798227" cy="936065"/>
              <a:chOff x="5444958" y="5748914"/>
              <a:chExt cx="798227" cy="936065"/>
            </a:xfrm>
          </p:grpSpPr>
          <p:sp>
            <p:nvSpPr>
              <p:cNvPr id="118" name="矩形 117">
                <a:extLst>
                  <a:ext uri="{FF2B5EF4-FFF2-40B4-BE49-F238E27FC236}">
                    <a16:creationId xmlns:a16="http://schemas.microsoft.com/office/drawing/2014/main" id="{07410B96-1937-D26F-24B3-ABA62FDF41CE}"/>
                  </a:ext>
                </a:extLst>
              </p:cNvPr>
              <p:cNvSpPr/>
              <p:nvPr/>
            </p:nvSpPr>
            <p:spPr bwMode="auto">
              <a:xfrm>
                <a:off x="5450711" y="5749551"/>
                <a:ext cx="792474" cy="935428"/>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17478" name="TextBox 118">
                <a:extLst>
                  <a:ext uri="{FF2B5EF4-FFF2-40B4-BE49-F238E27FC236}">
                    <a16:creationId xmlns:a16="http://schemas.microsoft.com/office/drawing/2014/main" id="{8A6D678B-171C-734F-A1DE-2E43B795E5E0}"/>
                  </a:ext>
                </a:extLst>
              </p:cNvPr>
              <p:cNvSpPr txBox="1">
                <a:spLocks noChangeArrowheads="1"/>
              </p:cNvSpPr>
              <p:nvPr/>
            </p:nvSpPr>
            <p:spPr bwMode="auto">
              <a:xfrm>
                <a:off x="5444958" y="5751197"/>
                <a:ext cx="5040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FF0000"/>
                    </a:solidFill>
                  </a:rPr>
                  <a:t>8</a:t>
                </a:r>
                <a:endParaRPr lang="zh-CN" altLang="en-US" b="1">
                  <a:solidFill>
                    <a:srgbClr val="FF0000"/>
                  </a:solidFill>
                </a:endParaRPr>
              </a:p>
            </p:txBody>
          </p:sp>
        </p:grpSp>
      </p:grpSp>
      <p:sp>
        <p:nvSpPr>
          <p:cNvPr id="123" name="矩形 122">
            <a:extLst>
              <a:ext uri="{FF2B5EF4-FFF2-40B4-BE49-F238E27FC236}">
                <a16:creationId xmlns:a16="http://schemas.microsoft.com/office/drawing/2014/main" id="{3F18197D-35DE-E8A3-C347-91F02742A9AA}"/>
              </a:ext>
            </a:extLst>
          </p:cNvPr>
          <p:cNvSpPr/>
          <p:nvPr/>
        </p:nvSpPr>
        <p:spPr bwMode="auto">
          <a:xfrm>
            <a:off x="8658225" y="2347913"/>
            <a:ext cx="792163" cy="936625"/>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126" name="矩形 125">
            <a:extLst>
              <a:ext uri="{FF2B5EF4-FFF2-40B4-BE49-F238E27FC236}">
                <a16:creationId xmlns:a16="http://schemas.microsoft.com/office/drawing/2014/main" id="{56FB4B74-00D9-4B1C-B25C-082AF1B9CD0D}"/>
              </a:ext>
            </a:extLst>
          </p:cNvPr>
          <p:cNvSpPr/>
          <p:nvPr/>
        </p:nvSpPr>
        <p:spPr bwMode="auto">
          <a:xfrm>
            <a:off x="1393825" y="2220913"/>
            <a:ext cx="792163" cy="936625"/>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127" name="矩形 126">
            <a:extLst>
              <a:ext uri="{FF2B5EF4-FFF2-40B4-BE49-F238E27FC236}">
                <a16:creationId xmlns:a16="http://schemas.microsoft.com/office/drawing/2014/main" id="{6AEE393C-2A04-EA7C-2ECD-DBF5078F92ED}"/>
              </a:ext>
            </a:extLst>
          </p:cNvPr>
          <p:cNvSpPr/>
          <p:nvPr/>
        </p:nvSpPr>
        <p:spPr bwMode="auto">
          <a:xfrm>
            <a:off x="10360025" y="2349500"/>
            <a:ext cx="792163" cy="936625"/>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128" name="矩形 127">
            <a:extLst>
              <a:ext uri="{FF2B5EF4-FFF2-40B4-BE49-F238E27FC236}">
                <a16:creationId xmlns:a16="http://schemas.microsoft.com/office/drawing/2014/main" id="{6E8B2152-CFE7-C761-C3C1-83AE4A923C11}"/>
              </a:ext>
            </a:extLst>
          </p:cNvPr>
          <p:cNvSpPr/>
          <p:nvPr/>
        </p:nvSpPr>
        <p:spPr bwMode="auto">
          <a:xfrm>
            <a:off x="-5419725" y="5735638"/>
            <a:ext cx="792162" cy="936625"/>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grpSp>
        <p:nvGrpSpPr>
          <p:cNvPr id="152" name="组合 151">
            <a:extLst>
              <a:ext uri="{FF2B5EF4-FFF2-40B4-BE49-F238E27FC236}">
                <a16:creationId xmlns:a16="http://schemas.microsoft.com/office/drawing/2014/main" id="{022D5A43-89DE-DBD0-EA03-C91007406887}"/>
              </a:ext>
            </a:extLst>
          </p:cNvPr>
          <p:cNvGrpSpPr>
            <a:grpSpLocks/>
          </p:cNvGrpSpPr>
          <p:nvPr/>
        </p:nvGrpSpPr>
        <p:grpSpPr bwMode="auto">
          <a:xfrm>
            <a:off x="5256213" y="2263775"/>
            <a:ext cx="1144587" cy="936625"/>
            <a:chOff x="5255990" y="2264109"/>
            <a:chExt cx="1144562" cy="936065"/>
          </a:xfrm>
        </p:grpSpPr>
        <p:grpSp>
          <p:nvGrpSpPr>
            <p:cNvPr id="17470" name="组合 119">
              <a:extLst>
                <a:ext uri="{FF2B5EF4-FFF2-40B4-BE49-F238E27FC236}">
                  <a16:creationId xmlns:a16="http://schemas.microsoft.com/office/drawing/2014/main" id="{E1CBA361-E89C-61F3-E7A5-EE9BF937A50F}"/>
                </a:ext>
              </a:extLst>
            </p:cNvPr>
            <p:cNvGrpSpPr>
              <a:grpSpLocks/>
            </p:cNvGrpSpPr>
            <p:nvPr/>
          </p:nvGrpSpPr>
          <p:grpSpPr bwMode="auto">
            <a:xfrm>
              <a:off x="5255990" y="2264109"/>
              <a:ext cx="825626" cy="936065"/>
              <a:chOff x="5195372" y="5531684"/>
              <a:chExt cx="825626" cy="936065"/>
            </a:xfrm>
          </p:grpSpPr>
          <p:sp>
            <p:nvSpPr>
              <p:cNvPr id="121" name="矩形 120">
                <a:extLst>
                  <a:ext uri="{FF2B5EF4-FFF2-40B4-BE49-F238E27FC236}">
                    <a16:creationId xmlns:a16="http://schemas.microsoft.com/office/drawing/2014/main" id="{0859EAFF-9136-6979-372A-E947B68BD97E}"/>
                  </a:ext>
                </a:extLst>
              </p:cNvPr>
              <p:cNvSpPr/>
              <p:nvPr/>
            </p:nvSpPr>
            <p:spPr bwMode="auto">
              <a:xfrm>
                <a:off x="5228708" y="5531684"/>
                <a:ext cx="792146" cy="936065"/>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17474" name="TextBox 121">
                <a:extLst>
                  <a:ext uri="{FF2B5EF4-FFF2-40B4-BE49-F238E27FC236}">
                    <a16:creationId xmlns:a16="http://schemas.microsoft.com/office/drawing/2014/main" id="{2465EEB4-E3B2-2B70-2997-AAD7D6ABA627}"/>
                  </a:ext>
                </a:extLst>
              </p:cNvPr>
              <p:cNvSpPr txBox="1">
                <a:spLocks noChangeArrowheads="1"/>
              </p:cNvSpPr>
              <p:nvPr/>
            </p:nvSpPr>
            <p:spPr bwMode="auto">
              <a:xfrm>
                <a:off x="5195372" y="5531684"/>
                <a:ext cx="5040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FF0000"/>
                    </a:solidFill>
                  </a:rPr>
                  <a:t>2</a:t>
                </a:r>
                <a:endParaRPr lang="zh-CN" altLang="en-US" b="1">
                  <a:solidFill>
                    <a:srgbClr val="FF0000"/>
                  </a:solidFill>
                </a:endParaRPr>
              </a:p>
            </p:txBody>
          </p:sp>
        </p:grpSp>
        <p:sp>
          <p:nvSpPr>
            <p:cNvPr id="106" name="矩形 105">
              <a:extLst>
                <a:ext uri="{FF2B5EF4-FFF2-40B4-BE49-F238E27FC236}">
                  <a16:creationId xmlns:a16="http://schemas.microsoft.com/office/drawing/2014/main" id="{00B24F1E-4088-39E0-0BF4-0170364C231E}"/>
                </a:ext>
              </a:extLst>
            </p:cNvPr>
            <p:cNvSpPr/>
            <p:nvPr/>
          </p:nvSpPr>
          <p:spPr bwMode="auto">
            <a:xfrm>
              <a:off x="5289326" y="2651227"/>
              <a:ext cx="792146" cy="166588"/>
            </a:xfrm>
            <a:prstGeom prst="rect">
              <a:avLst/>
            </a:prstGeom>
            <a:solidFill>
              <a:schemeClr val="accent6">
                <a:lumMod val="60000"/>
                <a:lumOff val="40000"/>
              </a:schemeClr>
            </a:solidFill>
            <a:ln>
              <a:noFill/>
            </a:ln>
          </p:spPr>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17472" name="Lock">
              <a:extLst>
                <a:ext uri="{FF2B5EF4-FFF2-40B4-BE49-F238E27FC236}">
                  <a16:creationId xmlns:a16="http://schemas.microsoft.com/office/drawing/2014/main" id="{92AE388A-C8CF-C6FE-8AA7-7F188463620D}"/>
                </a:ext>
              </a:extLst>
            </p:cNvPr>
            <p:cNvSpPr>
              <a:spLocks noEditPoints="1" noChangeArrowheads="1"/>
            </p:cNvSpPr>
            <p:nvPr/>
          </p:nvSpPr>
          <p:spPr bwMode="auto">
            <a:xfrm>
              <a:off x="6132265" y="2552132"/>
              <a:ext cx="268287" cy="362719"/>
            </a:xfrm>
            <a:custGeom>
              <a:avLst/>
              <a:gdLst>
                <a:gd name="T0" fmla="*/ 2147483647 w 21600"/>
                <a:gd name="T1" fmla="*/ 0 h 21600"/>
                <a:gd name="T2" fmla="*/ 2147483647 w 21600"/>
                <a:gd name="T3" fmla="*/ 2147483647 h 21600"/>
                <a:gd name="T4" fmla="*/ 2147483647 w 21600"/>
                <a:gd name="T5" fmla="*/ 2147483647 h 21600"/>
                <a:gd name="T6" fmla="*/ 0 w 21600"/>
                <a:gd name="T7" fmla="*/ 2147483647 h 21600"/>
                <a:gd name="T8" fmla="*/ 0 60000 65536"/>
                <a:gd name="T9" fmla="*/ 0 60000 65536"/>
                <a:gd name="T10" fmla="*/ 0 60000 65536"/>
                <a:gd name="T11" fmla="*/ 0 60000 65536"/>
                <a:gd name="T12" fmla="*/ 744 w 21600"/>
                <a:gd name="T13" fmla="*/ 9904 h 21600"/>
                <a:gd name="T14" fmla="*/ 21134 w 21600"/>
                <a:gd name="T15" fmla="*/ 15335 h 21600"/>
              </a:gdLst>
              <a:ahLst/>
              <a:cxnLst>
                <a:cxn ang="T8">
                  <a:pos x="T0" y="T1"/>
                </a:cxn>
                <a:cxn ang="T9">
                  <a:pos x="T2" y="T3"/>
                </a:cxn>
                <a:cxn ang="T10">
                  <a:pos x="T4" y="T5"/>
                </a:cxn>
                <a:cxn ang="T11">
                  <a:pos x="T6" y="T7"/>
                </a:cxn>
              </a:cxnLst>
              <a:rect l="T12" t="T13" r="T14" b="T15"/>
              <a:pathLst>
                <a:path w="21600" h="21600" extrusionOk="0">
                  <a:moveTo>
                    <a:pt x="93" y="9606"/>
                  </a:moveTo>
                  <a:lnTo>
                    <a:pt x="2048" y="9606"/>
                  </a:lnTo>
                  <a:lnTo>
                    <a:pt x="2048" y="4713"/>
                  </a:lnTo>
                  <a:lnTo>
                    <a:pt x="2420" y="3818"/>
                  </a:lnTo>
                  <a:lnTo>
                    <a:pt x="2979" y="3028"/>
                  </a:lnTo>
                  <a:lnTo>
                    <a:pt x="3537" y="2446"/>
                  </a:lnTo>
                  <a:lnTo>
                    <a:pt x="3956" y="1998"/>
                  </a:lnTo>
                  <a:lnTo>
                    <a:pt x="4492" y="1581"/>
                  </a:lnTo>
                  <a:lnTo>
                    <a:pt x="5143" y="1238"/>
                  </a:lnTo>
                  <a:lnTo>
                    <a:pt x="5912" y="880"/>
                  </a:lnTo>
                  <a:lnTo>
                    <a:pt x="6587" y="641"/>
                  </a:lnTo>
                  <a:lnTo>
                    <a:pt x="7518" y="372"/>
                  </a:lnTo>
                  <a:lnTo>
                    <a:pt x="8425" y="208"/>
                  </a:lnTo>
                  <a:lnTo>
                    <a:pt x="9496" y="59"/>
                  </a:lnTo>
                  <a:lnTo>
                    <a:pt x="10637" y="14"/>
                  </a:lnTo>
                  <a:lnTo>
                    <a:pt x="11614" y="59"/>
                  </a:lnTo>
                  <a:lnTo>
                    <a:pt x="12382" y="119"/>
                  </a:lnTo>
                  <a:lnTo>
                    <a:pt x="13034" y="253"/>
                  </a:lnTo>
                  <a:lnTo>
                    <a:pt x="13779" y="417"/>
                  </a:lnTo>
                  <a:lnTo>
                    <a:pt x="14500" y="611"/>
                  </a:lnTo>
                  <a:lnTo>
                    <a:pt x="14733" y="686"/>
                  </a:lnTo>
                  <a:lnTo>
                    <a:pt x="14989" y="790"/>
                  </a:lnTo>
                  <a:lnTo>
                    <a:pt x="15175" y="865"/>
                  </a:lnTo>
                  <a:lnTo>
                    <a:pt x="15385" y="954"/>
                  </a:lnTo>
                  <a:lnTo>
                    <a:pt x="15431" y="969"/>
                  </a:lnTo>
                  <a:lnTo>
                    <a:pt x="15594" y="1059"/>
                  </a:lnTo>
                  <a:lnTo>
                    <a:pt x="15757" y="1148"/>
                  </a:lnTo>
                  <a:lnTo>
                    <a:pt x="15920" y="1267"/>
                  </a:lnTo>
                  <a:lnTo>
                    <a:pt x="16106" y="1372"/>
                  </a:lnTo>
                  <a:lnTo>
                    <a:pt x="16665" y="1730"/>
                  </a:lnTo>
                  <a:lnTo>
                    <a:pt x="17014" y="1998"/>
                  </a:lnTo>
                  <a:lnTo>
                    <a:pt x="17480" y="2356"/>
                  </a:lnTo>
                  <a:lnTo>
                    <a:pt x="17852" y="2804"/>
                  </a:lnTo>
                  <a:lnTo>
                    <a:pt x="18178" y="3192"/>
                  </a:lnTo>
                  <a:lnTo>
                    <a:pt x="18527" y="3639"/>
                  </a:lnTo>
                  <a:lnTo>
                    <a:pt x="18806" y="4132"/>
                  </a:lnTo>
                  <a:lnTo>
                    <a:pt x="19086" y="4713"/>
                  </a:lnTo>
                  <a:lnTo>
                    <a:pt x="19272" y="5191"/>
                  </a:lnTo>
                  <a:lnTo>
                    <a:pt x="19295" y="9606"/>
                  </a:lnTo>
                  <a:lnTo>
                    <a:pt x="21600" y="9606"/>
                  </a:lnTo>
                  <a:lnTo>
                    <a:pt x="21600" y="16289"/>
                  </a:lnTo>
                  <a:lnTo>
                    <a:pt x="21413" y="17184"/>
                  </a:lnTo>
                  <a:lnTo>
                    <a:pt x="21041" y="17900"/>
                  </a:lnTo>
                  <a:lnTo>
                    <a:pt x="20668" y="18377"/>
                  </a:lnTo>
                  <a:lnTo>
                    <a:pt x="20343" y="18855"/>
                  </a:lnTo>
                  <a:lnTo>
                    <a:pt x="19924" y="19332"/>
                  </a:lnTo>
                  <a:lnTo>
                    <a:pt x="19388" y="19809"/>
                  </a:lnTo>
                  <a:lnTo>
                    <a:pt x="18806" y="20242"/>
                  </a:lnTo>
                  <a:lnTo>
                    <a:pt x="18062" y="20585"/>
                  </a:lnTo>
                  <a:lnTo>
                    <a:pt x="17270" y="20883"/>
                  </a:lnTo>
                  <a:lnTo>
                    <a:pt x="16525" y="21182"/>
                  </a:lnTo>
                  <a:lnTo>
                    <a:pt x="15548" y="21420"/>
                  </a:lnTo>
                  <a:lnTo>
                    <a:pt x="14803" y="21540"/>
                  </a:lnTo>
                  <a:lnTo>
                    <a:pt x="13662" y="21674"/>
                  </a:lnTo>
                  <a:lnTo>
                    <a:pt x="8379" y="21659"/>
                  </a:lnTo>
                  <a:lnTo>
                    <a:pt x="7168" y="21540"/>
                  </a:lnTo>
                  <a:lnTo>
                    <a:pt x="6098" y="21331"/>
                  </a:lnTo>
                  <a:lnTo>
                    <a:pt x="5050" y="21092"/>
                  </a:lnTo>
                  <a:lnTo>
                    <a:pt x="4003" y="20764"/>
                  </a:lnTo>
                  <a:lnTo>
                    <a:pt x="3258" y="20391"/>
                  </a:lnTo>
                  <a:lnTo>
                    <a:pt x="2769" y="20123"/>
                  </a:lnTo>
                  <a:lnTo>
                    <a:pt x="2281" y="19720"/>
                  </a:lnTo>
                  <a:lnTo>
                    <a:pt x="1862" y="19407"/>
                  </a:lnTo>
                  <a:lnTo>
                    <a:pt x="1489" y="19079"/>
                  </a:lnTo>
                  <a:lnTo>
                    <a:pt x="1070" y="18676"/>
                  </a:lnTo>
                  <a:lnTo>
                    <a:pt x="744" y="18258"/>
                  </a:lnTo>
                  <a:lnTo>
                    <a:pt x="325" y="17661"/>
                  </a:lnTo>
                  <a:lnTo>
                    <a:pt x="162" y="17035"/>
                  </a:lnTo>
                  <a:lnTo>
                    <a:pt x="93" y="16468"/>
                  </a:lnTo>
                  <a:lnTo>
                    <a:pt x="93" y="9606"/>
                  </a:lnTo>
                  <a:close/>
                  <a:moveTo>
                    <a:pt x="6098" y="9591"/>
                  </a:moveTo>
                  <a:lnTo>
                    <a:pt x="6098" y="5220"/>
                  </a:lnTo>
                  <a:lnTo>
                    <a:pt x="6191" y="4907"/>
                  </a:lnTo>
                  <a:lnTo>
                    <a:pt x="6307" y="4639"/>
                  </a:lnTo>
                  <a:lnTo>
                    <a:pt x="6517" y="4370"/>
                  </a:lnTo>
                  <a:lnTo>
                    <a:pt x="6680" y="4087"/>
                  </a:lnTo>
                  <a:lnTo>
                    <a:pt x="6889" y="3878"/>
                  </a:lnTo>
                  <a:lnTo>
                    <a:pt x="7308" y="3520"/>
                  </a:lnTo>
                  <a:lnTo>
                    <a:pt x="7843" y="3281"/>
                  </a:lnTo>
                  <a:lnTo>
                    <a:pt x="8402" y="3013"/>
                  </a:lnTo>
                  <a:lnTo>
                    <a:pt x="9031" y="2834"/>
                  </a:lnTo>
                  <a:lnTo>
                    <a:pt x="9659" y="2700"/>
                  </a:lnTo>
                  <a:lnTo>
                    <a:pt x="10497" y="2625"/>
                  </a:lnTo>
                  <a:lnTo>
                    <a:pt x="11125" y="2655"/>
                  </a:lnTo>
                  <a:lnTo>
                    <a:pt x="11987" y="2789"/>
                  </a:lnTo>
                  <a:lnTo>
                    <a:pt x="12522" y="2893"/>
                  </a:lnTo>
                  <a:lnTo>
                    <a:pt x="13011" y="3028"/>
                  </a:lnTo>
                  <a:lnTo>
                    <a:pt x="13290" y="3192"/>
                  </a:lnTo>
                  <a:lnTo>
                    <a:pt x="13709" y="3371"/>
                  </a:lnTo>
                  <a:lnTo>
                    <a:pt x="13872" y="3505"/>
                  </a:lnTo>
                  <a:lnTo>
                    <a:pt x="14058" y="3639"/>
                  </a:lnTo>
                  <a:lnTo>
                    <a:pt x="14291" y="3788"/>
                  </a:lnTo>
                  <a:lnTo>
                    <a:pt x="14431" y="3953"/>
                  </a:lnTo>
                  <a:lnTo>
                    <a:pt x="14617" y="4102"/>
                  </a:lnTo>
                  <a:lnTo>
                    <a:pt x="14826" y="4311"/>
                  </a:lnTo>
                  <a:lnTo>
                    <a:pt x="14919" y="4534"/>
                  </a:lnTo>
                  <a:lnTo>
                    <a:pt x="15036" y="4773"/>
                  </a:lnTo>
                  <a:lnTo>
                    <a:pt x="15175" y="5027"/>
                  </a:lnTo>
                  <a:lnTo>
                    <a:pt x="15245" y="5220"/>
                  </a:lnTo>
                  <a:lnTo>
                    <a:pt x="15245" y="9591"/>
                  </a:lnTo>
                  <a:lnTo>
                    <a:pt x="6098" y="9591"/>
                  </a:lnTo>
                  <a:close/>
                </a:path>
                <a:path w="21600" h="21600" extrusionOk="0">
                  <a:moveTo>
                    <a:pt x="93" y="9606"/>
                  </a:moveTo>
                  <a:lnTo>
                    <a:pt x="21600" y="9606"/>
                  </a:lnTo>
                  <a:lnTo>
                    <a:pt x="93" y="9606"/>
                  </a:lnTo>
                  <a:close/>
                </a:path>
                <a:path w="21600" h="21600" extrusionOk="0">
                  <a:moveTo>
                    <a:pt x="11684" y="17109"/>
                  </a:moveTo>
                  <a:lnTo>
                    <a:pt x="12266" y="19317"/>
                  </a:lnTo>
                  <a:lnTo>
                    <a:pt x="9659" y="19317"/>
                  </a:lnTo>
                  <a:lnTo>
                    <a:pt x="10287" y="17124"/>
                  </a:lnTo>
                  <a:lnTo>
                    <a:pt x="10008" y="16975"/>
                  </a:lnTo>
                  <a:lnTo>
                    <a:pt x="9799" y="16722"/>
                  </a:lnTo>
                  <a:lnTo>
                    <a:pt x="9752" y="16408"/>
                  </a:lnTo>
                  <a:lnTo>
                    <a:pt x="9822" y="16170"/>
                  </a:lnTo>
                  <a:lnTo>
                    <a:pt x="10008" y="16006"/>
                  </a:lnTo>
                  <a:lnTo>
                    <a:pt x="10148" y="15871"/>
                  </a:lnTo>
                  <a:lnTo>
                    <a:pt x="10381" y="15782"/>
                  </a:lnTo>
                  <a:lnTo>
                    <a:pt x="10660" y="15692"/>
                  </a:lnTo>
                  <a:lnTo>
                    <a:pt x="11009" y="15677"/>
                  </a:lnTo>
                  <a:lnTo>
                    <a:pt x="11288" y="15722"/>
                  </a:lnTo>
                  <a:lnTo>
                    <a:pt x="11614" y="15782"/>
                  </a:lnTo>
                  <a:lnTo>
                    <a:pt x="11893" y="15946"/>
                  </a:lnTo>
                  <a:lnTo>
                    <a:pt x="12033" y="16080"/>
                  </a:lnTo>
                  <a:lnTo>
                    <a:pt x="12173" y="16229"/>
                  </a:lnTo>
                  <a:lnTo>
                    <a:pt x="12196" y="16408"/>
                  </a:lnTo>
                  <a:lnTo>
                    <a:pt x="12103" y="16722"/>
                  </a:lnTo>
                  <a:lnTo>
                    <a:pt x="11987" y="16856"/>
                  </a:lnTo>
                  <a:lnTo>
                    <a:pt x="11847" y="16975"/>
                  </a:lnTo>
                  <a:lnTo>
                    <a:pt x="11684" y="17109"/>
                  </a:lnTo>
                </a:path>
              </a:pathLst>
            </a:custGeom>
            <a:solidFill>
              <a:srgbClr val="C0C0C0"/>
            </a:solidFill>
            <a:ln w="38100">
              <a:solidFill>
                <a:srgbClr val="000000"/>
              </a:solidFill>
              <a:miter lim="800000"/>
              <a:headEnd/>
              <a:tailEnd/>
            </a:ln>
          </p:spPr>
          <p:txBody>
            <a:bodyPr/>
            <a:lstStyle/>
            <a:p>
              <a:endParaRPr lang="zh-CN" altLang="en-US"/>
            </a:p>
          </p:txBody>
        </p:sp>
      </p:grpSp>
      <p:grpSp>
        <p:nvGrpSpPr>
          <p:cNvPr id="153" name="组合 152">
            <a:extLst>
              <a:ext uri="{FF2B5EF4-FFF2-40B4-BE49-F238E27FC236}">
                <a16:creationId xmlns:a16="http://schemas.microsoft.com/office/drawing/2014/main" id="{B2771B0C-B844-FD2E-B314-D4109C97F899}"/>
              </a:ext>
            </a:extLst>
          </p:cNvPr>
          <p:cNvGrpSpPr>
            <a:grpSpLocks/>
          </p:cNvGrpSpPr>
          <p:nvPr/>
        </p:nvGrpSpPr>
        <p:grpSpPr bwMode="auto">
          <a:xfrm>
            <a:off x="8763000" y="2449513"/>
            <a:ext cx="2168525" cy="134937"/>
            <a:chOff x="8763360" y="2448775"/>
            <a:chExt cx="2167917" cy="135319"/>
          </a:xfrm>
        </p:grpSpPr>
        <p:sp>
          <p:nvSpPr>
            <p:cNvPr id="131" name="矩形 130">
              <a:extLst>
                <a:ext uri="{FF2B5EF4-FFF2-40B4-BE49-F238E27FC236}">
                  <a16:creationId xmlns:a16="http://schemas.microsoft.com/office/drawing/2014/main" id="{E2950855-2603-EB74-985A-BDEEC7FF371C}"/>
                </a:ext>
              </a:extLst>
            </p:cNvPr>
            <p:cNvSpPr/>
            <p:nvPr/>
          </p:nvSpPr>
          <p:spPr bwMode="auto">
            <a:xfrm>
              <a:off x="8763360" y="2448775"/>
              <a:ext cx="471356" cy="103479"/>
            </a:xfrm>
            <a:prstGeom prst="rect">
              <a:avLst/>
            </a:prstGeom>
            <a:solidFill>
              <a:schemeClr val="bg1">
                <a:lumMod val="75000"/>
              </a:schemeClr>
            </a:solidFill>
            <a:ln>
              <a:noFill/>
            </a:ln>
          </p:spPr>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133" name="矩形 132">
              <a:extLst>
                <a:ext uri="{FF2B5EF4-FFF2-40B4-BE49-F238E27FC236}">
                  <a16:creationId xmlns:a16="http://schemas.microsoft.com/office/drawing/2014/main" id="{AF3616AB-23AD-90D8-C24C-C87767BF0F03}"/>
                </a:ext>
              </a:extLst>
            </p:cNvPr>
            <p:cNvSpPr/>
            <p:nvPr/>
          </p:nvSpPr>
          <p:spPr bwMode="auto">
            <a:xfrm>
              <a:off x="10459922" y="2480615"/>
              <a:ext cx="471355" cy="103479"/>
            </a:xfrm>
            <a:prstGeom prst="rect">
              <a:avLst/>
            </a:prstGeom>
            <a:solidFill>
              <a:schemeClr val="bg1">
                <a:lumMod val="75000"/>
              </a:schemeClr>
            </a:solidFill>
            <a:ln>
              <a:noFill/>
            </a:ln>
          </p:spPr>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grpSp>
      <p:grpSp>
        <p:nvGrpSpPr>
          <p:cNvPr id="150" name="组合 149">
            <a:extLst>
              <a:ext uri="{FF2B5EF4-FFF2-40B4-BE49-F238E27FC236}">
                <a16:creationId xmlns:a16="http://schemas.microsoft.com/office/drawing/2014/main" id="{E839B014-475C-A34B-CB99-37029F593589}"/>
              </a:ext>
            </a:extLst>
          </p:cNvPr>
          <p:cNvGrpSpPr>
            <a:grpSpLocks/>
          </p:cNvGrpSpPr>
          <p:nvPr/>
        </p:nvGrpSpPr>
        <p:grpSpPr bwMode="auto">
          <a:xfrm>
            <a:off x="788988" y="1925638"/>
            <a:ext cx="2160587" cy="1525587"/>
            <a:chOff x="788768" y="1926315"/>
            <a:chExt cx="2160170" cy="1524917"/>
          </a:xfrm>
        </p:grpSpPr>
        <p:sp>
          <p:nvSpPr>
            <p:cNvPr id="129" name="矩形 128">
              <a:extLst>
                <a:ext uri="{FF2B5EF4-FFF2-40B4-BE49-F238E27FC236}">
                  <a16:creationId xmlns:a16="http://schemas.microsoft.com/office/drawing/2014/main" id="{935ADF64-CB93-D08F-A891-C26ADBA06B32}"/>
                </a:ext>
              </a:extLst>
            </p:cNvPr>
            <p:cNvSpPr/>
            <p:nvPr/>
          </p:nvSpPr>
          <p:spPr bwMode="auto">
            <a:xfrm>
              <a:off x="788768" y="1926315"/>
              <a:ext cx="2160170" cy="1524917"/>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17465" name="TextBox 131">
              <a:extLst>
                <a:ext uri="{FF2B5EF4-FFF2-40B4-BE49-F238E27FC236}">
                  <a16:creationId xmlns:a16="http://schemas.microsoft.com/office/drawing/2014/main" id="{06E8C04D-267B-69F0-BA0A-1F710C93B209}"/>
                </a:ext>
              </a:extLst>
            </p:cNvPr>
            <p:cNvSpPr txBox="1">
              <a:spLocks noChangeArrowheads="1"/>
            </p:cNvSpPr>
            <p:nvPr/>
          </p:nvSpPr>
          <p:spPr bwMode="auto">
            <a:xfrm>
              <a:off x="914815" y="2221323"/>
              <a:ext cx="1969162" cy="369332"/>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a:t>10  202201 1100</a:t>
              </a:r>
              <a:endParaRPr lang="zh-CN" altLang="en-US"/>
            </a:p>
          </p:txBody>
        </p:sp>
        <p:sp>
          <p:nvSpPr>
            <p:cNvPr id="17466" name="TextBox 135">
              <a:extLst>
                <a:ext uri="{FF2B5EF4-FFF2-40B4-BE49-F238E27FC236}">
                  <a16:creationId xmlns:a16="http://schemas.microsoft.com/office/drawing/2014/main" id="{386D8C17-874F-4A45-B396-5357BC0A0F21}"/>
                </a:ext>
              </a:extLst>
            </p:cNvPr>
            <p:cNvSpPr txBox="1">
              <a:spLocks noChangeArrowheads="1"/>
            </p:cNvSpPr>
            <p:nvPr/>
          </p:nvSpPr>
          <p:spPr bwMode="auto">
            <a:xfrm>
              <a:off x="861860" y="2936514"/>
              <a:ext cx="2013986" cy="369332"/>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a:t>5   202201 1000</a:t>
              </a:r>
              <a:endParaRPr lang="zh-CN" altLang="en-US"/>
            </a:p>
          </p:txBody>
        </p:sp>
        <p:cxnSp>
          <p:nvCxnSpPr>
            <p:cNvPr id="17467" name="直接箭头连接符 148">
              <a:extLst>
                <a:ext uri="{FF2B5EF4-FFF2-40B4-BE49-F238E27FC236}">
                  <a16:creationId xmlns:a16="http://schemas.microsoft.com/office/drawing/2014/main" id="{A78D72E0-9D2F-5942-378D-1FF59DA83144}"/>
                </a:ext>
              </a:extLst>
            </p:cNvPr>
            <p:cNvCxnSpPr>
              <a:cxnSpLocks noChangeShapeType="1"/>
            </p:cNvCxnSpPr>
            <p:nvPr/>
          </p:nvCxnSpPr>
          <p:spPr bwMode="auto">
            <a:xfrm>
              <a:off x="1058825" y="2420930"/>
              <a:ext cx="0" cy="496485"/>
            </a:xfrm>
            <a:prstGeom prst="straightConnector1">
              <a:avLst/>
            </a:prstGeom>
            <a:noFill/>
            <a:ln w="28575" algn="ctr">
              <a:solidFill>
                <a:schemeClr val="accent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100" name="Picture 2">
            <a:extLst>
              <a:ext uri="{FF2B5EF4-FFF2-40B4-BE49-F238E27FC236}">
                <a16:creationId xmlns:a16="http://schemas.microsoft.com/office/drawing/2014/main" id="{08B9BF78-DD1E-4028-7415-660D6EA45676}"/>
              </a:ext>
            </a:extLst>
          </p:cNvPr>
          <p:cNvPicPr>
            <a:picLocks noChangeAspect="1" noChangeArrowheads="1"/>
          </p:cNvPicPr>
          <p:nvPr/>
        </p:nvPicPr>
        <p:blipFill>
          <a:blip r:embed="rId3"/>
          <a:stretch>
            <a:fillRect/>
          </a:stretch>
        </p:blipFill>
        <p:spPr bwMode="auto">
          <a:xfrm>
            <a:off x="1201738" y="2503488"/>
            <a:ext cx="10601325" cy="4667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55" name="Picture 2">
            <a:extLst>
              <a:ext uri="{FF2B5EF4-FFF2-40B4-BE49-F238E27FC236}">
                <a16:creationId xmlns:a16="http://schemas.microsoft.com/office/drawing/2014/main" id="{2194F49C-F138-3105-1676-5C015C9E59D8}"/>
              </a:ext>
            </a:extLst>
          </p:cNvPr>
          <p:cNvPicPr>
            <a:picLocks noChangeAspect="1" noChangeArrowheads="1"/>
          </p:cNvPicPr>
          <p:nvPr/>
        </p:nvPicPr>
        <p:blipFill>
          <a:blip r:embed="rId4"/>
          <a:stretch>
            <a:fillRect/>
          </a:stretch>
        </p:blipFill>
        <p:spPr bwMode="auto">
          <a:xfrm>
            <a:off x="5624513" y="2498725"/>
            <a:ext cx="1976437" cy="4667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grpSp>
        <p:nvGrpSpPr>
          <p:cNvPr id="162" name="组合 161">
            <a:extLst>
              <a:ext uri="{FF2B5EF4-FFF2-40B4-BE49-F238E27FC236}">
                <a16:creationId xmlns:a16="http://schemas.microsoft.com/office/drawing/2014/main" id="{8353D67F-8E40-E146-0E4B-5FDD71D0A1C9}"/>
              </a:ext>
            </a:extLst>
          </p:cNvPr>
          <p:cNvGrpSpPr>
            <a:grpSpLocks/>
          </p:cNvGrpSpPr>
          <p:nvPr/>
        </p:nvGrpSpPr>
        <p:grpSpPr bwMode="auto">
          <a:xfrm>
            <a:off x="5310188" y="2266950"/>
            <a:ext cx="825500" cy="936625"/>
            <a:chOff x="5255990" y="2264109"/>
            <a:chExt cx="825626" cy="936065"/>
          </a:xfrm>
        </p:grpSpPr>
        <p:grpSp>
          <p:nvGrpSpPr>
            <p:cNvPr id="17460" name="组合 162">
              <a:extLst>
                <a:ext uri="{FF2B5EF4-FFF2-40B4-BE49-F238E27FC236}">
                  <a16:creationId xmlns:a16="http://schemas.microsoft.com/office/drawing/2014/main" id="{50DCCCE9-8FEB-0C9C-C214-396F90516F27}"/>
                </a:ext>
              </a:extLst>
            </p:cNvPr>
            <p:cNvGrpSpPr>
              <a:grpSpLocks/>
            </p:cNvGrpSpPr>
            <p:nvPr/>
          </p:nvGrpSpPr>
          <p:grpSpPr bwMode="auto">
            <a:xfrm>
              <a:off x="5255990" y="2264109"/>
              <a:ext cx="825626" cy="936065"/>
              <a:chOff x="5195372" y="5531684"/>
              <a:chExt cx="825626" cy="936065"/>
            </a:xfrm>
          </p:grpSpPr>
          <p:sp>
            <p:nvSpPr>
              <p:cNvPr id="166" name="矩形 165">
                <a:extLst>
                  <a:ext uri="{FF2B5EF4-FFF2-40B4-BE49-F238E27FC236}">
                    <a16:creationId xmlns:a16="http://schemas.microsoft.com/office/drawing/2014/main" id="{8106FFAA-44F7-3CAF-2B96-F3225FBFDAAF}"/>
                  </a:ext>
                </a:extLst>
              </p:cNvPr>
              <p:cNvSpPr/>
              <p:nvPr/>
            </p:nvSpPr>
            <p:spPr bwMode="auto">
              <a:xfrm>
                <a:off x="5228714" y="5531684"/>
                <a:ext cx="792284" cy="936065"/>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17463" name="TextBox 166">
                <a:extLst>
                  <a:ext uri="{FF2B5EF4-FFF2-40B4-BE49-F238E27FC236}">
                    <a16:creationId xmlns:a16="http://schemas.microsoft.com/office/drawing/2014/main" id="{6947DC03-AEA9-0DCA-91FD-BFB8E2CD5A4E}"/>
                  </a:ext>
                </a:extLst>
              </p:cNvPr>
              <p:cNvSpPr txBox="1">
                <a:spLocks noChangeArrowheads="1"/>
              </p:cNvSpPr>
              <p:nvPr/>
            </p:nvSpPr>
            <p:spPr bwMode="auto">
              <a:xfrm>
                <a:off x="5195372" y="5531684"/>
                <a:ext cx="5040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b="1">
                    <a:solidFill>
                      <a:srgbClr val="FF0000"/>
                    </a:solidFill>
                  </a:rPr>
                  <a:t>2</a:t>
                </a:r>
                <a:endParaRPr lang="zh-CN" altLang="en-US" b="1">
                  <a:solidFill>
                    <a:srgbClr val="FF0000"/>
                  </a:solidFill>
                </a:endParaRPr>
              </a:p>
            </p:txBody>
          </p:sp>
        </p:grpSp>
        <p:sp>
          <p:nvSpPr>
            <p:cNvPr id="164" name="矩形 163">
              <a:extLst>
                <a:ext uri="{FF2B5EF4-FFF2-40B4-BE49-F238E27FC236}">
                  <a16:creationId xmlns:a16="http://schemas.microsoft.com/office/drawing/2014/main" id="{043485C8-8D5F-E1F9-965A-417E874C7912}"/>
                </a:ext>
              </a:extLst>
            </p:cNvPr>
            <p:cNvSpPr/>
            <p:nvPr/>
          </p:nvSpPr>
          <p:spPr bwMode="auto">
            <a:xfrm>
              <a:off x="5289332" y="2651227"/>
              <a:ext cx="792284" cy="166588"/>
            </a:xfrm>
            <a:prstGeom prst="rect">
              <a:avLst/>
            </a:prstGeom>
            <a:solidFill>
              <a:schemeClr val="accent6">
                <a:lumMod val="60000"/>
                <a:lumOff val="40000"/>
              </a:schemeClr>
            </a:solidFill>
            <a:ln>
              <a:noFill/>
            </a:ln>
          </p:spPr>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grpSp>
      <p:pic>
        <p:nvPicPr>
          <p:cNvPr id="168" name="图片 167">
            <a:extLst>
              <a:ext uri="{FF2B5EF4-FFF2-40B4-BE49-F238E27FC236}">
                <a16:creationId xmlns:a16="http://schemas.microsoft.com/office/drawing/2014/main" id="{5189CC56-6951-704A-A258-DDD529D7F1A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072438" y="2800350"/>
            <a:ext cx="23526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组合 9">
            <a:extLst>
              <a:ext uri="{FF2B5EF4-FFF2-40B4-BE49-F238E27FC236}">
                <a16:creationId xmlns:a16="http://schemas.microsoft.com/office/drawing/2014/main" id="{B4AAD5F9-C20C-F133-7BE8-10C69610CAAF}"/>
              </a:ext>
            </a:extLst>
          </p:cNvPr>
          <p:cNvGrpSpPr>
            <a:grpSpLocks/>
          </p:cNvGrpSpPr>
          <p:nvPr/>
        </p:nvGrpSpPr>
        <p:grpSpPr bwMode="auto">
          <a:xfrm>
            <a:off x="836613" y="1925638"/>
            <a:ext cx="2159000" cy="1804987"/>
            <a:chOff x="2373119" y="3650397"/>
            <a:chExt cx="2159000" cy="1804253"/>
          </a:xfrm>
        </p:grpSpPr>
        <p:sp>
          <p:nvSpPr>
            <p:cNvPr id="171" name="矩形 170">
              <a:extLst>
                <a:ext uri="{FF2B5EF4-FFF2-40B4-BE49-F238E27FC236}">
                  <a16:creationId xmlns:a16="http://schemas.microsoft.com/office/drawing/2014/main" id="{E6B55AB5-8FD5-32CF-9889-4E9FCD558305}"/>
                </a:ext>
              </a:extLst>
            </p:cNvPr>
            <p:cNvSpPr/>
            <p:nvPr/>
          </p:nvSpPr>
          <p:spPr bwMode="auto">
            <a:xfrm>
              <a:off x="2373119" y="3650397"/>
              <a:ext cx="2159000" cy="1804253"/>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17455" name="TextBox 171">
              <a:extLst>
                <a:ext uri="{FF2B5EF4-FFF2-40B4-BE49-F238E27FC236}">
                  <a16:creationId xmlns:a16="http://schemas.microsoft.com/office/drawing/2014/main" id="{091B5181-5D85-6263-1705-FEB1FDF2A4D5}"/>
                </a:ext>
              </a:extLst>
            </p:cNvPr>
            <p:cNvSpPr txBox="1">
              <a:spLocks noChangeArrowheads="1"/>
            </p:cNvSpPr>
            <p:nvPr/>
          </p:nvSpPr>
          <p:spPr bwMode="auto">
            <a:xfrm>
              <a:off x="2424133" y="3775647"/>
              <a:ext cx="1968095" cy="36923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a:t>20  202201 1500</a:t>
              </a:r>
              <a:endParaRPr lang="zh-CN" altLang="en-US"/>
            </a:p>
          </p:txBody>
        </p:sp>
        <p:cxnSp>
          <p:nvCxnSpPr>
            <p:cNvPr id="17456" name="直接箭头连接符 173">
              <a:extLst>
                <a:ext uri="{FF2B5EF4-FFF2-40B4-BE49-F238E27FC236}">
                  <a16:creationId xmlns:a16="http://schemas.microsoft.com/office/drawing/2014/main" id="{42365C4D-8768-163C-F82C-5282F9372001}"/>
                </a:ext>
              </a:extLst>
            </p:cNvPr>
            <p:cNvCxnSpPr>
              <a:cxnSpLocks noChangeShapeType="1"/>
            </p:cNvCxnSpPr>
            <p:nvPr/>
          </p:nvCxnSpPr>
          <p:spPr bwMode="auto">
            <a:xfrm flipH="1">
              <a:off x="2876469" y="4008779"/>
              <a:ext cx="412" cy="346491"/>
            </a:xfrm>
            <a:prstGeom prst="straightConnector1">
              <a:avLst/>
            </a:prstGeom>
            <a:noFill/>
            <a:ln w="28575" algn="ctr">
              <a:solidFill>
                <a:schemeClr val="accent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57" name="TextBox 174">
              <a:extLst>
                <a:ext uri="{FF2B5EF4-FFF2-40B4-BE49-F238E27FC236}">
                  <a16:creationId xmlns:a16="http://schemas.microsoft.com/office/drawing/2014/main" id="{D46DBE96-5C50-BC07-4A98-024C31BF76CB}"/>
                </a:ext>
              </a:extLst>
            </p:cNvPr>
            <p:cNvSpPr txBox="1">
              <a:spLocks noChangeArrowheads="1"/>
            </p:cNvSpPr>
            <p:nvPr/>
          </p:nvSpPr>
          <p:spPr bwMode="auto">
            <a:xfrm>
              <a:off x="2445085" y="4355270"/>
              <a:ext cx="1968095" cy="36923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a:t>10  202201 1100</a:t>
              </a:r>
              <a:endParaRPr lang="zh-CN" altLang="en-US"/>
            </a:p>
          </p:txBody>
        </p:sp>
        <p:sp>
          <p:nvSpPr>
            <p:cNvPr id="17458" name="TextBox 175">
              <a:extLst>
                <a:ext uri="{FF2B5EF4-FFF2-40B4-BE49-F238E27FC236}">
                  <a16:creationId xmlns:a16="http://schemas.microsoft.com/office/drawing/2014/main" id="{9B03FBE4-452E-9D0D-DDFB-474AA5F7F6B5}"/>
                </a:ext>
              </a:extLst>
            </p:cNvPr>
            <p:cNvSpPr txBox="1">
              <a:spLocks noChangeArrowheads="1"/>
            </p:cNvSpPr>
            <p:nvPr/>
          </p:nvSpPr>
          <p:spPr bwMode="auto">
            <a:xfrm>
              <a:off x="2445085" y="4948731"/>
              <a:ext cx="2012895" cy="36923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a:t>5   202201 1000</a:t>
              </a:r>
              <a:endParaRPr lang="zh-CN" altLang="en-US"/>
            </a:p>
          </p:txBody>
        </p:sp>
        <p:cxnSp>
          <p:nvCxnSpPr>
            <p:cNvPr id="17459" name="直接箭头连接符 176">
              <a:extLst>
                <a:ext uri="{FF2B5EF4-FFF2-40B4-BE49-F238E27FC236}">
                  <a16:creationId xmlns:a16="http://schemas.microsoft.com/office/drawing/2014/main" id="{927A7BFD-19D9-6C89-59C4-9EEE38728BB8}"/>
                </a:ext>
              </a:extLst>
            </p:cNvPr>
            <p:cNvCxnSpPr>
              <a:cxnSpLocks noChangeShapeType="1"/>
            </p:cNvCxnSpPr>
            <p:nvPr/>
          </p:nvCxnSpPr>
          <p:spPr bwMode="auto">
            <a:xfrm flipH="1">
              <a:off x="2876469" y="4554824"/>
              <a:ext cx="412" cy="393907"/>
            </a:xfrm>
            <a:prstGeom prst="straightConnector1">
              <a:avLst/>
            </a:prstGeom>
            <a:noFill/>
            <a:ln w="28575" algn="ctr">
              <a:solidFill>
                <a:schemeClr val="accent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182" name="图片 181">
            <a:extLst>
              <a:ext uri="{FF2B5EF4-FFF2-40B4-BE49-F238E27FC236}">
                <a16:creationId xmlns:a16="http://schemas.microsoft.com/office/drawing/2014/main" id="{25A500B8-F565-D598-83BC-EA5CFE38328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086725" y="3074988"/>
            <a:ext cx="2332038"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 name="图片 183">
            <a:extLst>
              <a:ext uri="{FF2B5EF4-FFF2-40B4-BE49-F238E27FC236}">
                <a16:creationId xmlns:a16="http://schemas.microsoft.com/office/drawing/2014/main" id="{676ADA4D-D997-ABC8-7766-724C3EDE263A}"/>
              </a:ext>
            </a:extLst>
          </p:cNvPr>
          <p:cNvPicPr>
            <a:picLocks noChangeAspect="1"/>
          </p:cNvPicPr>
          <p:nvPr/>
        </p:nvPicPr>
        <p:blipFill>
          <a:blip r:embed="rId7"/>
          <a:stretch>
            <a:fillRect/>
          </a:stretch>
        </p:blipFill>
        <p:spPr>
          <a:xfrm>
            <a:off x="836613" y="2514600"/>
            <a:ext cx="10975975" cy="4968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85" name="矩形 184">
            <a:extLst>
              <a:ext uri="{FF2B5EF4-FFF2-40B4-BE49-F238E27FC236}">
                <a16:creationId xmlns:a16="http://schemas.microsoft.com/office/drawing/2014/main" id="{B6994965-84BA-7360-5884-E622D3314431}"/>
              </a:ext>
            </a:extLst>
          </p:cNvPr>
          <p:cNvSpPr/>
          <p:nvPr/>
        </p:nvSpPr>
        <p:spPr bwMode="auto">
          <a:xfrm>
            <a:off x="10485438" y="2668588"/>
            <a:ext cx="438150" cy="112712"/>
          </a:xfrm>
          <a:prstGeom prst="rect">
            <a:avLst/>
          </a:prstGeom>
          <a:solidFill>
            <a:schemeClr val="bg1">
              <a:lumMod val="75000"/>
            </a:schemeClr>
          </a:solidFill>
          <a:ln>
            <a:noFill/>
          </a:ln>
        </p:spPr>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
        <p:nvSpPr>
          <p:cNvPr id="187" name="矩形 186">
            <a:extLst>
              <a:ext uri="{FF2B5EF4-FFF2-40B4-BE49-F238E27FC236}">
                <a16:creationId xmlns:a16="http://schemas.microsoft.com/office/drawing/2014/main" id="{4C83BF06-C87D-BA0A-0CD8-1B1F465FA96B}"/>
              </a:ext>
            </a:extLst>
          </p:cNvPr>
          <p:cNvSpPr/>
          <p:nvPr/>
        </p:nvSpPr>
        <p:spPr bwMode="auto">
          <a:xfrm>
            <a:off x="8763000" y="2590800"/>
            <a:ext cx="463550" cy="112713"/>
          </a:xfrm>
          <a:prstGeom prst="rect">
            <a:avLst/>
          </a:prstGeom>
          <a:solidFill>
            <a:schemeClr val="bg1">
              <a:lumMod val="75000"/>
            </a:schemeClr>
          </a:solidFill>
          <a:ln>
            <a:noFill/>
          </a:ln>
        </p:spPr>
        <p:txBody>
          <a:bodyPr anchor="ctr"/>
          <a:lstStyle/>
          <a:p>
            <a:pPr algn="ctr">
              <a:buFont typeface="Arial" charset="0"/>
              <a:buNone/>
              <a:defRPr/>
            </a:pPr>
            <a:endParaRPr lang="zh-CN" altLang="en-US" sz="3200" b="1" dirty="0">
              <a:solidFill>
                <a:schemeClr val="bg1"/>
              </a:solidFill>
              <a:latin typeface="微软雅黑" pitchFamily="34" charset="-122"/>
              <a:ea typeface="微软雅黑" pitchFamily="34"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40962"/>
                                        </p:tgtEl>
                                        <p:attrNameLst>
                                          <p:attrName>style.visibility</p:attrName>
                                        </p:attrNameLst>
                                      </p:cBhvr>
                                      <p:to>
                                        <p:strVal val="visible"/>
                                      </p:to>
                                    </p:set>
                                    <p:anim calcmode="lin" valueType="num">
                                      <p:cBhvr additive="base">
                                        <p:cTn id="7" dur="500" fill="hold"/>
                                        <p:tgtEl>
                                          <p:spTgt spid="40962"/>
                                        </p:tgtEl>
                                        <p:attrNameLst>
                                          <p:attrName>ppt_x</p:attrName>
                                        </p:attrNameLst>
                                      </p:cBhvr>
                                      <p:tavLst>
                                        <p:tav tm="0">
                                          <p:val>
                                            <p:strVal val="1+#ppt_w/2"/>
                                          </p:val>
                                        </p:tav>
                                        <p:tav tm="100000">
                                          <p:val>
                                            <p:strVal val="#ppt_x"/>
                                          </p:val>
                                        </p:tav>
                                      </p:tavLst>
                                    </p:anim>
                                    <p:anim calcmode="lin" valueType="num">
                                      <p:cBhvr additive="base">
                                        <p:cTn id="8" dur="500" fill="hold"/>
                                        <p:tgtEl>
                                          <p:spTgt spid="4096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xit" presetSubtype="8" fill="hold" nodeType="clickEffect">
                                  <p:stCondLst>
                                    <p:cond delay="0"/>
                                  </p:stCondLst>
                                  <p:childTnLst>
                                    <p:anim calcmode="lin" valueType="num">
                                      <p:cBhvr additive="base">
                                        <p:cTn id="12" dur="500"/>
                                        <p:tgtEl>
                                          <p:spTgt spid="40962"/>
                                        </p:tgtEl>
                                        <p:attrNameLst>
                                          <p:attrName>ppt_x</p:attrName>
                                        </p:attrNameLst>
                                      </p:cBhvr>
                                      <p:tavLst>
                                        <p:tav tm="0">
                                          <p:val>
                                            <p:strVal val="ppt_x"/>
                                          </p:val>
                                        </p:tav>
                                        <p:tav tm="100000">
                                          <p:val>
                                            <p:strVal val="0-ppt_w/2"/>
                                          </p:val>
                                        </p:tav>
                                      </p:tavLst>
                                    </p:anim>
                                    <p:anim calcmode="lin" valueType="num">
                                      <p:cBhvr additive="base">
                                        <p:cTn id="13" dur="500"/>
                                        <p:tgtEl>
                                          <p:spTgt spid="40962"/>
                                        </p:tgtEl>
                                        <p:attrNameLst>
                                          <p:attrName>ppt_y</p:attrName>
                                        </p:attrNameLst>
                                      </p:cBhvr>
                                      <p:tavLst>
                                        <p:tav tm="0">
                                          <p:val>
                                            <p:strVal val="ppt_y"/>
                                          </p:val>
                                        </p:tav>
                                        <p:tav tm="100000">
                                          <p:val>
                                            <p:strVal val="ppt_y"/>
                                          </p:val>
                                        </p:tav>
                                      </p:tavLst>
                                    </p:anim>
                                    <p:set>
                                      <p:cBhvr>
                                        <p:cTn id="14" dur="1" fill="hold">
                                          <p:stCondLst>
                                            <p:cond delay="499"/>
                                          </p:stCondLst>
                                        </p:cTn>
                                        <p:tgtEl>
                                          <p:spTgt spid="40962"/>
                                        </p:tgtEl>
                                        <p:attrNameLst>
                                          <p:attrName>style.visibility</p:attrName>
                                        </p:attrNameLst>
                                      </p:cBhvr>
                                      <p:to>
                                        <p:strVal val="hidden"/>
                                      </p:to>
                                    </p:set>
                                  </p:childTnLst>
                                </p:cTn>
                              </p:par>
                              <p:par>
                                <p:cTn id="15" presetID="42" presetClass="path" presetSubtype="0" accel="50000" decel="50000" fill="hold" nodeType="withEffect">
                                  <p:stCondLst>
                                    <p:cond delay="0"/>
                                  </p:stCondLst>
                                  <p:childTnLst>
                                    <p:animMotion origin="layout" path="M 4.99349E-6 -1.11111E-6 L -0.13454 -0.4743 " pathEditMode="relative" rAng="0" ptsTypes="AA">
                                      <p:cBhvr>
                                        <p:cTn id="16" dur="2000" fill="hold"/>
                                        <p:tgtEl>
                                          <p:spTgt spid="5"/>
                                        </p:tgtEl>
                                        <p:attrNameLst>
                                          <p:attrName>ppt_x</p:attrName>
                                          <p:attrName>ppt_y</p:attrName>
                                        </p:attrNameLst>
                                      </p:cBhvr>
                                      <p:rCtr x="-6727" y="-23727"/>
                                    </p:animMotion>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nodeType="clickEffect">
                                  <p:stCondLst>
                                    <p:cond delay="0"/>
                                  </p:stCondLst>
                                  <p:childTnLst>
                                    <p:set>
                                      <p:cBhvr>
                                        <p:cTn id="20" dur="1" fill="hold">
                                          <p:stCondLst>
                                            <p:cond delay="0"/>
                                          </p:stCondLst>
                                        </p:cTn>
                                        <p:tgtEl>
                                          <p:spTgt spid="100"/>
                                        </p:tgtEl>
                                        <p:attrNameLst>
                                          <p:attrName>style.visibility</p:attrName>
                                        </p:attrNameLst>
                                      </p:cBhvr>
                                      <p:to>
                                        <p:strVal val="visible"/>
                                      </p:to>
                                    </p:set>
                                    <p:anim calcmode="lin" valueType="num">
                                      <p:cBhvr additive="base">
                                        <p:cTn id="21" dur="500" fill="hold"/>
                                        <p:tgtEl>
                                          <p:spTgt spid="100"/>
                                        </p:tgtEl>
                                        <p:attrNameLst>
                                          <p:attrName>ppt_x</p:attrName>
                                        </p:attrNameLst>
                                      </p:cBhvr>
                                      <p:tavLst>
                                        <p:tav tm="0">
                                          <p:val>
                                            <p:strVal val="1+#ppt_w/2"/>
                                          </p:val>
                                        </p:tav>
                                        <p:tav tm="100000">
                                          <p:val>
                                            <p:strVal val="#ppt_x"/>
                                          </p:val>
                                        </p:tav>
                                      </p:tavLst>
                                    </p:anim>
                                    <p:anim calcmode="lin" valueType="num">
                                      <p:cBhvr additive="base">
                                        <p:cTn id="22" dur="500" fill="hold"/>
                                        <p:tgtEl>
                                          <p:spTgt spid="100"/>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xit" presetSubtype="8" fill="hold" nodeType="clickEffect">
                                  <p:stCondLst>
                                    <p:cond delay="0"/>
                                  </p:stCondLst>
                                  <p:childTnLst>
                                    <p:anim calcmode="lin" valueType="num">
                                      <p:cBhvr additive="base">
                                        <p:cTn id="26" dur="500"/>
                                        <p:tgtEl>
                                          <p:spTgt spid="100"/>
                                        </p:tgtEl>
                                        <p:attrNameLst>
                                          <p:attrName>ppt_x</p:attrName>
                                        </p:attrNameLst>
                                      </p:cBhvr>
                                      <p:tavLst>
                                        <p:tav tm="0">
                                          <p:val>
                                            <p:strVal val="ppt_x"/>
                                          </p:val>
                                        </p:tav>
                                        <p:tav tm="100000">
                                          <p:val>
                                            <p:strVal val="0-ppt_w/2"/>
                                          </p:val>
                                        </p:tav>
                                      </p:tavLst>
                                    </p:anim>
                                    <p:anim calcmode="lin" valueType="num">
                                      <p:cBhvr additive="base">
                                        <p:cTn id="27" dur="500"/>
                                        <p:tgtEl>
                                          <p:spTgt spid="100"/>
                                        </p:tgtEl>
                                        <p:attrNameLst>
                                          <p:attrName>ppt_y</p:attrName>
                                        </p:attrNameLst>
                                      </p:cBhvr>
                                      <p:tavLst>
                                        <p:tav tm="0">
                                          <p:val>
                                            <p:strVal val="ppt_y"/>
                                          </p:val>
                                        </p:tav>
                                        <p:tav tm="100000">
                                          <p:val>
                                            <p:strVal val="ppt_y"/>
                                          </p:val>
                                        </p:tav>
                                      </p:tavLst>
                                    </p:anim>
                                    <p:set>
                                      <p:cBhvr>
                                        <p:cTn id="28" dur="1" fill="hold">
                                          <p:stCondLst>
                                            <p:cond delay="499"/>
                                          </p:stCondLst>
                                        </p:cTn>
                                        <p:tgtEl>
                                          <p:spTgt spid="100"/>
                                        </p:tgtEl>
                                        <p:attrNameLst>
                                          <p:attrName>style.visibility</p:attrName>
                                        </p:attrNameLst>
                                      </p:cBhvr>
                                      <p:to>
                                        <p:strVal val="hidden"/>
                                      </p:to>
                                    </p:set>
                                  </p:childTnLst>
                                </p:cTn>
                              </p:par>
                              <p:par>
                                <p:cTn id="29" presetID="10" presetClass="exit" presetSubtype="0" fill="hold" nodeType="withEffect">
                                  <p:stCondLst>
                                    <p:cond delay="0"/>
                                  </p:stCondLst>
                                  <p:childTnLst>
                                    <p:animEffect transition="out" filter="fade">
                                      <p:cBhvr>
                                        <p:cTn id="30" dur="500"/>
                                        <p:tgtEl>
                                          <p:spTgt spid="5"/>
                                        </p:tgtEl>
                                      </p:cBhvr>
                                    </p:animEffect>
                                    <p:set>
                                      <p:cBhvr>
                                        <p:cTn id="31" dur="1" fill="hold">
                                          <p:stCondLst>
                                            <p:cond delay="499"/>
                                          </p:stCondLst>
                                        </p:cTn>
                                        <p:tgtEl>
                                          <p:spTgt spid="5"/>
                                        </p:tgtEl>
                                        <p:attrNameLst>
                                          <p:attrName>style.visibility</p:attrName>
                                        </p:attrNameLst>
                                      </p:cBhvr>
                                      <p:to>
                                        <p:strVal val="hidden"/>
                                      </p:to>
                                    </p:set>
                                  </p:childTnLst>
                                </p:cTn>
                              </p:par>
                              <p:par>
                                <p:cTn id="32" presetID="10" presetClass="entr" presetSubtype="0" fill="hold" nodeType="withEffect">
                                  <p:stCondLst>
                                    <p:cond delay="0"/>
                                  </p:stCondLst>
                                  <p:childTnLst>
                                    <p:set>
                                      <p:cBhvr>
                                        <p:cTn id="33" dur="1" fill="hold">
                                          <p:stCondLst>
                                            <p:cond delay="0"/>
                                          </p:stCondLst>
                                        </p:cTn>
                                        <p:tgtEl>
                                          <p:spTgt spid="153"/>
                                        </p:tgtEl>
                                        <p:attrNameLst>
                                          <p:attrName>style.visibility</p:attrName>
                                        </p:attrNameLst>
                                      </p:cBhvr>
                                      <p:to>
                                        <p:strVal val="visible"/>
                                      </p:to>
                                    </p:set>
                                    <p:animEffect transition="in" filter="fade">
                                      <p:cBhvr>
                                        <p:cTn id="34" dur="500"/>
                                        <p:tgtEl>
                                          <p:spTgt spid="153"/>
                                        </p:tgtEl>
                                      </p:cBhvr>
                                    </p:animEffect>
                                  </p:childTnLst>
                                </p:cTn>
                              </p:par>
                              <p:par>
                                <p:cTn id="35" presetID="10" presetClass="entr" presetSubtype="0" fill="hold" nodeType="withEffect">
                                  <p:stCondLst>
                                    <p:cond delay="0"/>
                                  </p:stCondLst>
                                  <p:childTnLst>
                                    <p:set>
                                      <p:cBhvr>
                                        <p:cTn id="36" dur="1" fill="hold">
                                          <p:stCondLst>
                                            <p:cond delay="0"/>
                                          </p:stCondLst>
                                        </p:cTn>
                                        <p:tgtEl>
                                          <p:spTgt spid="152"/>
                                        </p:tgtEl>
                                        <p:attrNameLst>
                                          <p:attrName>style.visibility</p:attrName>
                                        </p:attrNameLst>
                                      </p:cBhvr>
                                      <p:to>
                                        <p:strVal val="visible"/>
                                      </p:to>
                                    </p:set>
                                    <p:animEffect transition="in" filter="fade">
                                      <p:cBhvr>
                                        <p:cTn id="37" dur="500"/>
                                        <p:tgtEl>
                                          <p:spTgt spid="152"/>
                                        </p:tgtEl>
                                      </p:cBhvr>
                                    </p:animEffect>
                                  </p:childTnLst>
                                </p:cTn>
                              </p:par>
                              <p:par>
                                <p:cTn id="38" presetID="10" presetClass="entr" presetSubtype="0" fill="hold" nodeType="withEffect">
                                  <p:stCondLst>
                                    <p:cond delay="0"/>
                                  </p:stCondLst>
                                  <p:childTnLst>
                                    <p:set>
                                      <p:cBhvr>
                                        <p:cTn id="39" dur="1" fill="hold">
                                          <p:stCondLst>
                                            <p:cond delay="0"/>
                                          </p:stCondLst>
                                        </p:cTn>
                                        <p:tgtEl>
                                          <p:spTgt spid="151"/>
                                        </p:tgtEl>
                                        <p:attrNameLst>
                                          <p:attrName>style.visibility</p:attrName>
                                        </p:attrNameLst>
                                      </p:cBhvr>
                                      <p:to>
                                        <p:strVal val="visible"/>
                                      </p:to>
                                    </p:set>
                                    <p:animEffect transition="in" filter="fade">
                                      <p:cBhvr>
                                        <p:cTn id="40" dur="500"/>
                                        <p:tgtEl>
                                          <p:spTgt spid="151"/>
                                        </p:tgtEl>
                                      </p:cBhvr>
                                    </p:animEffect>
                                  </p:childTnLst>
                                </p:cTn>
                              </p:par>
                              <p:par>
                                <p:cTn id="41" presetID="10" presetClass="entr" presetSubtype="0" fill="hold" nodeType="withEffect">
                                  <p:stCondLst>
                                    <p:cond delay="0"/>
                                  </p:stCondLst>
                                  <p:childTnLst>
                                    <p:set>
                                      <p:cBhvr>
                                        <p:cTn id="42" dur="1" fill="hold">
                                          <p:stCondLst>
                                            <p:cond delay="0"/>
                                          </p:stCondLst>
                                        </p:cTn>
                                        <p:tgtEl>
                                          <p:spTgt spid="150"/>
                                        </p:tgtEl>
                                        <p:attrNameLst>
                                          <p:attrName>style.visibility</p:attrName>
                                        </p:attrNameLst>
                                      </p:cBhvr>
                                      <p:to>
                                        <p:strVal val="visible"/>
                                      </p:to>
                                    </p:set>
                                    <p:animEffect transition="in" filter="fade">
                                      <p:cBhvr>
                                        <p:cTn id="43" dur="500"/>
                                        <p:tgtEl>
                                          <p:spTgt spid="150"/>
                                        </p:tgtEl>
                                      </p:cBhvr>
                                    </p:animEffect>
                                  </p:childTnLst>
                                </p:cTn>
                              </p:par>
                              <p:par>
                                <p:cTn id="44" presetID="10" presetClass="entr" presetSubtype="0" fill="hold" nodeType="withEffect">
                                  <p:stCondLst>
                                    <p:cond delay="0"/>
                                  </p:stCondLst>
                                  <p:childTnLst>
                                    <p:set>
                                      <p:cBhvr>
                                        <p:cTn id="45" dur="1" fill="hold">
                                          <p:stCondLst>
                                            <p:cond delay="0"/>
                                          </p:stCondLst>
                                        </p:cTn>
                                        <p:tgtEl>
                                          <p:spTgt spid="168"/>
                                        </p:tgtEl>
                                        <p:attrNameLst>
                                          <p:attrName>style.visibility</p:attrName>
                                        </p:attrNameLst>
                                      </p:cBhvr>
                                      <p:to>
                                        <p:strVal val="visible"/>
                                      </p:to>
                                    </p:set>
                                    <p:animEffect transition="in" filter="fade">
                                      <p:cBhvr>
                                        <p:cTn id="46" dur="500"/>
                                        <p:tgtEl>
                                          <p:spTgt spid="16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2" fill="hold" nodeType="clickEffect">
                                  <p:stCondLst>
                                    <p:cond delay="0"/>
                                  </p:stCondLst>
                                  <p:childTnLst>
                                    <p:set>
                                      <p:cBhvr>
                                        <p:cTn id="50" dur="1" fill="hold">
                                          <p:stCondLst>
                                            <p:cond delay="0"/>
                                          </p:stCondLst>
                                        </p:cTn>
                                        <p:tgtEl>
                                          <p:spTgt spid="155"/>
                                        </p:tgtEl>
                                        <p:attrNameLst>
                                          <p:attrName>style.visibility</p:attrName>
                                        </p:attrNameLst>
                                      </p:cBhvr>
                                      <p:to>
                                        <p:strVal val="visible"/>
                                      </p:to>
                                    </p:set>
                                    <p:anim calcmode="lin" valueType="num">
                                      <p:cBhvr additive="base">
                                        <p:cTn id="51" dur="500" fill="hold"/>
                                        <p:tgtEl>
                                          <p:spTgt spid="155"/>
                                        </p:tgtEl>
                                        <p:attrNameLst>
                                          <p:attrName>ppt_x</p:attrName>
                                        </p:attrNameLst>
                                      </p:cBhvr>
                                      <p:tavLst>
                                        <p:tav tm="0">
                                          <p:val>
                                            <p:strVal val="1+#ppt_w/2"/>
                                          </p:val>
                                        </p:tav>
                                        <p:tav tm="100000">
                                          <p:val>
                                            <p:strVal val="#ppt_x"/>
                                          </p:val>
                                        </p:tav>
                                      </p:tavLst>
                                    </p:anim>
                                    <p:anim calcmode="lin" valueType="num">
                                      <p:cBhvr additive="base">
                                        <p:cTn id="52" dur="500" fill="hold"/>
                                        <p:tgtEl>
                                          <p:spTgt spid="155"/>
                                        </p:tgtEl>
                                        <p:attrNameLst>
                                          <p:attrName>ppt_y</p:attrName>
                                        </p:attrNameLst>
                                      </p:cBhvr>
                                      <p:tavLst>
                                        <p:tav tm="0">
                                          <p:val>
                                            <p:strVal val="#ppt_y"/>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xit" presetSubtype="8" fill="hold" nodeType="clickEffect">
                                  <p:stCondLst>
                                    <p:cond delay="0"/>
                                  </p:stCondLst>
                                  <p:childTnLst>
                                    <p:anim calcmode="lin" valueType="num">
                                      <p:cBhvr additive="base">
                                        <p:cTn id="56" dur="500"/>
                                        <p:tgtEl>
                                          <p:spTgt spid="155"/>
                                        </p:tgtEl>
                                        <p:attrNameLst>
                                          <p:attrName>ppt_x</p:attrName>
                                        </p:attrNameLst>
                                      </p:cBhvr>
                                      <p:tavLst>
                                        <p:tav tm="0">
                                          <p:val>
                                            <p:strVal val="ppt_x"/>
                                          </p:val>
                                        </p:tav>
                                        <p:tav tm="100000">
                                          <p:val>
                                            <p:strVal val="0-ppt_w/2"/>
                                          </p:val>
                                        </p:tav>
                                      </p:tavLst>
                                    </p:anim>
                                    <p:anim calcmode="lin" valueType="num">
                                      <p:cBhvr additive="base">
                                        <p:cTn id="57" dur="500"/>
                                        <p:tgtEl>
                                          <p:spTgt spid="155"/>
                                        </p:tgtEl>
                                        <p:attrNameLst>
                                          <p:attrName>ppt_y</p:attrName>
                                        </p:attrNameLst>
                                      </p:cBhvr>
                                      <p:tavLst>
                                        <p:tav tm="0">
                                          <p:val>
                                            <p:strVal val="ppt_y"/>
                                          </p:val>
                                        </p:tav>
                                        <p:tav tm="100000">
                                          <p:val>
                                            <p:strVal val="ppt_y"/>
                                          </p:val>
                                        </p:tav>
                                      </p:tavLst>
                                    </p:anim>
                                    <p:set>
                                      <p:cBhvr>
                                        <p:cTn id="58" dur="1" fill="hold">
                                          <p:stCondLst>
                                            <p:cond delay="499"/>
                                          </p:stCondLst>
                                        </p:cTn>
                                        <p:tgtEl>
                                          <p:spTgt spid="155"/>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152"/>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162"/>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2" fill="hold" nodeType="clickEffect">
                                  <p:stCondLst>
                                    <p:cond delay="0"/>
                                  </p:stCondLst>
                                  <p:childTnLst>
                                    <p:set>
                                      <p:cBhvr>
                                        <p:cTn id="66" dur="1" fill="hold">
                                          <p:stCondLst>
                                            <p:cond delay="0"/>
                                          </p:stCondLst>
                                        </p:cTn>
                                        <p:tgtEl>
                                          <p:spTgt spid="184"/>
                                        </p:tgtEl>
                                        <p:attrNameLst>
                                          <p:attrName>style.visibility</p:attrName>
                                        </p:attrNameLst>
                                      </p:cBhvr>
                                      <p:to>
                                        <p:strVal val="visible"/>
                                      </p:to>
                                    </p:set>
                                    <p:anim calcmode="lin" valueType="num">
                                      <p:cBhvr additive="base">
                                        <p:cTn id="67" dur="500" fill="hold"/>
                                        <p:tgtEl>
                                          <p:spTgt spid="184"/>
                                        </p:tgtEl>
                                        <p:attrNameLst>
                                          <p:attrName>ppt_x</p:attrName>
                                        </p:attrNameLst>
                                      </p:cBhvr>
                                      <p:tavLst>
                                        <p:tav tm="0">
                                          <p:val>
                                            <p:strVal val="1+#ppt_w/2"/>
                                          </p:val>
                                        </p:tav>
                                        <p:tav tm="100000">
                                          <p:val>
                                            <p:strVal val="#ppt_x"/>
                                          </p:val>
                                        </p:tav>
                                      </p:tavLst>
                                    </p:anim>
                                    <p:anim calcmode="lin" valueType="num">
                                      <p:cBhvr additive="base">
                                        <p:cTn id="68" dur="500" fill="hold"/>
                                        <p:tgtEl>
                                          <p:spTgt spid="184"/>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10" presetClass="exit" presetSubtype="0" fill="hold" nodeType="clickEffect">
                                  <p:stCondLst>
                                    <p:cond delay="0"/>
                                  </p:stCondLst>
                                  <p:childTnLst>
                                    <p:animEffect transition="out" filter="fade">
                                      <p:cBhvr>
                                        <p:cTn id="72" dur="500"/>
                                        <p:tgtEl>
                                          <p:spTgt spid="184"/>
                                        </p:tgtEl>
                                      </p:cBhvr>
                                    </p:animEffect>
                                    <p:set>
                                      <p:cBhvr>
                                        <p:cTn id="73" dur="1" fill="hold">
                                          <p:stCondLst>
                                            <p:cond delay="499"/>
                                          </p:stCondLst>
                                        </p:cTn>
                                        <p:tgtEl>
                                          <p:spTgt spid="184"/>
                                        </p:tgtEl>
                                        <p:attrNameLst>
                                          <p:attrName>style.visibility</p:attrName>
                                        </p:attrNameLst>
                                      </p:cBhvr>
                                      <p:to>
                                        <p:strVal val="hidden"/>
                                      </p:to>
                                    </p:set>
                                  </p:childTnLst>
                                </p:cTn>
                              </p:par>
                              <p:par>
                                <p:cTn id="74" presetID="1" presetClass="entr" presetSubtype="0" fill="hold" nodeType="withEffect">
                                  <p:stCondLst>
                                    <p:cond delay="0"/>
                                  </p:stCondLst>
                                  <p:childTnLst>
                                    <p:set>
                                      <p:cBhvr>
                                        <p:cTn id="75" dur="1" fill="hold">
                                          <p:stCondLst>
                                            <p:cond delay="0"/>
                                          </p:stCondLst>
                                        </p:cTn>
                                        <p:tgtEl>
                                          <p:spTgt spid="182"/>
                                        </p:tgtEl>
                                        <p:attrNameLst>
                                          <p:attrName>style.visibility</p:attrName>
                                        </p:attrNameLst>
                                      </p:cBhvr>
                                      <p:to>
                                        <p:strVal val="visible"/>
                                      </p:to>
                                    </p:set>
                                  </p:childTnLst>
                                </p:cTn>
                              </p:par>
                              <p:par>
                                <p:cTn id="76" presetID="10" presetClass="entr" presetSubtype="0" fill="hold" grpId="0" nodeType="withEffect">
                                  <p:stCondLst>
                                    <p:cond delay="0"/>
                                  </p:stCondLst>
                                  <p:childTnLst>
                                    <p:set>
                                      <p:cBhvr>
                                        <p:cTn id="77" dur="1" fill="hold">
                                          <p:stCondLst>
                                            <p:cond delay="0"/>
                                          </p:stCondLst>
                                        </p:cTn>
                                        <p:tgtEl>
                                          <p:spTgt spid="185"/>
                                        </p:tgtEl>
                                        <p:attrNameLst>
                                          <p:attrName>style.visibility</p:attrName>
                                        </p:attrNameLst>
                                      </p:cBhvr>
                                      <p:to>
                                        <p:strVal val="visible"/>
                                      </p:to>
                                    </p:set>
                                    <p:animEffect transition="in" filter="fade">
                                      <p:cBhvr>
                                        <p:cTn id="78" dur="500"/>
                                        <p:tgtEl>
                                          <p:spTgt spid="18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87"/>
                                        </p:tgtEl>
                                        <p:attrNameLst>
                                          <p:attrName>style.visibility</p:attrName>
                                        </p:attrNameLst>
                                      </p:cBhvr>
                                      <p:to>
                                        <p:strVal val="visible"/>
                                      </p:to>
                                    </p:set>
                                    <p:animEffect transition="in" filter="fade">
                                      <p:cBhvr>
                                        <p:cTn id="81" dur="500"/>
                                        <p:tgtEl>
                                          <p:spTgt spid="187"/>
                                        </p:tgtEl>
                                      </p:cBhvr>
                                    </p:animEffect>
                                  </p:childTnLst>
                                </p:cTn>
                              </p:par>
                              <p:par>
                                <p:cTn id="82" presetID="10" presetClass="entr" presetSubtype="0" fill="hold" nodeType="withEffect">
                                  <p:stCondLst>
                                    <p:cond delay="0"/>
                                  </p:stCondLst>
                                  <p:childTnLst>
                                    <p:set>
                                      <p:cBhvr>
                                        <p:cTn id="83" dur="1" fill="hold">
                                          <p:stCondLst>
                                            <p:cond delay="0"/>
                                          </p:stCondLst>
                                        </p:cTn>
                                        <p:tgtEl>
                                          <p:spTgt spid="10"/>
                                        </p:tgtEl>
                                        <p:attrNameLst>
                                          <p:attrName>style.visibility</p:attrName>
                                        </p:attrNameLst>
                                      </p:cBhvr>
                                      <p:to>
                                        <p:strVal val="visible"/>
                                      </p:to>
                                    </p:set>
                                    <p:animEffect transition="in" filter="fade">
                                      <p:cBhvr>
                                        <p:cTn id="8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 grpId="0" animBg="1"/>
      <p:bldP spid="18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7C5CFB3B-D958-4664-7938-20CA87B3B85E}"/>
              </a:ext>
            </a:extLst>
          </p:cNvPr>
          <p:cNvSpPr>
            <a:spLocks noChangeArrowheads="1"/>
          </p:cNvSpPr>
          <p:nvPr/>
        </p:nvSpPr>
        <p:spPr bwMode="auto">
          <a:xfrm>
            <a:off x="1490663" y="77788"/>
            <a:ext cx="7445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事务并发引发的数据不一致性</a:t>
            </a:r>
          </a:p>
        </p:txBody>
      </p:sp>
      <p:sp>
        <p:nvSpPr>
          <p:cNvPr id="5" name="Rectangle 4">
            <a:extLst>
              <a:ext uri="{FF2B5EF4-FFF2-40B4-BE49-F238E27FC236}">
                <a16:creationId xmlns:a16="http://schemas.microsoft.com/office/drawing/2014/main" id="{C2C158D3-F9B5-742A-8EED-70A26151167B}"/>
              </a:ext>
            </a:extLst>
          </p:cNvPr>
          <p:cNvSpPr>
            <a:spLocks noChangeArrowheads="1"/>
          </p:cNvSpPr>
          <p:nvPr/>
        </p:nvSpPr>
        <p:spPr bwMode="auto">
          <a:xfrm>
            <a:off x="842963" y="1412875"/>
            <a:ext cx="10728325" cy="1477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ct val="150000"/>
              </a:lnSpc>
              <a:defRPr/>
            </a:pPr>
            <a:r>
              <a:rPr lang="zh-CN" altLang="en-US" sz="3200" b="1" dirty="0">
                <a:solidFill>
                  <a:schemeClr val="accent2"/>
                </a:solidFill>
                <a:effectLst>
                  <a:outerShdw blurRad="38100" dist="38100" dir="2700000" algn="tl">
                    <a:srgbClr val="C0C0C0"/>
                  </a:outerShdw>
                </a:effectLst>
              </a:rPr>
              <a:t>并发操作：</a:t>
            </a:r>
            <a:r>
              <a:rPr lang="zh-CN" altLang="en-US" sz="3200" b="1" dirty="0">
                <a:solidFill>
                  <a:srgbClr val="002060"/>
                </a:solidFill>
                <a:effectLst>
                  <a:outerShdw blurRad="38100" dist="38100" dir="2700000" algn="tl">
                    <a:srgbClr val="C0C0C0"/>
                  </a:outerShdw>
                </a:effectLst>
              </a:rPr>
              <a:t>在多用户共享系统中，如果多个用户同时对同一个数据进行操作，称为多事务并发操作。</a:t>
            </a:r>
            <a:endParaRPr lang="en-US" altLang="zh-CN" sz="3200" b="1" dirty="0">
              <a:solidFill>
                <a:srgbClr val="002060"/>
              </a:solidFill>
              <a:effectLst>
                <a:outerShdw blurRad="38100" dist="38100" dir="2700000" algn="tl">
                  <a:srgbClr val="C0C0C0"/>
                </a:outerShdw>
              </a:effectLst>
            </a:endParaRPr>
          </a:p>
        </p:txBody>
      </p:sp>
      <p:sp>
        <p:nvSpPr>
          <p:cNvPr id="7" name="圆角矩形 6">
            <a:extLst>
              <a:ext uri="{FF2B5EF4-FFF2-40B4-BE49-F238E27FC236}">
                <a16:creationId xmlns:a16="http://schemas.microsoft.com/office/drawing/2014/main" id="{7358F290-DA10-2951-613C-64C7BE39BFAA}"/>
              </a:ext>
            </a:extLst>
          </p:cNvPr>
          <p:cNvSpPr/>
          <p:nvPr/>
        </p:nvSpPr>
        <p:spPr bwMode="auto">
          <a:xfrm>
            <a:off x="898525" y="3335338"/>
            <a:ext cx="1539875" cy="906462"/>
          </a:xfrm>
          <a:prstGeom prst="roundRect">
            <a:avLst/>
          </a:prstGeom>
          <a:solidFill>
            <a:schemeClr val="accent1">
              <a:lumMod val="40000"/>
              <a:lumOff val="60000"/>
            </a:schemeClr>
          </a:solidFill>
          <a:ln w="12700">
            <a:solidFill>
              <a:schemeClr val="tx1"/>
            </a:solidFill>
            <a:miter lim="800000"/>
            <a:headEnd/>
            <a:tailEnd/>
          </a:ln>
        </p:spPr>
        <p:txBody>
          <a:bodyPr anchor="ctr"/>
          <a:lstStyle/>
          <a:p>
            <a:pPr algn="ctr">
              <a:buFont typeface="Arial" charset="0"/>
              <a:buNone/>
              <a:defRPr/>
            </a:pPr>
            <a:r>
              <a:rPr lang="en-US" altLang="zh-CN" sz="2000" b="1" dirty="0">
                <a:solidFill>
                  <a:schemeClr val="accent2"/>
                </a:solidFill>
                <a:latin typeface="微软雅黑" pitchFamily="34" charset="-122"/>
                <a:ea typeface="微软雅黑" pitchFamily="34" charset="-122"/>
              </a:rPr>
              <a:t>A</a:t>
            </a:r>
            <a:r>
              <a:rPr lang="zh-CN" altLang="en-US" sz="2000" b="1" dirty="0">
                <a:solidFill>
                  <a:schemeClr val="accent2"/>
                </a:solidFill>
                <a:latin typeface="微软雅黑" pitchFamily="34" charset="-122"/>
                <a:ea typeface="微软雅黑" pitchFamily="34" charset="-122"/>
              </a:rPr>
              <a:t>事务</a:t>
            </a:r>
          </a:p>
        </p:txBody>
      </p:sp>
      <p:sp>
        <p:nvSpPr>
          <p:cNvPr id="8" name="左右箭头 10">
            <a:extLst>
              <a:ext uri="{FF2B5EF4-FFF2-40B4-BE49-F238E27FC236}">
                <a16:creationId xmlns:a16="http://schemas.microsoft.com/office/drawing/2014/main" id="{63DB7C15-F53C-EC83-3A8B-5ED3CE338EA8}"/>
              </a:ext>
            </a:extLst>
          </p:cNvPr>
          <p:cNvSpPr>
            <a:spLocks noChangeArrowheads="1"/>
          </p:cNvSpPr>
          <p:nvPr/>
        </p:nvSpPr>
        <p:spPr bwMode="auto">
          <a:xfrm>
            <a:off x="2438400" y="3671888"/>
            <a:ext cx="539750" cy="233362"/>
          </a:xfrm>
          <a:prstGeom prst="leftRightArrow">
            <a:avLst>
              <a:gd name="adj1" fmla="val 50000"/>
              <a:gd name="adj2" fmla="val 50092"/>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10" name="圆角矩形 9">
            <a:extLst>
              <a:ext uri="{FF2B5EF4-FFF2-40B4-BE49-F238E27FC236}">
                <a16:creationId xmlns:a16="http://schemas.microsoft.com/office/drawing/2014/main" id="{80D78A82-ED02-8F2F-EF5B-20147B784951}"/>
              </a:ext>
            </a:extLst>
          </p:cNvPr>
          <p:cNvSpPr/>
          <p:nvPr/>
        </p:nvSpPr>
        <p:spPr bwMode="auto">
          <a:xfrm>
            <a:off x="9475788" y="3451225"/>
            <a:ext cx="1871662" cy="1079500"/>
          </a:xfrm>
          <a:prstGeom prst="roundRect">
            <a:avLst/>
          </a:prstGeom>
          <a:solidFill>
            <a:schemeClr val="accent1">
              <a:lumMod val="40000"/>
              <a:lumOff val="60000"/>
            </a:schemeClr>
          </a:solidFill>
          <a:ln w="12700">
            <a:solidFill>
              <a:schemeClr val="tx1"/>
            </a:solidFill>
            <a:miter lim="800000"/>
            <a:headEnd/>
            <a:tailEnd/>
          </a:ln>
        </p:spPr>
        <p:txBody>
          <a:bodyPr anchor="ctr"/>
          <a:lstStyle/>
          <a:p>
            <a:pPr algn="ctr">
              <a:buFont typeface="Arial" charset="0"/>
              <a:buNone/>
              <a:defRPr/>
            </a:pPr>
            <a:r>
              <a:rPr lang="en-US" altLang="zh-CN" sz="2000" b="1" dirty="0">
                <a:solidFill>
                  <a:schemeClr val="accent2"/>
                </a:solidFill>
                <a:latin typeface="微软雅黑" pitchFamily="34" charset="-122"/>
                <a:ea typeface="微软雅黑" pitchFamily="34" charset="-122"/>
              </a:rPr>
              <a:t>B</a:t>
            </a:r>
            <a:r>
              <a:rPr lang="zh-CN" altLang="en-US" sz="2000" b="1" dirty="0">
                <a:solidFill>
                  <a:schemeClr val="accent2"/>
                </a:solidFill>
                <a:latin typeface="微软雅黑" pitchFamily="34" charset="-122"/>
                <a:ea typeface="微软雅黑" pitchFamily="34" charset="-122"/>
              </a:rPr>
              <a:t>事务</a:t>
            </a:r>
          </a:p>
        </p:txBody>
      </p:sp>
      <p:sp>
        <p:nvSpPr>
          <p:cNvPr id="12" name="左右箭头 10">
            <a:extLst>
              <a:ext uri="{FF2B5EF4-FFF2-40B4-BE49-F238E27FC236}">
                <a16:creationId xmlns:a16="http://schemas.microsoft.com/office/drawing/2014/main" id="{A6EFCEC1-AAA6-AF2F-B396-3883AD256E00}"/>
              </a:ext>
            </a:extLst>
          </p:cNvPr>
          <p:cNvSpPr>
            <a:spLocks noChangeArrowheads="1"/>
          </p:cNvSpPr>
          <p:nvPr/>
        </p:nvSpPr>
        <p:spPr bwMode="auto">
          <a:xfrm>
            <a:off x="8936038" y="3787775"/>
            <a:ext cx="539750" cy="233363"/>
          </a:xfrm>
          <a:prstGeom prst="leftRightArrow">
            <a:avLst>
              <a:gd name="adj1" fmla="val 50000"/>
              <a:gd name="adj2" fmla="val 50092"/>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13" name="Rectangle 4">
            <a:extLst>
              <a:ext uri="{FF2B5EF4-FFF2-40B4-BE49-F238E27FC236}">
                <a16:creationId xmlns:a16="http://schemas.microsoft.com/office/drawing/2014/main" id="{D6367D3F-F117-46C6-C99D-26218454982C}"/>
              </a:ext>
            </a:extLst>
          </p:cNvPr>
          <p:cNvSpPr>
            <a:spLocks noChangeArrowheads="1"/>
          </p:cNvSpPr>
          <p:nvPr/>
        </p:nvSpPr>
        <p:spPr bwMode="auto">
          <a:xfrm>
            <a:off x="1490663" y="4911725"/>
            <a:ext cx="8858250" cy="1292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ct val="150000"/>
              </a:lnSpc>
              <a:defRPr/>
            </a:pPr>
            <a:r>
              <a:rPr lang="zh-CN" altLang="en-US" sz="2800" b="1" dirty="0">
                <a:solidFill>
                  <a:srgbClr val="FF0000"/>
                </a:solidFill>
                <a:effectLst>
                  <a:outerShdw blurRad="38100" dist="38100" dir="2700000" algn="tl">
                    <a:srgbClr val="C0C0C0"/>
                  </a:outerShdw>
                </a:effectLst>
              </a:rPr>
              <a:t>（</a:t>
            </a:r>
            <a:r>
              <a:rPr lang="en-US" altLang="zh-CN" sz="2800" b="1" dirty="0">
                <a:solidFill>
                  <a:srgbClr val="FF0000"/>
                </a:solidFill>
                <a:effectLst>
                  <a:outerShdw blurRad="38100" dist="38100" dir="2700000" algn="tl">
                    <a:srgbClr val="C0C0C0"/>
                  </a:outerShdw>
                </a:effectLst>
              </a:rPr>
              <a:t>1</a:t>
            </a:r>
            <a:r>
              <a:rPr lang="zh-CN" altLang="en-US" sz="2800" b="1" dirty="0">
                <a:solidFill>
                  <a:srgbClr val="FF0000"/>
                </a:solidFill>
                <a:effectLst>
                  <a:outerShdw blurRad="38100" dist="38100" dir="2700000" algn="tl">
                    <a:srgbClr val="C0C0C0"/>
                  </a:outerShdw>
                </a:effectLst>
              </a:rPr>
              <a:t>）丢失更新                                （</a:t>
            </a:r>
            <a:r>
              <a:rPr lang="en-US" altLang="zh-CN" sz="2800" b="1" dirty="0">
                <a:solidFill>
                  <a:srgbClr val="FF0000"/>
                </a:solidFill>
                <a:effectLst>
                  <a:outerShdw blurRad="38100" dist="38100" dir="2700000" algn="tl">
                    <a:srgbClr val="C0C0C0"/>
                  </a:outerShdw>
                </a:effectLst>
              </a:rPr>
              <a:t>3</a:t>
            </a:r>
            <a:r>
              <a:rPr lang="zh-CN" altLang="en-US" sz="2800" b="1" dirty="0">
                <a:solidFill>
                  <a:srgbClr val="FF0000"/>
                </a:solidFill>
                <a:effectLst>
                  <a:outerShdw blurRad="38100" dist="38100" dir="2700000" algn="tl">
                    <a:srgbClr val="C0C0C0"/>
                  </a:outerShdw>
                </a:effectLst>
              </a:rPr>
              <a:t>）不可重复读</a:t>
            </a:r>
            <a:endParaRPr lang="en-US" altLang="zh-CN" sz="2800" b="1" dirty="0">
              <a:solidFill>
                <a:srgbClr val="FF0000"/>
              </a:solidFill>
              <a:effectLst>
                <a:outerShdw blurRad="38100" dist="38100" dir="2700000" algn="tl">
                  <a:srgbClr val="C0C0C0"/>
                </a:outerShdw>
              </a:effectLst>
            </a:endParaRPr>
          </a:p>
          <a:p>
            <a:pPr>
              <a:lnSpc>
                <a:spcPct val="150000"/>
              </a:lnSpc>
              <a:defRPr/>
            </a:pPr>
            <a:r>
              <a:rPr lang="zh-CN" altLang="en-US" sz="2800" b="1" dirty="0">
                <a:solidFill>
                  <a:srgbClr val="FF0000"/>
                </a:solidFill>
                <a:effectLst>
                  <a:outerShdw blurRad="38100" dist="38100" dir="2700000" algn="tl">
                    <a:srgbClr val="C0C0C0"/>
                  </a:outerShdw>
                </a:effectLst>
              </a:rPr>
              <a:t>（</a:t>
            </a:r>
            <a:r>
              <a:rPr lang="en-US" altLang="zh-CN" sz="2800" b="1" dirty="0">
                <a:solidFill>
                  <a:srgbClr val="FF0000"/>
                </a:solidFill>
                <a:effectLst>
                  <a:outerShdw blurRad="38100" dist="38100" dir="2700000" algn="tl">
                    <a:srgbClr val="C0C0C0"/>
                  </a:outerShdw>
                </a:effectLst>
              </a:rPr>
              <a:t>2</a:t>
            </a:r>
            <a:r>
              <a:rPr lang="zh-CN" altLang="en-US" sz="2800" b="1" dirty="0">
                <a:solidFill>
                  <a:srgbClr val="FF0000"/>
                </a:solidFill>
                <a:effectLst>
                  <a:outerShdw blurRad="38100" dist="38100" dir="2700000" algn="tl">
                    <a:srgbClr val="C0C0C0"/>
                  </a:outerShdw>
                </a:effectLst>
              </a:rPr>
              <a:t>）读“脏”数据                        （</a:t>
            </a:r>
            <a:r>
              <a:rPr lang="en-US" altLang="zh-CN" sz="2800" b="1" dirty="0">
                <a:solidFill>
                  <a:srgbClr val="FF0000"/>
                </a:solidFill>
                <a:effectLst>
                  <a:outerShdw blurRad="38100" dist="38100" dir="2700000" algn="tl">
                    <a:srgbClr val="C0C0C0"/>
                  </a:outerShdw>
                </a:effectLst>
              </a:rPr>
              <a:t>4</a:t>
            </a:r>
            <a:r>
              <a:rPr lang="zh-CN" altLang="en-US" sz="2800" b="1" dirty="0">
                <a:solidFill>
                  <a:srgbClr val="FF0000"/>
                </a:solidFill>
                <a:effectLst>
                  <a:outerShdw blurRad="38100" dist="38100" dir="2700000" algn="tl">
                    <a:srgbClr val="C0C0C0"/>
                  </a:outerShdw>
                </a:effectLst>
              </a:rPr>
              <a:t>）幻读</a:t>
            </a:r>
            <a:endParaRPr lang="en-US" altLang="zh-CN" sz="2800" b="1" dirty="0">
              <a:solidFill>
                <a:srgbClr val="FF0000"/>
              </a:solidFill>
              <a:effectLst>
                <a:outerShdw blurRad="38100" dist="38100" dir="2700000" algn="tl">
                  <a:srgbClr val="C0C0C0"/>
                </a:outerShdw>
              </a:effectLst>
            </a:endParaRPr>
          </a:p>
        </p:txBody>
      </p:sp>
      <p:pic>
        <p:nvPicPr>
          <p:cNvPr id="18441" name="Picture 10">
            <a:extLst>
              <a:ext uri="{FF2B5EF4-FFF2-40B4-BE49-F238E27FC236}">
                <a16:creationId xmlns:a16="http://schemas.microsoft.com/office/drawing/2014/main" id="{C3F7E29C-98D8-BEED-F99B-0F1DEFCA5F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8150" y="3422650"/>
            <a:ext cx="5957888" cy="958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B0563E7B-626A-19A0-54A1-5C500C039A55}"/>
              </a:ext>
            </a:extLst>
          </p:cNvPr>
          <p:cNvSpPr>
            <a:spLocks noChangeArrowheads="1"/>
          </p:cNvSpPr>
          <p:nvPr/>
        </p:nvSpPr>
        <p:spPr bwMode="auto">
          <a:xfrm>
            <a:off x="1490663" y="77788"/>
            <a:ext cx="7445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事务并发引发的数据不一致性</a:t>
            </a:r>
          </a:p>
        </p:txBody>
      </p:sp>
      <p:sp>
        <p:nvSpPr>
          <p:cNvPr id="5" name="Rectangle 4">
            <a:extLst>
              <a:ext uri="{FF2B5EF4-FFF2-40B4-BE49-F238E27FC236}">
                <a16:creationId xmlns:a16="http://schemas.microsoft.com/office/drawing/2014/main" id="{AEC5D0DA-5613-28D3-69BA-299FE9FE0396}"/>
              </a:ext>
            </a:extLst>
          </p:cNvPr>
          <p:cNvSpPr>
            <a:spLocks noChangeArrowheads="1"/>
          </p:cNvSpPr>
          <p:nvPr/>
        </p:nvSpPr>
        <p:spPr bwMode="auto">
          <a:xfrm>
            <a:off x="690563" y="1065213"/>
            <a:ext cx="3290887" cy="642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ct val="150000"/>
              </a:lnSpc>
              <a:defRPr/>
            </a:pPr>
            <a:r>
              <a:rPr lang="zh-CN" altLang="en-US" sz="3200" b="1" dirty="0">
                <a:solidFill>
                  <a:srgbClr val="002060"/>
                </a:solidFill>
                <a:effectLst>
                  <a:outerShdw blurRad="38100" dist="38100" dir="2700000" algn="tl">
                    <a:srgbClr val="C0C0C0"/>
                  </a:outerShdw>
                </a:effectLst>
              </a:rPr>
              <a:t>（</a:t>
            </a:r>
            <a:r>
              <a:rPr lang="en-US" altLang="zh-CN" sz="3200" b="1" dirty="0">
                <a:solidFill>
                  <a:srgbClr val="002060"/>
                </a:solidFill>
                <a:effectLst>
                  <a:outerShdw blurRad="38100" dist="38100" dir="2700000" algn="tl">
                    <a:srgbClr val="C0C0C0"/>
                  </a:outerShdw>
                </a:effectLst>
              </a:rPr>
              <a:t>1</a:t>
            </a:r>
            <a:r>
              <a:rPr lang="zh-CN" altLang="en-US" sz="3200" b="1" dirty="0">
                <a:solidFill>
                  <a:srgbClr val="002060"/>
                </a:solidFill>
                <a:effectLst>
                  <a:outerShdw blurRad="38100" dist="38100" dir="2700000" algn="tl">
                    <a:srgbClr val="C0C0C0"/>
                  </a:outerShdw>
                </a:effectLst>
              </a:rPr>
              <a:t>）丢失更新</a:t>
            </a:r>
            <a:endParaRPr lang="en-US" altLang="zh-CN" sz="3200" b="1" dirty="0">
              <a:solidFill>
                <a:srgbClr val="002060"/>
              </a:solidFill>
              <a:effectLst>
                <a:outerShdw blurRad="38100" dist="38100" dir="2700000" algn="tl">
                  <a:srgbClr val="C0C0C0"/>
                </a:outerShdw>
              </a:effectLst>
            </a:endParaRPr>
          </a:p>
        </p:txBody>
      </p:sp>
      <p:pic>
        <p:nvPicPr>
          <p:cNvPr id="19460" name="图片 13">
            <a:extLst>
              <a:ext uri="{FF2B5EF4-FFF2-40B4-BE49-F238E27FC236}">
                <a16:creationId xmlns:a16="http://schemas.microsoft.com/office/drawing/2014/main" id="{14DB3EDD-B3ED-FC0B-9F9F-6B93676FAE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563" y="2100263"/>
            <a:ext cx="10758487" cy="417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CD309BC4-17D7-C2B1-1E44-2A9AB98A8DC2}"/>
              </a:ext>
            </a:extLst>
          </p:cNvPr>
          <p:cNvSpPr>
            <a:spLocks noChangeArrowheads="1"/>
          </p:cNvSpPr>
          <p:nvPr/>
        </p:nvSpPr>
        <p:spPr bwMode="auto">
          <a:xfrm>
            <a:off x="1490663" y="77788"/>
            <a:ext cx="7445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事务并发引发的数据不一致性</a:t>
            </a:r>
          </a:p>
        </p:txBody>
      </p:sp>
      <p:sp>
        <p:nvSpPr>
          <p:cNvPr id="5" name="Rectangle 4">
            <a:extLst>
              <a:ext uri="{FF2B5EF4-FFF2-40B4-BE49-F238E27FC236}">
                <a16:creationId xmlns:a16="http://schemas.microsoft.com/office/drawing/2014/main" id="{D69EE1BC-60C7-4277-EF00-426905FE02D4}"/>
              </a:ext>
            </a:extLst>
          </p:cNvPr>
          <p:cNvSpPr>
            <a:spLocks noChangeArrowheads="1"/>
          </p:cNvSpPr>
          <p:nvPr/>
        </p:nvSpPr>
        <p:spPr bwMode="auto">
          <a:xfrm>
            <a:off x="690563" y="1065213"/>
            <a:ext cx="4167187"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ct val="150000"/>
              </a:lnSpc>
              <a:defRPr/>
            </a:pPr>
            <a:r>
              <a:rPr lang="zh-CN" altLang="en-US" sz="3200" b="1" dirty="0">
                <a:solidFill>
                  <a:srgbClr val="002060"/>
                </a:solidFill>
                <a:effectLst>
                  <a:outerShdw blurRad="38100" dist="38100" dir="2700000" algn="tl">
                    <a:srgbClr val="C0C0C0"/>
                  </a:outerShdw>
                </a:effectLst>
              </a:rPr>
              <a:t>（</a:t>
            </a:r>
            <a:r>
              <a:rPr lang="en-US" altLang="zh-CN" sz="3200" b="1" dirty="0">
                <a:solidFill>
                  <a:srgbClr val="002060"/>
                </a:solidFill>
                <a:effectLst>
                  <a:outerShdw blurRad="38100" dist="38100" dir="2700000" algn="tl">
                    <a:srgbClr val="C0C0C0"/>
                  </a:outerShdw>
                </a:effectLst>
              </a:rPr>
              <a:t>2</a:t>
            </a:r>
            <a:r>
              <a:rPr lang="zh-CN" altLang="en-US" sz="3200" b="1" dirty="0">
                <a:solidFill>
                  <a:srgbClr val="002060"/>
                </a:solidFill>
                <a:effectLst>
                  <a:outerShdw blurRad="38100" dist="38100" dir="2700000" algn="tl">
                    <a:srgbClr val="C0C0C0"/>
                  </a:outerShdw>
                </a:effectLst>
              </a:rPr>
              <a:t>）读“脏”数据</a:t>
            </a:r>
            <a:endParaRPr lang="en-US" altLang="zh-CN" sz="3200" b="1" dirty="0">
              <a:solidFill>
                <a:srgbClr val="002060"/>
              </a:solidFill>
              <a:effectLst>
                <a:outerShdw blurRad="38100" dist="38100" dir="2700000" algn="tl">
                  <a:srgbClr val="C0C0C0"/>
                </a:outerShdw>
              </a:effectLst>
            </a:endParaRPr>
          </a:p>
        </p:txBody>
      </p:sp>
      <p:pic>
        <p:nvPicPr>
          <p:cNvPr id="20484" name="图片 6">
            <a:extLst>
              <a:ext uri="{FF2B5EF4-FFF2-40B4-BE49-F238E27FC236}">
                <a16:creationId xmlns:a16="http://schemas.microsoft.com/office/drawing/2014/main" id="{81F1DFA8-DC60-A633-FEF0-27DA490BDE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6350" y="1965325"/>
            <a:ext cx="9486900" cy="475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5B61A459-CC40-03A6-6AE7-A2027D14D9C5}"/>
              </a:ext>
            </a:extLst>
          </p:cNvPr>
          <p:cNvSpPr>
            <a:spLocks noChangeArrowheads="1"/>
          </p:cNvSpPr>
          <p:nvPr/>
        </p:nvSpPr>
        <p:spPr bwMode="auto">
          <a:xfrm>
            <a:off x="1490663" y="77788"/>
            <a:ext cx="7445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事务的并发引发的数据不一致性</a:t>
            </a:r>
          </a:p>
        </p:txBody>
      </p:sp>
      <p:sp>
        <p:nvSpPr>
          <p:cNvPr id="5" name="Rectangle 4">
            <a:extLst>
              <a:ext uri="{FF2B5EF4-FFF2-40B4-BE49-F238E27FC236}">
                <a16:creationId xmlns:a16="http://schemas.microsoft.com/office/drawing/2014/main" id="{4CF35E9E-5CE0-FAA6-FE31-2FD5FCAF586B}"/>
              </a:ext>
            </a:extLst>
          </p:cNvPr>
          <p:cNvSpPr>
            <a:spLocks noChangeArrowheads="1"/>
          </p:cNvSpPr>
          <p:nvPr/>
        </p:nvSpPr>
        <p:spPr bwMode="auto">
          <a:xfrm>
            <a:off x="690563" y="1065213"/>
            <a:ext cx="4167187"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ct val="150000"/>
              </a:lnSpc>
              <a:defRPr/>
            </a:pPr>
            <a:r>
              <a:rPr lang="zh-CN" altLang="en-US" sz="3200" b="1" dirty="0">
                <a:solidFill>
                  <a:srgbClr val="002060"/>
                </a:solidFill>
                <a:effectLst>
                  <a:outerShdw blurRad="38100" dist="38100" dir="2700000" algn="tl">
                    <a:srgbClr val="C0C0C0"/>
                  </a:outerShdw>
                </a:effectLst>
              </a:rPr>
              <a:t>（</a:t>
            </a:r>
            <a:r>
              <a:rPr lang="en-US" altLang="zh-CN" sz="3200" b="1" dirty="0">
                <a:solidFill>
                  <a:srgbClr val="002060"/>
                </a:solidFill>
                <a:effectLst>
                  <a:outerShdw blurRad="38100" dist="38100" dir="2700000" algn="tl">
                    <a:srgbClr val="C0C0C0"/>
                  </a:outerShdw>
                </a:effectLst>
              </a:rPr>
              <a:t>3</a:t>
            </a:r>
            <a:r>
              <a:rPr lang="zh-CN" altLang="en-US" sz="3200" b="1" dirty="0">
                <a:solidFill>
                  <a:srgbClr val="002060"/>
                </a:solidFill>
                <a:effectLst>
                  <a:outerShdw blurRad="38100" dist="38100" dir="2700000" algn="tl">
                    <a:srgbClr val="C0C0C0"/>
                  </a:outerShdw>
                </a:effectLst>
              </a:rPr>
              <a:t>）不可重复读</a:t>
            </a:r>
            <a:endParaRPr lang="en-US" altLang="zh-CN" sz="3200" b="1" dirty="0">
              <a:solidFill>
                <a:srgbClr val="002060"/>
              </a:solidFill>
              <a:effectLst>
                <a:outerShdw blurRad="38100" dist="38100" dir="2700000" algn="tl">
                  <a:srgbClr val="C0C0C0"/>
                </a:outerShdw>
              </a:effectLst>
            </a:endParaRPr>
          </a:p>
        </p:txBody>
      </p:sp>
      <p:pic>
        <p:nvPicPr>
          <p:cNvPr id="21508" name="图片 6">
            <a:extLst>
              <a:ext uri="{FF2B5EF4-FFF2-40B4-BE49-F238E27FC236}">
                <a16:creationId xmlns:a16="http://schemas.microsoft.com/office/drawing/2014/main" id="{E2E5B1E7-5E8F-00D1-815C-82638436A0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300" y="1804988"/>
            <a:ext cx="10210800" cy="467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53FFCE28-8429-8338-2D69-0F27A631FAF2}"/>
              </a:ext>
            </a:extLst>
          </p:cNvPr>
          <p:cNvSpPr>
            <a:spLocks noChangeArrowheads="1"/>
          </p:cNvSpPr>
          <p:nvPr/>
        </p:nvSpPr>
        <p:spPr bwMode="auto">
          <a:xfrm>
            <a:off x="1490663" y="77788"/>
            <a:ext cx="7445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事务并发引发的数据不一致性</a:t>
            </a:r>
          </a:p>
        </p:txBody>
      </p:sp>
      <p:sp>
        <p:nvSpPr>
          <p:cNvPr id="5" name="Rectangle 4">
            <a:extLst>
              <a:ext uri="{FF2B5EF4-FFF2-40B4-BE49-F238E27FC236}">
                <a16:creationId xmlns:a16="http://schemas.microsoft.com/office/drawing/2014/main" id="{915F262A-2A2F-A76C-2AAA-B75A283BE2AC}"/>
              </a:ext>
            </a:extLst>
          </p:cNvPr>
          <p:cNvSpPr>
            <a:spLocks noChangeArrowheads="1"/>
          </p:cNvSpPr>
          <p:nvPr/>
        </p:nvSpPr>
        <p:spPr bwMode="auto">
          <a:xfrm>
            <a:off x="690563" y="1065213"/>
            <a:ext cx="4167187"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ct val="150000"/>
              </a:lnSpc>
              <a:defRPr/>
            </a:pPr>
            <a:r>
              <a:rPr lang="zh-CN" altLang="en-US" sz="3200" b="1" dirty="0">
                <a:solidFill>
                  <a:srgbClr val="002060"/>
                </a:solidFill>
                <a:effectLst>
                  <a:outerShdw blurRad="38100" dist="38100" dir="2700000" algn="tl">
                    <a:srgbClr val="C0C0C0"/>
                  </a:outerShdw>
                </a:effectLst>
              </a:rPr>
              <a:t>（</a:t>
            </a:r>
            <a:r>
              <a:rPr lang="en-US" altLang="zh-CN" sz="3200" b="1" dirty="0">
                <a:solidFill>
                  <a:srgbClr val="002060"/>
                </a:solidFill>
                <a:effectLst>
                  <a:outerShdw blurRad="38100" dist="38100" dir="2700000" algn="tl">
                    <a:srgbClr val="C0C0C0"/>
                  </a:outerShdw>
                </a:effectLst>
              </a:rPr>
              <a:t>3</a:t>
            </a:r>
            <a:r>
              <a:rPr lang="zh-CN" altLang="en-US" sz="3200" b="1" dirty="0">
                <a:solidFill>
                  <a:srgbClr val="002060"/>
                </a:solidFill>
                <a:effectLst>
                  <a:outerShdw blurRad="38100" dist="38100" dir="2700000" algn="tl">
                    <a:srgbClr val="C0C0C0"/>
                  </a:outerShdw>
                </a:effectLst>
              </a:rPr>
              <a:t>）不可重复读</a:t>
            </a:r>
            <a:endParaRPr lang="en-US" altLang="zh-CN" sz="3200" b="1" dirty="0">
              <a:solidFill>
                <a:srgbClr val="002060"/>
              </a:solidFill>
              <a:effectLst>
                <a:outerShdw blurRad="38100" dist="38100" dir="2700000" algn="tl">
                  <a:srgbClr val="C0C0C0"/>
                </a:outerShdw>
              </a:effectLst>
            </a:endParaRPr>
          </a:p>
        </p:txBody>
      </p:sp>
      <p:pic>
        <p:nvPicPr>
          <p:cNvPr id="22532" name="图片 6">
            <a:extLst>
              <a:ext uri="{FF2B5EF4-FFF2-40B4-BE49-F238E27FC236}">
                <a16:creationId xmlns:a16="http://schemas.microsoft.com/office/drawing/2014/main" id="{15D240FF-5615-DD31-B2F3-8471337AC3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300" y="1804988"/>
            <a:ext cx="10210800" cy="467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10512A8C-9962-950D-CF82-43B947FBF170}"/>
              </a:ext>
            </a:extLst>
          </p:cNvPr>
          <p:cNvSpPr>
            <a:spLocks noChangeArrowheads="1"/>
          </p:cNvSpPr>
          <p:nvPr/>
        </p:nvSpPr>
        <p:spPr bwMode="auto">
          <a:xfrm>
            <a:off x="1490663" y="77788"/>
            <a:ext cx="7445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事务并发引发的数据不一致性</a:t>
            </a:r>
          </a:p>
        </p:txBody>
      </p:sp>
      <p:sp>
        <p:nvSpPr>
          <p:cNvPr id="5" name="Rectangle 4">
            <a:extLst>
              <a:ext uri="{FF2B5EF4-FFF2-40B4-BE49-F238E27FC236}">
                <a16:creationId xmlns:a16="http://schemas.microsoft.com/office/drawing/2014/main" id="{5B6FFBC4-FAF0-3D25-04DF-D67D8D7259AC}"/>
              </a:ext>
            </a:extLst>
          </p:cNvPr>
          <p:cNvSpPr>
            <a:spLocks noChangeArrowheads="1"/>
          </p:cNvSpPr>
          <p:nvPr/>
        </p:nvSpPr>
        <p:spPr bwMode="auto">
          <a:xfrm>
            <a:off x="690563" y="1065213"/>
            <a:ext cx="4167187"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ct val="150000"/>
              </a:lnSpc>
              <a:defRPr/>
            </a:pPr>
            <a:r>
              <a:rPr lang="zh-CN" altLang="en-US" sz="3200" b="1" dirty="0">
                <a:solidFill>
                  <a:srgbClr val="002060"/>
                </a:solidFill>
                <a:effectLst>
                  <a:outerShdw blurRad="38100" dist="38100" dir="2700000" algn="tl">
                    <a:srgbClr val="C0C0C0"/>
                  </a:outerShdw>
                </a:effectLst>
              </a:rPr>
              <a:t>（</a:t>
            </a:r>
            <a:r>
              <a:rPr lang="en-US" altLang="zh-CN" sz="3200" b="1" dirty="0">
                <a:solidFill>
                  <a:srgbClr val="002060"/>
                </a:solidFill>
                <a:effectLst>
                  <a:outerShdw blurRad="38100" dist="38100" dir="2700000" algn="tl">
                    <a:srgbClr val="C0C0C0"/>
                  </a:outerShdw>
                </a:effectLst>
              </a:rPr>
              <a:t>4</a:t>
            </a:r>
            <a:r>
              <a:rPr lang="zh-CN" altLang="en-US" sz="3200" b="1" dirty="0">
                <a:solidFill>
                  <a:srgbClr val="002060"/>
                </a:solidFill>
                <a:effectLst>
                  <a:outerShdw blurRad="38100" dist="38100" dir="2700000" algn="tl">
                    <a:srgbClr val="C0C0C0"/>
                  </a:outerShdw>
                </a:effectLst>
              </a:rPr>
              <a:t>）幻读</a:t>
            </a:r>
            <a:endParaRPr lang="en-US" altLang="zh-CN" sz="3200" b="1" dirty="0">
              <a:solidFill>
                <a:srgbClr val="002060"/>
              </a:solidFill>
              <a:effectLst>
                <a:outerShdw blurRad="38100" dist="38100" dir="2700000" algn="tl">
                  <a:srgbClr val="C0C0C0"/>
                </a:outerShdw>
              </a:effectLst>
            </a:endParaRPr>
          </a:p>
        </p:txBody>
      </p:sp>
      <p:pic>
        <p:nvPicPr>
          <p:cNvPr id="23556" name="图片 7">
            <a:extLst>
              <a:ext uri="{FF2B5EF4-FFF2-40B4-BE49-F238E27FC236}">
                <a16:creationId xmlns:a16="http://schemas.microsoft.com/office/drawing/2014/main" id="{25C12144-EE1A-74FF-4BDB-1BBAC7ED20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1935163"/>
            <a:ext cx="10210800" cy="465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A16D6F48-1C21-ED4C-66B7-2DC96BB9BA93}"/>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事务隔离级别</a:t>
            </a:r>
          </a:p>
        </p:txBody>
      </p:sp>
      <p:sp>
        <p:nvSpPr>
          <p:cNvPr id="7" name="Rectangle 2">
            <a:extLst>
              <a:ext uri="{FF2B5EF4-FFF2-40B4-BE49-F238E27FC236}">
                <a16:creationId xmlns:a16="http://schemas.microsoft.com/office/drawing/2014/main" id="{F1A5ED3D-8BB1-08C7-3CD6-1975BDB6C8C9}"/>
              </a:ext>
            </a:extLst>
          </p:cNvPr>
          <p:cNvSpPr>
            <a:spLocks noChangeArrowheads="1"/>
          </p:cNvSpPr>
          <p:nvPr/>
        </p:nvSpPr>
        <p:spPr bwMode="auto">
          <a:xfrm>
            <a:off x="347663" y="1279525"/>
            <a:ext cx="11355387" cy="190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5000"/>
              </a:lnSpc>
              <a:spcBef>
                <a:spcPct val="30000"/>
              </a:spcBef>
              <a:buClr>
                <a:schemeClr val="accent2"/>
              </a:buClr>
              <a:buFont typeface="Wingdings" pitchFamily="2" charset="2"/>
              <a:buNone/>
              <a:defRPr/>
            </a:pPr>
            <a:r>
              <a:rPr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事务隔离级别（</a:t>
            </a:r>
            <a:r>
              <a:rPr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Transaction Isolation Level</a:t>
            </a:r>
            <a:r>
              <a:rPr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指一个事务对并行的另一个事务的隔离程度。为避免并发事务执行中可能出现丢失更新、脏读、不可重复读和幻读等现象，数据库系统提供了不同级别的事务隔离，防止事务之间的相互影响：</a:t>
            </a:r>
            <a:endPar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4" name="Rectangle 2">
            <a:extLst>
              <a:ext uri="{FF2B5EF4-FFF2-40B4-BE49-F238E27FC236}">
                <a16:creationId xmlns:a16="http://schemas.microsoft.com/office/drawing/2014/main" id="{DAE152C3-2AC9-068D-6416-DC08EC9B9301}"/>
              </a:ext>
            </a:extLst>
          </p:cNvPr>
          <p:cNvSpPr>
            <a:spLocks noChangeArrowheads="1"/>
          </p:cNvSpPr>
          <p:nvPr/>
        </p:nvSpPr>
        <p:spPr bwMode="auto">
          <a:xfrm>
            <a:off x="347663" y="3181350"/>
            <a:ext cx="11355387" cy="345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5000"/>
              </a:lnSpc>
              <a:spcBef>
                <a:spcPct val="30000"/>
              </a:spcBef>
              <a:buClr>
                <a:schemeClr val="accent2"/>
              </a:buClr>
              <a:buFont typeface="Wingdings" pitchFamily="2" charset="2"/>
              <a:buNone/>
              <a:defRPr/>
            </a:pP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1</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）读未提交（</a:t>
            </a:r>
            <a:r>
              <a:rPr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READ UNCOMMITTED</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a:lnSpc>
                <a:spcPct val="105000"/>
              </a:lnSpc>
              <a:spcBef>
                <a:spcPct val="30000"/>
              </a:spcBef>
              <a:buClr>
                <a:schemeClr val="accent2"/>
              </a:buClr>
              <a:buFont typeface="Wingdings" pitchFamily="2" charset="2"/>
              <a:buNone/>
              <a:defRPr/>
            </a:pP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2</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）读已提交（</a:t>
            </a:r>
            <a:r>
              <a:rPr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READ COMMITTED</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a:lnSpc>
                <a:spcPct val="105000"/>
              </a:lnSpc>
              <a:spcBef>
                <a:spcPct val="30000"/>
              </a:spcBef>
              <a:buClr>
                <a:schemeClr val="accent2"/>
              </a:buClr>
              <a:buFont typeface="Wingdings" pitchFamily="2" charset="2"/>
              <a:buNone/>
              <a:defRPr/>
            </a:pP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3</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）可重复读（</a:t>
            </a:r>
            <a:r>
              <a:rPr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REPEATABLE READ</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a:lnSpc>
                <a:spcPct val="105000"/>
              </a:lnSpc>
              <a:spcBef>
                <a:spcPct val="30000"/>
              </a:spcBef>
              <a:buClr>
                <a:schemeClr val="accent2"/>
              </a:buClr>
              <a:buFont typeface="Wingdings" pitchFamily="2" charset="2"/>
              <a:buNone/>
              <a:defRPr/>
            </a:pP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4</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）串行化（</a:t>
            </a:r>
            <a:r>
              <a:rPr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SERIALIZBALE</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a:lnSpc>
                <a:spcPct val="105000"/>
              </a:lnSpc>
              <a:spcBef>
                <a:spcPct val="30000"/>
              </a:spcBef>
              <a:buClr>
                <a:schemeClr val="accent2"/>
              </a:buClr>
              <a:buFont typeface="Wingdings" pitchFamily="2" charset="2"/>
              <a:buNone/>
              <a:defRPr/>
            </a:pP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设置事务隔离级别：</a:t>
            </a:r>
            <a:endParaRPr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endParaRPr>
          </a:p>
          <a:p>
            <a:pPr>
              <a:lnSpc>
                <a:spcPct val="105000"/>
              </a:lnSpc>
              <a:spcBef>
                <a:spcPct val="30000"/>
              </a:spcBef>
              <a:buClr>
                <a:schemeClr val="accent2"/>
              </a:buClr>
              <a:buFont typeface="Wingdings" pitchFamily="2" charset="2"/>
              <a:buNone/>
              <a:defRPr/>
            </a:pPr>
            <a:r>
              <a:rPr lang="en-US" altLang="zh-CN" sz="2800" dirty="0">
                <a:solidFill>
                  <a:srgbClr val="002060"/>
                </a:solidFill>
                <a:latin typeface="Arial" charset="0"/>
              </a:rPr>
              <a:t>SET [GLOBAL|SESSION] TRANSACTION ISOLATION LEVEL</a:t>
            </a:r>
            <a:endPar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0B53CA7A-5505-26F4-19E3-1B805343EC2E}"/>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事务隔离级别</a:t>
            </a:r>
          </a:p>
        </p:txBody>
      </p:sp>
      <p:graphicFrame>
        <p:nvGraphicFramePr>
          <p:cNvPr id="25603" name="对象 2">
            <a:extLst>
              <a:ext uri="{FF2B5EF4-FFF2-40B4-BE49-F238E27FC236}">
                <a16:creationId xmlns:a16="http://schemas.microsoft.com/office/drawing/2014/main" id="{6B1AD8B4-860E-3846-7ACA-5447FCBBED5F}"/>
              </a:ext>
            </a:extLst>
          </p:cNvPr>
          <p:cNvGraphicFramePr>
            <a:graphicFrameLocks noChangeAspect="1"/>
          </p:cNvGraphicFramePr>
          <p:nvPr/>
        </p:nvGraphicFramePr>
        <p:xfrm>
          <a:off x="584200" y="1382713"/>
          <a:ext cx="11010900" cy="4960937"/>
        </p:xfrm>
        <a:graphic>
          <a:graphicData uri="http://schemas.openxmlformats.org/presentationml/2006/ole">
            <mc:AlternateContent xmlns:mc="http://schemas.openxmlformats.org/markup-compatibility/2006">
              <mc:Choice xmlns:v="urn:schemas-microsoft-com:vml" Requires="v">
                <p:oleObj name="文档" r:id="rId2" imgW="5443923" imgH="2452764" progId="Word.Document.12">
                  <p:embed/>
                </p:oleObj>
              </mc:Choice>
              <mc:Fallback>
                <p:oleObj name="文档" r:id="rId2" imgW="5443923" imgH="2452764" progId="Word.Document.12">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00" y="1382713"/>
                        <a:ext cx="11010900" cy="496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7B3758B0-D08C-BDCB-51F4-85DC5D11A0E1}"/>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事务隔离级别举例</a:t>
            </a:r>
          </a:p>
        </p:txBody>
      </p:sp>
      <p:pic>
        <p:nvPicPr>
          <p:cNvPr id="26627" name="Picture 2">
            <a:extLst>
              <a:ext uri="{FF2B5EF4-FFF2-40B4-BE49-F238E27FC236}">
                <a16:creationId xmlns:a16="http://schemas.microsoft.com/office/drawing/2014/main" id="{C9171945-378A-3FE1-6B32-9FC3C7008C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4027488"/>
            <a:ext cx="5405438" cy="915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6628" name="组合 1">
            <a:extLst>
              <a:ext uri="{FF2B5EF4-FFF2-40B4-BE49-F238E27FC236}">
                <a16:creationId xmlns:a16="http://schemas.microsoft.com/office/drawing/2014/main" id="{3BA22D9D-76B9-EA79-5F60-324C65D529FE}"/>
              </a:ext>
            </a:extLst>
          </p:cNvPr>
          <p:cNvGrpSpPr>
            <a:grpSpLocks/>
          </p:cNvGrpSpPr>
          <p:nvPr/>
        </p:nvGrpSpPr>
        <p:grpSpPr bwMode="auto">
          <a:xfrm>
            <a:off x="460375" y="2743200"/>
            <a:ext cx="4054475" cy="923925"/>
            <a:chOff x="460148" y="1898630"/>
            <a:chExt cx="4054702" cy="923627"/>
          </a:xfrm>
        </p:grpSpPr>
        <p:sp>
          <p:nvSpPr>
            <p:cNvPr id="26641" name="TextBox 18">
              <a:extLst>
                <a:ext uri="{FF2B5EF4-FFF2-40B4-BE49-F238E27FC236}">
                  <a16:creationId xmlns:a16="http://schemas.microsoft.com/office/drawing/2014/main" id="{BDEAE2D3-9847-CF95-2919-8E7F78D1D715}"/>
                </a:ext>
              </a:extLst>
            </p:cNvPr>
            <p:cNvSpPr txBox="1">
              <a:spLocks noChangeArrowheads="1"/>
            </p:cNvSpPr>
            <p:nvPr/>
          </p:nvSpPr>
          <p:spPr bwMode="auto">
            <a:xfrm>
              <a:off x="460148" y="2360295"/>
              <a:ext cx="11509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accent2"/>
                  </a:solidFill>
                </a:rPr>
                <a:t>事务</a:t>
              </a:r>
              <a:r>
                <a:rPr lang="en-US" altLang="zh-CN" sz="2400" b="1">
                  <a:solidFill>
                    <a:schemeClr val="accent2"/>
                  </a:solidFill>
                </a:rPr>
                <a:t>1</a:t>
              </a:r>
              <a:endParaRPr lang="zh-CN" altLang="en-US" sz="2400" b="1">
                <a:solidFill>
                  <a:schemeClr val="accent2"/>
                </a:solidFill>
              </a:endParaRPr>
            </a:p>
          </p:txBody>
        </p:sp>
        <p:sp>
          <p:nvSpPr>
            <p:cNvPr id="26642" name="右箭头 1">
              <a:extLst>
                <a:ext uri="{FF2B5EF4-FFF2-40B4-BE49-F238E27FC236}">
                  <a16:creationId xmlns:a16="http://schemas.microsoft.com/office/drawing/2014/main" id="{5127B58C-DD8B-F5CF-BDD8-FE56C7B5E71D}"/>
                </a:ext>
              </a:extLst>
            </p:cNvPr>
            <p:cNvSpPr>
              <a:spLocks noChangeArrowheads="1"/>
            </p:cNvSpPr>
            <p:nvPr/>
          </p:nvSpPr>
          <p:spPr bwMode="auto">
            <a:xfrm>
              <a:off x="1704974" y="2447607"/>
              <a:ext cx="2809875" cy="287337"/>
            </a:xfrm>
            <a:prstGeom prst="rightArrow">
              <a:avLst>
                <a:gd name="adj1" fmla="val 50000"/>
                <a:gd name="adj2" fmla="val 50027"/>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26643" name="TextBox 18">
              <a:extLst>
                <a:ext uri="{FF2B5EF4-FFF2-40B4-BE49-F238E27FC236}">
                  <a16:creationId xmlns:a16="http://schemas.microsoft.com/office/drawing/2014/main" id="{C64C328A-3745-B6DD-1B59-ABCDCBCF432E}"/>
                </a:ext>
              </a:extLst>
            </p:cNvPr>
            <p:cNvSpPr txBox="1">
              <a:spLocks noChangeArrowheads="1"/>
            </p:cNvSpPr>
            <p:nvPr/>
          </p:nvSpPr>
          <p:spPr bwMode="auto">
            <a:xfrm>
              <a:off x="1490663" y="1898630"/>
              <a:ext cx="30241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solidFill>
                    <a:schemeClr val="accent2"/>
                  </a:solidFill>
                </a:rPr>
                <a:t>Read uncommitted</a:t>
              </a:r>
              <a:endParaRPr lang="zh-CN" altLang="en-US" sz="2400" b="1">
                <a:solidFill>
                  <a:schemeClr val="accent2"/>
                </a:solidFill>
              </a:endParaRPr>
            </a:p>
          </p:txBody>
        </p:sp>
      </p:grpSp>
      <p:grpSp>
        <p:nvGrpSpPr>
          <p:cNvPr id="26629" name="组合 8">
            <a:extLst>
              <a:ext uri="{FF2B5EF4-FFF2-40B4-BE49-F238E27FC236}">
                <a16:creationId xmlns:a16="http://schemas.microsoft.com/office/drawing/2014/main" id="{E9B35CC1-7AB4-3DCC-E398-A5F790FC43E5}"/>
              </a:ext>
            </a:extLst>
          </p:cNvPr>
          <p:cNvGrpSpPr>
            <a:grpSpLocks/>
          </p:cNvGrpSpPr>
          <p:nvPr/>
        </p:nvGrpSpPr>
        <p:grpSpPr bwMode="auto">
          <a:xfrm>
            <a:off x="460375" y="4049713"/>
            <a:ext cx="4054475" cy="923925"/>
            <a:chOff x="460148" y="1898630"/>
            <a:chExt cx="4054702" cy="923627"/>
          </a:xfrm>
        </p:grpSpPr>
        <p:sp>
          <p:nvSpPr>
            <p:cNvPr id="26638" name="TextBox 18">
              <a:extLst>
                <a:ext uri="{FF2B5EF4-FFF2-40B4-BE49-F238E27FC236}">
                  <a16:creationId xmlns:a16="http://schemas.microsoft.com/office/drawing/2014/main" id="{632CAC15-514D-F60E-F7C2-B9240DD9C812}"/>
                </a:ext>
              </a:extLst>
            </p:cNvPr>
            <p:cNvSpPr txBox="1">
              <a:spLocks noChangeArrowheads="1"/>
            </p:cNvSpPr>
            <p:nvPr/>
          </p:nvSpPr>
          <p:spPr bwMode="auto">
            <a:xfrm>
              <a:off x="460148" y="2360295"/>
              <a:ext cx="11509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accent2"/>
                  </a:solidFill>
                </a:rPr>
                <a:t>事务</a:t>
              </a:r>
              <a:r>
                <a:rPr lang="en-US" altLang="zh-CN" sz="2400" b="1">
                  <a:solidFill>
                    <a:schemeClr val="accent2"/>
                  </a:solidFill>
                </a:rPr>
                <a:t>2</a:t>
              </a:r>
              <a:endParaRPr lang="zh-CN" altLang="en-US" sz="2400" b="1">
                <a:solidFill>
                  <a:schemeClr val="accent2"/>
                </a:solidFill>
              </a:endParaRPr>
            </a:p>
          </p:txBody>
        </p:sp>
        <p:sp>
          <p:nvSpPr>
            <p:cNvPr id="26639" name="右箭头 1">
              <a:extLst>
                <a:ext uri="{FF2B5EF4-FFF2-40B4-BE49-F238E27FC236}">
                  <a16:creationId xmlns:a16="http://schemas.microsoft.com/office/drawing/2014/main" id="{8B66E1BE-39CF-EB1E-FE0B-64F6E9922617}"/>
                </a:ext>
              </a:extLst>
            </p:cNvPr>
            <p:cNvSpPr>
              <a:spLocks noChangeArrowheads="1"/>
            </p:cNvSpPr>
            <p:nvPr/>
          </p:nvSpPr>
          <p:spPr bwMode="auto">
            <a:xfrm>
              <a:off x="1704974" y="2447607"/>
              <a:ext cx="2809875" cy="287337"/>
            </a:xfrm>
            <a:prstGeom prst="rightArrow">
              <a:avLst>
                <a:gd name="adj1" fmla="val 50000"/>
                <a:gd name="adj2" fmla="val 50027"/>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26640" name="TextBox 18">
              <a:extLst>
                <a:ext uri="{FF2B5EF4-FFF2-40B4-BE49-F238E27FC236}">
                  <a16:creationId xmlns:a16="http://schemas.microsoft.com/office/drawing/2014/main" id="{908D5E2B-5C5A-E37B-719A-B3F9C382C6B2}"/>
                </a:ext>
              </a:extLst>
            </p:cNvPr>
            <p:cNvSpPr txBox="1">
              <a:spLocks noChangeArrowheads="1"/>
            </p:cNvSpPr>
            <p:nvPr/>
          </p:nvSpPr>
          <p:spPr bwMode="auto">
            <a:xfrm>
              <a:off x="1490663" y="1898630"/>
              <a:ext cx="30241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2400" b="1">
                  <a:solidFill>
                    <a:schemeClr val="accent2"/>
                  </a:solidFill>
                </a:rPr>
                <a:t>Read committed</a:t>
              </a:r>
              <a:endParaRPr lang="zh-CN" altLang="en-US" sz="2400" b="1">
                <a:solidFill>
                  <a:schemeClr val="accent2"/>
                </a:solidFill>
              </a:endParaRPr>
            </a:p>
          </p:txBody>
        </p:sp>
      </p:grpSp>
      <p:grpSp>
        <p:nvGrpSpPr>
          <p:cNvPr id="26630" name="组合 12">
            <a:extLst>
              <a:ext uri="{FF2B5EF4-FFF2-40B4-BE49-F238E27FC236}">
                <a16:creationId xmlns:a16="http://schemas.microsoft.com/office/drawing/2014/main" id="{62A453C9-EAB3-34D2-1B5D-769E3D993602}"/>
              </a:ext>
            </a:extLst>
          </p:cNvPr>
          <p:cNvGrpSpPr>
            <a:grpSpLocks/>
          </p:cNvGrpSpPr>
          <p:nvPr/>
        </p:nvGrpSpPr>
        <p:grpSpPr bwMode="auto">
          <a:xfrm>
            <a:off x="460375" y="5341938"/>
            <a:ext cx="4054475" cy="922337"/>
            <a:chOff x="460148" y="1898630"/>
            <a:chExt cx="4054702" cy="923627"/>
          </a:xfrm>
        </p:grpSpPr>
        <p:sp>
          <p:nvSpPr>
            <p:cNvPr id="26635" name="TextBox 18">
              <a:extLst>
                <a:ext uri="{FF2B5EF4-FFF2-40B4-BE49-F238E27FC236}">
                  <a16:creationId xmlns:a16="http://schemas.microsoft.com/office/drawing/2014/main" id="{3DE28D71-1C22-B0B4-A6BC-C48E4B20FDF1}"/>
                </a:ext>
              </a:extLst>
            </p:cNvPr>
            <p:cNvSpPr txBox="1">
              <a:spLocks noChangeArrowheads="1"/>
            </p:cNvSpPr>
            <p:nvPr/>
          </p:nvSpPr>
          <p:spPr bwMode="auto">
            <a:xfrm>
              <a:off x="460148" y="2360295"/>
              <a:ext cx="11509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accent2"/>
                  </a:solidFill>
                </a:rPr>
                <a:t>事务</a:t>
              </a:r>
              <a:r>
                <a:rPr lang="en-US" altLang="zh-CN" sz="2400" b="1">
                  <a:solidFill>
                    <a:schemeClr val="accent2"/>
                  </a:solidFill>
                </a:rPr>
                <a:t>3</a:t>
              </a:r>
              <a:endParaRPr lang="zh-CN" altLang="en-US" sz="2400" b="1">
                <a:solidFill>
                  <a:schemeClr val="accent2"/>
                </a:solidFill>
              </a:endParaRPr>
            </a:p>
          </p:txBody>
        </p:sp>
        <p:sp>
          <p:nvSpPr>
            <p:cNvPr id="26636" name="右箭头 1">
              <a:extLst>
                <a:ext uri="{FF2B5EF4-FFF2-40B4-BE49-F238E27FC236}">
                  <a16:creationId xmlns:a16="http://schemas.microsoft.com/office/drawing/2014/main" id="{BF9A7ADE-87ED-4A58-8F85-54B1BE0FDE56}"/>
                </a:ext>
              </a:extLst>
            </p:cNvPr>
            <p:cNvSpPr>
              <a:spLocks noChangeArrowheads="1"/>
            </p:cNvSpPr>
            <p:nvPr/>
          </p:nvSpPr>
          <p:spPr bwMode="auto">
            <a:xfrm>
              <a:off x="1704974" y="2447607"/>
              <a:ext cx="2809875" cy="287337"/>
            </a:xfrm>
            <a:prstGeom prst="rightArrow">
              <a:avLst>
                <a:gd name="adj1" fmla="val 50000"/>
                <a:gd name="adj2" fmla="val 50027"/>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26637" name="TextBox 18">
              <a:extLst>
                <a:ext uri="{FF2B5EF4-FFF2-40B4-BE49-F238E27FC236}">
                  <a16:creationId xmlns:a16="http://schemas.microsoft.com/office/drawing/2014/main" id="{CBB96337-058A-5042-1D9D-CB5E632B8717}"/>
                </a:ext>
              </a:extLst>
            </p:cNvPr>
            <p:cNvSpPr txBox="1">
              <a:spLocks noChangeArrowheads="1"/>
            </p:cNvSpPr>
            <p:nvPr/>
          </p:nvSpPr>
          <p:spPr bwMode="auto">
            <a:xfrm>
              <a:off x="1490663" y="1898630"/>
              <a:ext cx="30241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2400" b="1">
                  <a:solidFill>
                    <a:schemeClr val="accent2"/>
                  </a:solidFill>
                </a:rPr>
                <a:t>Repeatable Read</a:t>
              </a:r>
              <a:endParaRPr lang="zh-CN" altLang="en-US" sz="2400" b="1">
                <a:solidFill>
                  <a:schemeClr val="accent2"/>
                </a:solidFill>
              </a:endParaRPr>
            </a:p>
          </p:txBody>
        </p:sp>
      </p:grpSp>
      <p:pic>
        <p:nvPicPr>
          <p:cNvPr id="26631" name="Picture 3">
            <a:extLst>
              <a:ext uri="{FF2B5EF4-FFF2-40B4-BE49-F238E27FC236}">
                <a16:creationId xmlns:a16="http://schemas.microsoft.com/office/drawing/2014/main" id="{41873CA0-DDDF-4B3B-74F0-79E6E2EADE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6325" y="1149350"/>
            <a:ext cx="6667500" cy="1487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632" name="TextBox 16">
            <a:extLst>
              <a:ext uri="{FF2B5EF4-FFF2-40B4-BE49-F238E27FC236}">
                <a16:creationId xmlns:a16="http://schemas.microsoft.com/office/drawing/2014/main" id="{9594642C-75A7-86DC-67DA-3F2EEAA66465}"/>
              </a:ext>
            </a:extLst>
          </p:cNvPr>
          <p:cNvSpPr txBox="1">
            <a:spLocks noChangeArrowheads="1"/>
          </p:cNvSpPr>
          <p:nvPr/>
        </p:nvSpPr>
        <p:spPr bwMode="auto">
          <a:xfrm>
            <a:off x="6008688" y="2973388"/>
            <a:ext cx="13065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b="1">
                <a:solidFill>
                  <a:srgbClr val="C00000"/>
                </a:solidFill>
              </a:rPr>
              <a:t>事务</a:t>
            </a:r>
            <a:r>
              <a:rPr lang="en-US" altLang="zh-CN" sz="2400" b="1">
                <a:solidFill>
                  <a:srgbClr val="C00000"/>
                </a:solidFill>
              </a:rPr>
              <a:t>0</a:t>
            </a:r>
            <a:endParaRPr lang="zh-CN" altLang="en-US" sz="2400" b="1">
              <a:solidFill>
                <a:srgbClr val="C00000"/>
              </a:solidFill>
            </a:endParaRPr>
          </a:p>
        </p:txBody>
      </p:sp>
      <p:sp>
        <p:nvSpPr>
          <p:cNvPr id="26633" name="下箭头 17">
            <a:extLst>
              <a:ext uri="{FF2B5EF4-FFF2-40B4-BE49-F238E27FC236}">
                <a16:creationId xmlns:a16="http://schemas.microsoft.com/office/drawing/2014/main" id="{3684A80D-FA4A-CBC8-7F5D-679717D80623}"/>
              </a:ext>
            </a:extLst>
          </p:cNvPr>
          <p:cNvSpPr>
            <a:spLocks noChangeArrowheads="1"/>
          </p:cNvSpPr>
          <p:nvPr/>
        </p:nvSpPr>
        <p:spPr bwMode="auto">
          <a:xfrm>
            <a:off x="7539038" y="2497138"/>
            <a:ext cx="241300" cy="1782762"/>
          </a:xfrm>
          <a:prstGeom prst="downArrow">
            <a:avLst>
              <a:gd name="adj1" fmla="val 50000"/>
              <a:gd name="adj2" fmla="val 49836"/>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26634" name="左大括号 1">
            <a:extLst>
              <a:ext uri="{FF2B5EF4-FFF2-40B4-BE49-F238E27FC236}">
                <a16:creationId xmlns:a16="http://schemas.microsoft.com/office/drawing/2014/main" id="{22EA6DF8-DC66-6524-CECD-CD8408F2D0B7}"/>
              </a:ext>
            </a:extLst>
          </p:cNvPr>
          <p:cNvSpPr>
            <a:spLocks/>
          </p:cNvSpPr>
          <p:nvPr/>
        </p:nvSpPr>
        <p:spPr bwMode="auto">
          <a:xfrm>
            <a:off x="4699000" y="3435350"/>
            <a:ext cx="371475" cy="2644775"/>
          </a:xfrm>
          <a:prstGeom prst="leftBrace">
            <a:avLst>
              <a:gd name="adj1" fmla="val 8339"/>
              <a:gd name="adj2" fmla="val 50000"/>
            </a:avLst>
          </a:prstGeom>
          <a:noFill/>
          <a:ln w="28575"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spd="slow">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A2BEF7FA-0481-3429-B0DF-8E2CC4999E66}"/>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事务隔离级别</a:t>
            </a:r>
          </a:p>
        </p:txBody>
      </p:sp>
      <p:sp>
        <p:nvSpPr>
          <p:cNvPr id="4" name="Rectangle 2">
            <a:extLst>
              <a:ext uri="{FF2B5EF4-FFF2-40B4-BE49-F238E27FC236}">
                <a16:creationId xmlns:a16="http://schemas.microsoft.com/office/drawing/2014/main" id="{497D3B84-0607-904F-41D0-4B77F4D7C492}"/>
              </a:ext>
            </a:extLst>
          </p:cNvPr>
          <p:cNvSpPr>
            <a:spLocks noChangeArrowheads="1"/>
          </p:cNvSpPr>
          <p:nvPr/>
        </p:nvSpPr>
        <p:spPr bwMode="auto">
          <a:xfrm>
            <a:off x="347663" y="1279525"/>
            <a:ext cx="11355387"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5000"/>
              </a:lnSpc>
              <a:spcBef>
                <a:spcPct val="30000"/>
              </a:spcBef>
              <a:buClr>
                <a:schemeClr val="accent2"/>
              </a:buClr>
              <a:buFont typeface="Wingdings" pitchFamily="2" charset="2"/>
              <a:buNone/>
              <a:defRPr/>
            </a:pPr>
            <a:r>
              <a:rPr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思考题：</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不同的事务隔离级别在数据库系统该如何选择？</a:t>
            </a:r>
            <a:endPar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5" name="Rectangle 2">
            <a:extLst>
              <a:ext uri="{FF2B5EF4-FFF2-40B4-BE49-F238E27FC236}">
                <a16:creationId xmlns:a16="http://schemas.microsoft.com/office/drawing/2014/main" id="{DD9ABD3F-C6A5-E506-368B-7B04A1874796}"/>
              </a:ext>
            </a:extLst>
          </p:cNvPr>
          <p:cNvSpPr>
            <a:spLocks noChangeArrowheads="1"/>
          </p:cNvSpPr>
          <p:nvPr/>
        </p:nvSpPr>
        <p:spPr bwMode="auto">
          <a:xfrm>
            <a:off x="347663" y="2106613"/>
            <a:ext cx="11598275" cy="144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5000"/>
              </a:lnSpc>
              <a:spcBef>
                <a:spcPct val="30000"/>
              </a:spcBef>
              <a:buClr>
                <a:schemeClr val="accent2"/>
              </a:buClr>
              <a:buFont typeface="Wingdings" pitchFamily="2" charset="2"/>
              <a:buNone/>
              <a:defRPr/>
            </a:pP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答：数据库管理系统一般都把事务的隔离级别设置为</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Read Committed; MySQL</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使用</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Read </a:t>
            </a:r>
            <a:r>
              <a:rPr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Commited</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隔离级别进行主从复制时会出现数据不一致问题，因此</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MySQL</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将</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Repeatable Read</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作为默认的隔离级别。</a:t>
            </a:r>
            <a:endPar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C54E957E-D555-27B3-D8F7-3598515B2CA1}"/>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锁</a:t>
            </a:r>
          </a:p>
        </p:txBody>
      </p:sp>
      <p:sp>
        <p:nvSpPr>
          <p:cNvPr id="5" name="Rectangle 4">
            <a:extLst>
              <a:ext uri="{FF2B5EF4-FFF2-40B4-BE49-F238E27FC236}">
                <a16:creationId xmlns:a16="http://schemas.microsoft.com/office/drawing/2014/main" id="{BD58ECF0-B541-AF1D-C4BB-8141E1F12451}"/>
              </a:ext>
            </a:extLst>
          </p:cNvPr>
          <p:cNvSpPr>
            <a:spLocks noChangeArrowheads="1"/>
          </p:cNvSpPr>
          <p:nvPr/>
        </p:nvSpPr>
        <p:spPr bwMode="auto">
          <a:xfrm>
            <a:off x="712788" y="1325563"/>
            <a:ext cx="10728325" cy="1077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ts val="4200"/>
              </a:lnSpc>
              <a:spcBef>
                <a:spcPts val="0"/>
              </a:spcBef>
              <a:defRPr/>
            </a:pPr>
            <a:r>
              <a:rPr lang="zh-CN" altLang="en-US" sz="3200" b="1" dirty="0">
                <a:solidFill>
                  <a:schemeClr val="accent2"/>
                </a:solidFill>
                <a:effectLst>
                  <a:outerShdw blurRad="38100" dist="38100" dir="2700000" algn="tl">
                    <a:srgbClr val="C0C0C0"/>
                  </a:outerShdw>
                </a:effectLst>
                <a:latin typeface="楷体_GB2312" pitchFamily="49" charset="-122"/>
                <a:ea typeface="楷体_GB2312" pitchFamily="49" charset="-122"/>
              </a:rPr>
              <a:t>锁：</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数据库的锁机制主要目的是为了使用户对数据的访问变得有序，保证数据的一致性。</a:t>
            </a:r>
            <a:endParaRPr lang="zh-CN" altLang="en-US" sz="3200" b="1" dirty="0">
              <a:solidFill>
                <a:srgbClr val="002060"/>
              </a:solidFill>
              <a:effectLst>
                <a:outerShdw blurRad="38100" dist="38100" dir="2700000" algn="tl">
                  <a:srgbClr val="C0C0C0"/>
                </a:outerShdw>
              </a:effectLst>
            </a:endParaRPr>
          </a:p>
        </p:txBody>
      </p:sp>
      <p:sp>
        <p:nvSpPr>
          <p:cNvPr id="4" name="Rectangle 4">
            <a:extLst>
              <a:ext uri="{FF2B5EF4-FFF2-40B4-BE49-F238E27FC236}">
                <a16:creationId xmlns:a16="http://schemas.microsoft.com/office/drawing/2014/main" id="{7BE4829F-1F7C-CA1F-2A34-7128D0F333B4}"/>
              </a:ext>
            </a:extLst>
          </p:cNvPr>
          <p:cNvSpPr>
            <a:spLocks noChangeArrowheads="1"/>
          </p:cNvSpPr>
          <p:nvPr/>
        </p:nvSpPr>
        <p:spPr bwMode="auto">
          <a:xfrm>
            <a:off x="712788" y="2838450"/>
            <a:ext cx="10728325" cy="1970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defRPr/>
            </a:pPr>
            <a:r>
              <a:rPr lang="zh-CN" altLang="en-US" sz="3200" b="1" dirty="0">
                <a:solidFill>
                  <a:schemeClr val="accent2"/>
                </a:solidFill>
                <a:effectLst>
                  <a:outerShdw blurRad="38100" dist="38100" dir="2700000" algn="tl">
                    <a:srgbClr val="C0C0C0"/>
                  </a:outerShdw>
                </a:effectLst>
              </a:rPr>
              <a:t>基本的锁类型有两种：</a:t>
            </a:r>
          </a:p>
          <a:p>
            <a:pPr>
              <a:lnSpc>
                <a:spcPct val="150000"/>
              </a:lnSpc>
              <a:defRPr/>
            </a:pPr>
            <a:r>
              <a:rPr lang="zh-CN" altLang="en-US" sz="3200" b="1" dirty="0">
                <a:solidFill>
                  <a:srgbClr val="002060"/>
                </a:solidFill>
                <a:effectLst>
                  <a:outerShdw blurRad="38100" dist="38100" dir="2700000" algn="tl">
                    <a:srgbClr val="C0C0C0"/>
                  </a:outerShdw>
                </a:effectLst>
              </a:rPr>
              <a:t> 排它锁（</a:t>
            </a:r>
            <a:r>
              <a:rPr lang="en-US" altLang="zh-CN" sz="3200" b="1" dirty="0">
                <a:solidFill>
                  <a:srgbClr val="002060"/>
                </a:solidFill>
                <a:effectLst>
                  <a:outerShdw blurRad="38100" dist="38100" dir="2700000" algn="tl">
                    <a:srgbClr val="C0C0C0"/>
                  </a:outerShdw>
                </a:effectLst>
              </a:rPr>
              <a:t>Exclusive locks),</a:t>
            </a:r>
            <a:r>
              <a:rPr lang="zh-CN" altLang="en-US" sz="3200" b="1" dirty="0">
                <a:solidFill>
                  <a:srgbClr val="002060"/>
                </a:solidFill>
                <a:effectLst>
                  <a:outerShdw blurRad="38100" dist="38100" dir="2700000" algn="tl">
                    <a:srgbClr val="C0C0C0"/>
                  </a:outerShdw>
                </a:effectLst>
              </a:rPr>
              <a:t>简称</a:t>
            </a:r>
            <a:r>
              <a:rPr lang="en-US" altLang="zh-CN" sz="3200" b="1" dirty="0">
                <a:solidFill>
                  <a:schemeClr val="accent2"/>
                </a:solidFill>
                <a:effectLst>
                  <a:outerShdw blurRad="38100" dist="38100" dir="2700000" algn="tl">
                    <a:srgbClr val="C0C0C0"/>
                  </a:outerShdw>
                </a:effectLst>
              </a:rPr>
              <a:t>X</a:t>
            </a:r>
            <a:r>
              <a:rPr lang="zh-CN" altLang="en-US" sz="3200" b="1" dirty="0">
                <a:solidFill>
                  <a:srgbClr val="002060"/>
                </a:solidFill>
                <a:effectLst>
                  <a:outerShdw blurRad="38100" dist="38100" dir="2700000" algn="tl">
                    <a:srgbClr val="C0C0C0"/>
                  </a:outerShdw>
                </a:effectLst>
              </a:rPr>
              <a:t>锁。</a:t>
            </a:r>
            <a:br>
              <a:rPr lang="zh-CN" altLang="en-US" sz="3200" b="1" dirty="0">
                <a:solidFill>
                  <a:srgbClr val="002060"/>
                </a:solidFill>
                <a:effectLst>
                  <a:outerShdw blurRad="38100" dist="38100" dir="2700000" algn="tl">
                    <a:srgbClr val="C0C0C0"/>
                  </a:outerShdw>
                </a:effectLst>
              </a:rPr>
            </a:br>
            <a:r>
              <a:rPr lang="zh-CN" altLang="en-US" sz="3200" b="1" dirty="0">
                <a:solidFill>
                  <a:srgbClr val="002060"/>
                </a:solidFill>
                <a:effectLst>
                  <a:outerShdw blurRad="38100" dist="38100" dir="2700000" algn="tl">
                    <a:srgbClr val="C0C0C0"/>
                  </a:outerShdw>
                </a:effectLst>
              </a:rPr>
              <a:t> 共享锁 </a:t>
            </a:r>
            <a:r>
              <a:rPr lang="en-US" altLang="zh-CN" sz="3200" b="1" dirty="0">
                <a:solidFill>
                  <a:srgbClr val="002060"/>
                </a:solidFill>
                <a:effectLst>
                  <a:outerShdw blurRad="38100" dist="38100" dir="2700000" algn="tl">
                    <a:srgbClr val="C0C0C0"/>
                  </a:outerShdw>
                </a:effectLst>
              </a:rPr>
              <a:t>(Share Locks),</a:t>
            </a:r>
            <a:r>
              <a:rPr lang="zh-CN" altLang="en-US" sz="3200" b="1" dirty="0">
                <a:solidFill>
                  <a:srgbClr val="002060"/>
                </a:solidFill>
                <a:effectLst>
                  <a:outerShdw blurRad="38100" dist="38100" dir="2700000" algn="tl">
                    <a:srgbClr val="C0C0C0"/>
                  </a:outerShdw>
                </a:effectLst>
              </a:rPr>
              <a:t>简称</a:t>
            </a:r>
            <a:r>
              <a:rPr lang="en-US" altLang="zh-CN" sz="3200" b="1" dirty="0">
                <a:solidFill>
                  <a:schemeClr val="accent2"/>
                </a:solidFill>
                <a:effectLst>
                  <a:outerShdw blurRad="38100" dist="38100" dir="2700000" algn="tl">
                    <a:srgbClr val="C0C0C0"/>
                  </a:outerShdw>
                </a:effectLst>
              </a:rPr>
              <a:t>S</a:t>
            </a:r>
            <a:r>
              <a:rPr lang="zh-CN" altLang="en-US" sz="3200" b="1" dirty="0">
                <a:solidFill>
                  <a:srgbClr val="002060"/>
                </a:solidFill>
                <a:effectLst>
                  <a:outerShdw blurRad="38100" dist="38100" dir="2700000" algn="tl">
                    <a:srgbClr val="C0C0C0"/>
                  </a:outerShdw>
                </a:effectLst>
              </a:rPr>
              <a:t>锁。</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CCBE93CA-CAD7-4B5B-2D3D-97BD4468355B}"/>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锁</a:t>
            </a:r>
          </a:p>
        </p:txBody>
      </p:sp>
      <p:sp>
        <p:nvSpPr>
          <p:cNvPr id="5" name="Rectangle 4">
            <a:extLst>
              <a:ext uri="{FF2B5EF4-FFF2-40B4-BE49-F238E27FC236}">
                <a16:creationId xmlns:a16="http://schemas.microsoft.com/office/drawing/2014/main" id="{24A9B06F-E4DF-F8A9-92FF-806A6069F1FF}"/>
              </a:ext>
            </a:extLst>
          </p:cNvPr>
          <p:cNvSpPr>
            <a:spLocks noChangeArrowheads="1"/>
          </p:cNvSpPr>
          <p:nvPr/>
        </p:nvSpPr>
        <p:spPr bwMode="auto">
          <a:xfrm>
            <a:off x="884238" y="3159125"/>
            <a:ext cx="10728325" cy="2462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ts val="4800"/>
              </a:lnSpc>
              <a:buFont typeface="Arial" charset="0"/>
              <a:buNone/>
              <a:defRPr/>
            </a:pPr>
            <a:r>
              <a:rPr lang="zh-CN" altLang="en-US" sz="2800" b="1" dirty="0">
                <a:solidFill>
                  <a:srgbClr val="002060"/>
                </a:solidFill>
                <a:effectLst>
                  <a:outerShdw blurRad="38100" dist="38100" dir="2700000" algn="tl">
                    <a:srgbClr val="C0C0C0"/>
                  </a:outerShdw>
                </a:effectLst>
              </a:rPr>
              <a:t>        </a:t>
            </a:r>
            <a:r>
              <a:rPr lang="en-US" altLang="zh-CN" sz="2800" b="1" dirty="0">
                <a:solidFill>
                  <a:srgbClr val="C00000"/>
                </a:solidFill>
                <a:latin typeface="黑体" pitchFamily="49" charset="-122"/>
                <a:ea typeface="黑体" pitchFamily="49" charset="-122"/>
              </a:rPr>
              <a:t>X</a:t>
            </a:r>
            <a:r>
              <a:rPr lang="zh-CN" altLang="en-US" sz="2800" b="1" dirty="0">
                <a:solidFill>
                  <a:srgbClr val="C00000"/>
                </a:solidFill>
                <a:latin typeface="黑体" pitchFamily="49" charset="-122"/>
                <a:ea typeface="黑体" pitchFamily="49" charset="-122"/>
              </a:rPr>
              <a:t>锁：</a:t>
            </a:r>
            <a:r>
              <a:rPr lang="zh-CN" altLang="en-US" sz="2800" b="1" dirty="0">
                <a:solidFill>
                  <a:srgbClr val="002060"/>
                </a:solidFill>
                <a:effectLst>
                  <a:outerShdw blurRad="38100" dist="38100" dir="2700000" algn="tl">
                    <a:srgbClr val="C0C0C0"/>
                  </a:outerShdw>
                </a:effectLst>
              </a:rPr>
              <a:t>也称排它锁或写锁。如果事务</a:t>
            </a:r>
            <a:r>
              <a:rPr lang="en-US" altLang="zh-CN" sz="2800" b="1" dirty="0">
                <a:solidFill>
                  <a:srgbClr val="002060"/>
                </a:solidFill>
                <a:effectLst>
                  <a:outerShdw blurRad="38100" dist="38100" dir="2700000" algn="tl">
                    <a:srgbClr val="C0C0C0"/>
                  </a:outerShdw>
                </a:effectLst>
              </a:rPr>
              <a:t>T</a:t>
            </a:r>
            <a:r>
              <a:rPr lang="zh-CN" altLang="en-US" sz="2800" b="1" dirty="0">
                <a:solidFill>
                  <a:srgbClr val="002060"/>
                </a:solidFill>
                <a:effectLst>
                  <a:outerShdw blurRad="38100" dist="38100" dir="2700000" algn="tl">
                    <a:srgbClr val="C0C0C0"/>
                  </a:outerShdw>
                </a:effectLst>
              </a:rPr>
              <a:t>对数据对象</a:t>
            </a:r>
            <a:r>
              <a:rPr lang="en-US" altLang="zh-CN" sz="2800" b="1" dirty="0">
                <a:solidFill>
                  <a:srgbClr val="002060"/>
                </a:solidFill>
                <a:effectLst>
                  <a:outerShdw blurRad="38100" dist="38100" dir="2700000" algn="tl">
                    <a:srgbClr val="C0C0C0"/>
                  </a:outerShdw>
                </a:effectLst>
              </a:rPr>
              <a:t>R</a:t>
            </a:r>
            <a:r>
              <a:rPr lang="zh-CN" altLang="en-US" sz="2800" b="1" dirty="0">
                <a:solidFill>
                  <a:srgbClr val="002060"/>
                </a:solidFill>
                <a:effectLst>
                  <a:outerShdw blurRad="38100" dist="38100" dir="2700000" algn="tl">
                    <a:srgbClr val="C0C0C0"/>
                  </a:outerShdw>
                </a:effectLst>
              </a:rPr>
              <a:t>实现</a:t>
            </a:r>
            <a:r>
              <a:rPr lang="en-US" altLang="zh-CN" sz="2800" b="1" dirty="0">
                <a:solidFill>
                  <a:srgbClr val="002060"/>
                </a:solidFill>
                <a:effectLst>
                  <a:outerShdw blurRad="38100" dist="38100" dir="2700000" algn="tl">
                    <a:srgbClr val="C0C0C0"/>
                  </a:outerShdw>
                </a:effectLst>
              </a:rPr>
              <a:t>X</a:t>
            </a:r>
            <a:r>
              <a:rPr lang="zh-CN" altLang="en-US" sz="2800" b="1" dirty="0">
                <a:solidFill>
                  <a:srgbClr val="002060"/>
                </a:solidFill>
                <a:effectLst>
                  <a:outerShdw blurRad="38100" dist="38100" dir="2700000" algn="tl">
                    <a:srgbClr val="C0C0C0"/>
                  </a:outerShdw>
                </a:effectLst>
              </a:rPr>
              <a:t>封锁，则只允许</a:t>
            </a:r>
            <a:r>
              <a:rPr lang="en-US" altLang="zh-CN" sz="2800" b="1" dirty="0">
                <a:solidFill>
                  <a:srgbClr val="002060"/>
                </a:solidFill>
                <a:effectLst>
                  <a:outerShdw blurRad="38100" dist="38100" dir="2700000" algn="tl">
                    <a:srgbClr val="C0C0C0"/>
                  </a:outerShdw>
                </a:effectLst>
              </a:rPr>
              <a:t>T</a:t>
            </a:r>
            <a:r>
              <a:rPr lang="zh-CN" altLang="en-US" sz="2800" b="1" dirty="0">
                <a:solidFill>
                  <a:srgbClr val="002060"/>
                </a:solidFill>
                <a:effectLst>
                  <a:outerShdw blurRad="38100" dist="38100" dir="2700000" algn="tl">
                    <a:srgbClr val="C0C0C0"/>
                  </a:outerShdw>
                </a:effectLst>
              </a:rPr>
              <a:t>读取和修改</a:t>
            </a:r>
            <a:r>
              <a:rPr lang="en-US" altLang="zh-CN" sz="2800" b="1" dirty="0">
                <a:solidFill>
                  <a:srgbClr val="002060"/>
                </a:solidFill>
                <a:effectLst>
                  <a:outerShdw blurRad="38100" dist="38100" dir="2700000" algn="tl">
                    <a:srgbClr val="C0C0C0"/>
                  </a:outerShdw>
                </a:effectLst>
              </a:rPr>
              <a:t>R</a:t>
            </a:r>
            <a:r>
              <a:rPr lang="zh-CN" altLang="en-US" sz="2800" b="1" dirty="0">
                <a:solidFill>
                  <a:srgbClr val="002060"/>
                </a:solidFill>
                <a:effectLst>
                  <a:outerShdw blurRad="38100" dist="38100" dir="2700000" algn="tl">
                    <a:srgbClr val="C0C0C0"/>
                  </a:outerShdw>
                </a:effectLst>
              </a:rPr>
              <a:t>，其它任何事务都不能再对</a:t>
            </a:r>
            <a:r>
              <a:rPr lang="en-US" altLang="zh-CN" sz="2800" b="1" dirty="0">
                <a:solidFill>
                  <a:srgbClr val="002060"/>
                </a:solidFill>
                <a:effectLst>
                  <a:outerShdw blurRad="38100" dist="38100" dir="2700000" algn="tl">
                    <a:srgbClr val="C0C0C0"/>
                  </a:outerShdw>
                </a:effectLst>
              </a:rPr>
              <a:t>R</a:t>
            </a:r>
            <a:r>
              <a:rPr lang="zh-CN" altLang="en-US" sz="2800" b="1" dirty="0">
                <a:solidFill>
                  <a:srgbClr val="002060"/>
                </a:solidFill>
                <a:effectLst>
                  <a:outerShdw blurRad="38100" dist="38100" dir="2700000" algn="tl">
                    <a:srgbClr val="C0C0C0"/>
                  </a:outerShdw>
                </a:effectLst>
              </a:rPr>
              <a:t>加任何类型的锁，直到</a:t>
            </a:r>
            <a:r>
              <a:rPr lang="en-US" altLang="zh-CN" sz="2800" b="1" dirty="0">
                <a:solidFill>
                  <a:srgbClr val="002060"/>
                </a:solidFill>
                <a:effectLst>
                  <a:outerShdw blurRad="38100" dist="38100" dir="2700000" algn="tl">
                    <a:srgbClr val="C0C0C0"/>
                  </a:outerShdw>
                </a:effectLst>
              </a:rPr>
              <a:t>T</a:t>
            </a:r>
            <a:r>
              <a:rPr lang="zh-CN" altLang="en-US" sz="2800" b="1" dirty="0">
                <a:solidFill>
                  <a:srgbClr val="002060"/>
                </a:solidFill>
                <a:effectLst>
                  <a:outerShdw blurRad="38100" dist="38100" dir="2700000" algn="tl">
                    <a:srgbClr val="C0C0C0"/>
                  </a:outerShdw>
                </a:effectLst>
              </a:rPr>
              <a:t>释放</a:t>
            </a:r>
            <a:r>
              <a:rPr lang="en-US" altLang="zh-CN" sz="2800" b="1" dirty="0">
                <a:solidFill>
                  <a:srgbClr val="002060"/>
                </a:solidFill>
                <a:effectLst>
                  <a:outerShdw blurRad="38100" dist="38100" dir="2700000" algn="tl">
                    <a:srgbClr val="C0C0C0"/>
                  </a:outerShdw>
                </a:effectLst>
              </a:rPr>
              <a:t>R</a:t>
            </a:r>
            <a:r>
              <a:rPr lang="zh-CN" altLang="en-US" sz="2800" b="1" dirty="0">
                <a:solidFill>
                  <a:srgbClr val="002060"/>
                </a:solidFill>
                <a:effectLst>
                  <a:outerShdw blurRad="38100" dist="38100" dir="2700000" algn="tl">
                    <a:srgbClr val="C0C0C0"/>
                  </a:outerShdw>
                </a:effectLst>
              </a:rPr>
              <a:t>上的锁。只有获准</a:t>
            </a:r>
            <a:r>
              <a:rPr lang="en-US" altLang="zh-CN" sz="2800" b="1" dirty="0">
                <a:solidFill>
                  <a:srgbClr val="002060"/>
                </a:solidFill>
                <a:effectLst>
                  <a:outerShdw blurRad="38100" dist="38100" dir="2700000" algn="tl">
                    <a:srgbClr val="C0C0C0"/>
                  </a:outerShdw>
                </a:effectLst>
              </a:rPr>
              <a:t>X</a:t>
            </a:r>
            <a:r>
              <a:rPr lang="zh-CN" altLang="en-US" sz="2800" b="1" dirty="0">
                <a:solidFill>
                  <a:srgbClr val="002060"/>
                </a:solidFill>
                <a:effectLst>
                  <a:outerShdw blurRad="38100" dist="38100" dir="2700000" algn="tl">
                    <a:srgbClr val="C0C0C0"/>
                  </a:outerShdw>
                </a:effectLst>
              </a:rPr>
              <a:t>封锁的事务，才能对被封锁的数据进行修改。</a:t>
            </a:r>
            <a:r>
              <a:rPr lang="zh-CN" altLang="en-US" sz="2800" b="1" dirty="0">
                <a:solidFill>
                  <a:schemeClr val="accent2"/>
                </a:solidFill>
                <a:effectLst>
                  <a:outerShdw blurRad="38100" dist="38100" dir="2700000" algn="tl">
                    <a:srgbClr val="C0C0C0"/>
                  </a:outerShdw>
                </a:effectLst>
              </a:rPr>
              <a:t> </a:t>
            </a:r>
            <a:endParaRPr lang="zh-CN" altLang="en-US" sz="2800" b="1" dirty="0">
              <a:solidFill>
                <a:srgbClr val="002060"/>
              </a:solidFill>
              <a:effectLst>
                <a:outerShdw blurRad="38100" dist="38100" dir="2700000" algn="tl">
                  <a:srgbClr val="C0C0C0"/>
                </a:outerShdw>
              </a:effectLst>
            </a:endParaRPr>
          </a:p>
        </p:txBody>
      </p:sp>
      <p:sp>
        <p:nvSpPr>
          <p:cNvPr id="7" name="Rectangle 4">
            <a:extLst>
              <a:ext uri="{FF2B5EF4-FFF2-40B4-BE49-F238E27FC236}">
                <a16:creationId xmlns:a16="http://schemas.microsoft.com/office/drawing/2014/main" id="{83129DF8-FB5E-8B71-A129-647EDF9AEF50}"/>
              </a:ext>
            </a:extLst>
          </p:cNvPr>
          <p:cNvSpPr>
            <a:spLocks noChangeArrowheads="1"/>
          </p:cNvSpPr>
          <p:nvPr/>
        </p:nvSpPr>
        <p:spPr bwMode="auto">
          <a:xfrm>
            <a:off x="884238" y="1143000"/>
            <a:ext cx="10548937"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ts val="5000"/>
              </a:lnSpc>
              <a:spcBef>
                <a:spcPct val="30000"/>
              </a:spcBef>
              <a:buFont typeface="Arial" charset="0"/>
              <a:buNone/>
              <a:defRPr/>
            </a:pPr>
            <a:r>
              <a:rPr lang="en-US" altLang="zh-CN" sz="2800" dirty="0">
                <a:effectLst>
                  <a:outerShdw blurRad="38100" dist="38100" dir="2700000" algn="tl">
                    <a:srgbClr val="C0C0C0"/>
                  </a:outerShdw>
                </a:effectLst>
                <a:latin typeface="楷体_GB2312" pitchFamily="49" charset="-122"/>
                <a:ea typeface="楷体_GB2312" pitchFamily="49" charset="-122"/>
              </a:rPr>
              <a:t>    </a:t>
            </a:r>
            <a:r>
              <a:rPr lang="en-US" altLang="zh-CN" sz="2800" b="1" dirty="0">
                <a:solidFill>
                  <a:srgbClr val="C00000"/>
                </a:solidFill>
                <a:latin typeface="黑体" pitchFamily="49" charset="-122"/>
                <a:ea typeface="黑体" pitchFamily="49" charset="-122"/>
              </a:rPr>
              <a:t>S</a:t>
            </a:r>
            <a:r>
              <a:rPr lang="zh-CN" altLang="en-US" sz="2800" b="1" dirty="0">
                <a:solidFill>
                  <a:srgbClr val="C00000"/>
                </a:solidFill>
                <a:latin typeface="黑体" pitchFamily="49" charset="-122"/>
                <a:ea typeface="黑体" pitchFamily="49" charset="-122"/>
              </a:rPr>
              <a:t>锁：</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也称读锁。如果事务</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T</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对数据对象</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实现</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S</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封锁，则事务</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T</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只可以读取</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但不能修改</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，其它事务只能再对</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加</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S</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锁，而不能加</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X</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锁，直到事务</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T</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释放</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上的</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S</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锁之前不能对</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做任何修改。</a:t>
            </a:r>
          </a:p>
        </p:txBody>
      </p:sp>
      <p:sp>
        <p:nvSpPr>
          <p:cNvPr id="8" name="Rectangle 4">
            <a:extLst>
              <a:ext uri="{FF2B5EF4-FFF2-40B4-BE49-F238E27FC236}">
                <a16:creationId xmlns:a16="http://schemas.microsoft.com/office/drawing/2014/main" id="{0EDA0550-9C28-BAA2-933A-B5118BA2246C}"/>
              </a:ext>
            </a:extLst>
          </p:cNvPr>
          <p:cNvSpPr>
            <a:spLocks noChangeArrowheads="1"/>
          </p:cNvSpPr>
          <p:nvPr/>
        </p:nvSpPr>
        <p:spPr bwMode="auto">
          <a:xfrm>
            <a:off x="884238" y="5668963"/>
            <a:ext cx="10728325"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ts val="4200"/>
              </a:lnSpc>
              <a:spcBef>
                <a:spcPts val="0"/>
              </a:spcBef>
              <a:defRPr/>
            </a:pPr>
            <a:r>
              <a:rPr lang="zh-CN" altLang="en-US" sz="3200" b="1" dirty="0">
                <a:solidFill>
                  <a:srgbClr val="C00000"/>
                </a:solidFill>
                <a:effectLst>
                  <a:outerShdw blurRad="38100" dist="38100" dir="2700000" algn="tl">
                    <a:srgbClr val="C0C0C0"/>
                  </a:outerShdw>
                </a:effectLst>
              </a:rPr>
              <a:t>注意：</a:t>
            </a:r>
            <a:r>
              <a:rPr lang="zh-CN" altLang="en-US" sz="3200" b="1" dirty="0">
                <a:solidFill>
                  <a:srgbClr val="002060"/>
                </a:solidFill>
                <a:effectLst>
                  <a:outerShdw blurRad="38100" dist="38100" dir="2700000" algn="tl">
                    <a:srgbClr val="C0C0C0"/>
                  </a:outerShdw>
                </a:effectLst>
              </a:rPr>
              <a:t>只能通过</a:t>
            </a:r>
            <a:r>
              <a:rPr lang="en-US" altLang="zh-CN" sz="3200" b="1" dirty="0">
                <a:solidFill>
                  <a:srgbClr val="C00000"/>
                </a:solidFill>
                <a:effectLst>
                  <a:outerShdw blurRad="38100" dist="38100" dir="2700000" algn="tl">
                    <a:srgbClr val="C0C0C0"/>
                  </a:outerShdw>
                </a:effectLst>
              </a:rPr>
              <a:t>COMMIT</a:t>
            </a:r>
            <a:r>
              <a:rPr lang="zh-CN" altLang="en-US" sz="3200" b="1" dirty="0">
                <a:solidFill>
                  <a:srgbClr val="002060"/>
                </a:solidFill>
                <a:effectLst>
                  <a:outerShdw blurRad="38100" dist="38100" dir="2700000" algn="tl">
                    <a:srgbClr val="C0C0C0"/>
                  </a:outerShdw>
                </a:effectLst>
              </a:rPr>
              <a:t>和</a:t>
            </a:r>
            <a:r>
              <a:rPr lang="en-US" altLang="zh-CN" sz="3200" b="1" dirty="0">
                <a:solidFill>
                  <a:srgbClr val="C00000"/>
                </a:solidFill>
                <a:effectLst>
                  <a:outerShdw blurRad="38100" dist="38100" dir="2700000" algn="tl">
                    <a:srgbClr val="C0C0C0"/>
                  </a:outerShdw>
                </a:effectLst>
              </a:rPr>
              <a:t>ROLLBACK</a:t>
            </a:r>
            <a:r>
              <a:rPr lang="zh-CN" altLang="en-US" sz="3200" b="1" dirty="0">
                <a:solidFill>
                  <a:srgbClr val="002060"/>
                </a:solidFill>
                <a:effectLst>
                  <a:outerShdw blurRad="38100" dist="38100" dir="2700000" algn="tl">
                    <a:srgbClr val="C0C0C0"/>
                  </a:outerShdw>
                </a:effectLst>
              </a:rPr>
              <a:t>来解锁</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E5B8179A-E01A-79C6-53E6-B58B8BE2FD1F}"/>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en-US" altLang="zh-CN" sz="4000" b="1" dirty="0">
                <a:solidFill>
                  <a:schemeClr val="bg1"/>
                </a:solidFill>
                <a:latin typeface="+mn-ea"/>
                <a:ea typeface="+mn-ea"/>
                <a:sym typeface="Impact" pitchFamily="34" charset="0"/>
              </a:rPr>
              <a:t>MVCC</a:t>
            </a:r>
            <a:r>
              <a:rPr lang="zh-CN" altLang="en-US" sz="4000" b="1" dirty="0">
                <a:solidFill>
                  <a:schemeClr val="bg1"/>
                </a:solidFill>
                <a:latin typeface="+mn-ea"/>
                <a:ea typeface="+mn-ea"/>
                <a:sym typeface="Impact" pitchFamily="34" charset="0"/>
              </a:rPr>
              <a:t>原理</a:t>
            </a:r>
          </a:p>
        </p:txBody>
      </p:sp>
      <p:sp>
        <p:nvSpPr>
          <p:cNvPr id="5" name="Rectangle 4">
            <a:extLst>
              <a:ext uri="{FF2B5EF4-FFF2-40B4-BE49-F238E27FC236}">
                <a16:creationId xmlns:a16="http://schemas.microsoft.com/office/drawing/2014/main" id="{7A34A1AF-919E-F17E-D39D-14CD273EB37B}"/>
              </a:ext>
            </a:extLst>
          </p:cNvPr>
          <p:cNvSpPr>
            <a:spLocks noChangeArrowheads="1"/>
          </p:cNvSpPr>
          <p:nvPr/>
        </p:nvSpPr>
        <p:spPr bwMode="auto">
          <a:xfrm>
            <a:off x="712788" y="1325563"/>
            <a:ext cx="10728325" cy="161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ts val="4200"/>
              </a:lnSpc>
              <a:spcBef>
                <a:spcPts val="0"/>
              </a:spcBef>
              <a:defRPr/>
            </a:pPr>
            <a:r>
              <a:rPr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MVCC(Multi-Version-Concurrency-Control)</a:t>
            </a:r>
            <a:r>
              <a:rPr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多版本并发控制是指</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MySQL</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在使用</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READ COMMITTED</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REPEATABLE READ</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这两种隔离级别执行普通</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SELECT</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操作时，访问版本链的过程。</a:t>
            </a:r>
            <a:endParaRPr lang="zh-CN" altLang="en-US" sz="2800" b="1" dirty="0">
              <a:solidFill>
                <a:srgbClr val="002060"/>
              </a:solidFill>
              <a:effectLst>
                <a:outerShdw blurRad="38100" dist="38100" dir="2700000" algn="tl">
                  <a:srgbClr val="C0C0C0"/>
                </a:outerShdw>
              </a:effectLst>
            </a:endParaRPr>
          </a:p>
        </p:txBody>
      </p:sp>
      <p:sp>
        <p:nvSpPr>
          <p:cNvPr id="4" name="Rectangle 4">
            <a:extLst>
              <a:ext uri="{FF2B5EF4-FFF2-40B4-BE49-F238E27FC236}">
                <a16:creationId xmlns:a16="http://schemas.microsoft.com/office/drawing/2014/main" id="{7F45A527-48F3-1A2D-8730-EFD93CEB4653}"/>
              </a:ext>
            </a:extLst>
          </p:cNvPr>
          <p:cNvSpPr>
            <a:spLocks noChangeArrowheads="1"/>
          </p:cNvSpPr>
          <p:nvPr/>
        </p:nvSpPr>
        <p:spPr bwMode="auto">
          <a:xfrm>
            <a:off x="712788" y="3084513"/>
            <a:ext cx="10728325" cy="862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defRPr/>
            </a:pPr>
            <a:r>
              <a:rPr lang="zh-CN" altLang="en-US" sz="2800" b="1" dirty="0">
                <a:solidFill>
                  <a:schemeClr val="accent2"/>
                </a:solidFill>
                <a:effectLst>
                  <a:outerShdw blurRad="38100" dist="38100" dir="2700000" algn="tl">
                    <a:srgbClr val="C0C0C0"/>
                  </a:outerShdw>
                </a:effectLst>
              </a:rPr>
              <a:t>版本链：</a:t>
            </a:r>
            <a:r>
              <a:rPr lang="zh-CN" altLang="en-US" sz="2800" b="1" dirty="0">
                <a:solidFill>
                  <a:srgbClr val="002060"/>
                </a:solidFill>
                <a:effectLst>
                  <a:outerShdw blurRad="38100" dist="38100" dir="2700000" algn="tl">
                    <a:srgbClr val="C0C0C0"/>
                  </a:outerShdw>
                </a:effectLst>
              </a:rPr>
              <a:t>当对同一条记录多次更新后，在</a:t>
            </a:r>
            <a:r>
              <a:rPr lang="en-US" altLang="zh-CN" sz="2800" b="1" dirty="0">
                <a:solidFill>
                  <a:srgbClr val="002060"/>
                </a:solidFill>
                <a:effectLst>
                  <a:outerShdw blurRad="38100" dist="38100" dir="2700000" algn="tl">
                    <a:srgbClr val="C0C0C0"/>
                  </a:outerShdw>
                </a:effectLst>
              </a:rPr>
              <a:t>undo log</a:t>
            </a:r>
            <a:r>
              <a:rPr lang="zh-CN" altLang="en-US" sz="2800" b="1" dirty="0">
                <a:solidFill>
                  <a:srgbClr val="002060"/>
                </a:solidFill>
                <a:effectLst>
                  <a:outerShdw blurRad="38100" dist="38100" dir="2700000" algn="tl">
                    <a:srgbClr val="C0C0C0"/>
                  </a:outerShdw>
                </a:effectLst>
              </a:rPr>
              <a:t>中就会形成一条版本链。 </a:t>
            </a:r>
          </a:p>
        </p:txBody>
      </p:sp>
      <p:sp>
        <p:nvSpPr>
          <p:cNvPr id="7" name="Rectangle 4">
            <a:extLst>
              <a:ext uri="{FF2B5EF4-FFF2-40B4-BE49-F238E27FC236}">
                <a16:creationId xmlns:a16="http://schemas.microsoft.com/office/drawing/2014/main" id="{2A2F5013-2848-8C8A-635A-D8174BAE8DAC}"/>
              </a:ext>
            </a:extLst>
          </p:cNvPr>
          <p:cNvSpPr>
            <a:spLocks noChangeArrowheads="1"/>
          </p:cNvSpPr>
          <p:nvPr/>
        </p:nvSpPr>
        <p:spPr bwMode="auto">
          <a:xfrm>
            <a:off x="712788" y="4318000"/>
            <a:ext cx="10728325" cy="862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defRPr/>
            </a:pPr>
            <a:r>
              <a:rPr lang="en-US" altLang="zh-CN" sz="2800" b="1" dirty="0" err="1">
                <a:solidFill>
                  <a:schemeClr val="accent2"/>
                </a:solidFill>
                <a:effectLst>
                  <a:outerShdw blurRad="38100" dist="38100" dir="2700000" algn="tl">
                    <a:srgbClr val="C0C0C0"/>
                  </a:outerShdw>
                </a:effectLst>
              </a:rPr>
              <a:t>ReadView</a:t>
            </a:r>
            <a:r>
              <a:rPr lang="en-US" altLang="zh-CN" sz="2800" b="1" dirty="0">
                <a:solidFill>
                  <a:schemeClr val="accent2"/>
                </a:solidFill>
                <a:effectLst>
                  <a:outerShdw blurRad="38100" dist="38100" dir="2700000" algn="tl">
                    <a:srgbClr val="C0C0C0"/>
                  </a:outerShdw>
                </a:effectLst>
              </a:rPr>
              <a:t>(</a:t>
            </a:r>
            <a:r>
              <a:rPr lang="zh-CN" altLang="en-US" sz="2800" b="1" dirty="0">
                <a:solidFill>
                  <a:schemeClr val="accent2"/>
                </a:solidFill>
                <a:effectLst>
                  <a:outerShdw blurRad="38100" dist="38100" dir="2700000" algn="tl">
                    <a:srgbClr val="C0C0C0"/>
                  </a:outerShdw>
                </a:effectLst>
              </a:rPr>
              <a:t>一致视图或快照</a:t>
            </a:r>
            <a:r>
              <a:rPr lang="en-US" altLang="zh-CN" sz="2800" b="1" dirty="0">
                <a:solidFill>
                  <a:schemeClr val="accent2"/>
                </a:solidFill>
                <a:effectLst>
                  <a:outerShdw blurRad="38100" dist="38100" dir="2700000" algn="tl">
                    <a:srgbClr val="C0C0C0"/>
                  </a:outerShdw>
                </a:effectLst>
              </a:rPr>
              <a:t>)</a:t>
            </a:r>
            <a:r>
              <a:rPr lang="zh-CN" altLang="en-US" sz="2800" b="1" dirty="0">
                <a:solidFill>
                  <a:schemeClr val="accent2"/>
                </a:solidFill>
                <a:effectLst>
                  <a:outerShdw blurRad="38100" dist="38100" dir="2700000" algn="tl">
                    <a:srgbClr val="C0C0C0"/>
                  </a:outerShdw>
                </a:effectLst>
              </a:rPr>
              <a:t>：</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当使用</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READ COMMITTED</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REPEATABLE READ</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这两种隔离的事务来说，必须保证读取的是已提交的记录。 </a:t>
            </a:r>
          </a:p>
        </p:txBody>
      </p:sp>
      <p:sp>
        <p:nvSpPr>
          <p:cNvPr id="8" name="Rectangle 4">
            <a:extLst>
              <a:ext uri="{FF2B5EF4-FFF2-40B4-BE49-F238E27FC236}">
                <a16:creationId xmlns:a16="http://schemas.microsoft.com/office/drawing/2014/main" id="{4CBAE01C-F627-C9D0-0604-B514F8D18119}"/>
              </a:ext>
            </a:extLst>
          </p:cNvPr>
          <p:cNvSpPr>
            <a:spLocks noChangeArrowheads="1"/>
          </p:cNvSpPr>
          <p:nvPr/>
        </p:nvSpPr>
        <p:spPr bwMode="auto">
          <a:xfrm>
            <a:off x="712788" y="5508625"/>
            <a:ext cx="10728325" cy="862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defRPr/>
            </a:pPr>
            <a:r>
              <a:rPr lang="zh-CN" altLang="en-US" sz="2800" b="1" dirty="0">
                <a:solidFill>
                  <a:srgbClr val="FF0000"/>
                </a:solidFill>
                <a:effectLst>
                  <a:outerShdw blurRad="38100" dist="38100" dir="2700000" algn="tl">
                    <a:srgbClr val="C0C0C0"/>
                  </a:outerShdw>
                </a:effectLst>
                <a:latin typeface="楷体_GB2312" pitchFamily="49" charset="-122"/>
                <a:ea typeface="楷体_GB2312" pitchFamily="49" charset="-122"/>
              </a:rPr>
              <a:t>思考题：</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如何才能读取已提交的记录呢？如果这条记录没有提交，去读取什么内容呢？</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F8A9A54B-D115-1279-F027-C283A965E534}"/>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en-US" altLang="zh-CN" sz="4000" b="1" dirty="0">
                <a:solidFill>
                  <a:schemeClr val="bg1"/>
                </a:solidFill>
                <a:latin typeface="+mn-ea"/>
                <a:ea typeface="+mn-ea"/>
                <a:sym typeface="Impact" pitchFamily="34" charset="0"/>
              </a:rPr>
              <a:t>MVCC</a:t>
            </a:r>
            <a:r>
              <a:rPr lang="zh-CN" altLang="en-US" sz="4000" b="1" dirty="0">
                <a:solidFill>
                  <a:schemeClr val="bg1"/>
                </a:solidFill>
                <a:latin typeface="+mn-ea"/>
                <a:ea typeface="+mn-ea"/>
                <a:sym typeface="Impact" pitchFamily="34" charset="0"/>
              </a:rPr>
              <a:t>原理</a:t>
            </a:r>
          </a:p>
        </p:txBody>
      </p:sp>
      <p:sp>
        <p:nvSpPr>
          <p:cNvPr id="5" name="Rectangle 4">
            <a:extLst>
              <a:ext uri="{FF2B5EF4-FFF2-40B4-BE49-F238E27FC236}">
                <a16:creationId xmlns:a16="http://schemas.microsoft.com/office/drawing/2014/main" id="{F73A8DF5-A871-2F3C-EF9D-157600CFAA86}"/>
              </a:ext>
            </a:extLst>
          </p:cNvPr>
          <p:cNvSpPr>
            <a:spLocks noChangeArrowheads="1"/>
          </p:cNvSpPr>
          <p:nvPr/>
        </p:nvSpPr>
        <p:spPr bwMode="auto">
          <a:xfrm>
            <a:off x="741363" y="941388"/>
            <a:ext cx="1770062"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ts val="4200"/>
              </a:lnSpc>
              <a:spcBef>
                <a:spcPts val="0"/>
              </a:spcBef>
              <a:defRPr/>
            </a:pPr>
            <a:r>
              <a:rPr lang="en-US" altLang="zh-CN" sz="2800" b="1" dirty="0">
                <a:solidFill>
                  <a:srgbClr val="002060"/>
                </a:solidFill>
                <a:effectLst>
                  <a:outerShdw blurRad="38100" dist="38100" dir="2700000" algn="tl">
                    <a:srgbClr val="C0C0C0"/>
                  </a:outerShdw>
                </a:effectLst>
              </a:rPr>
              <a:t>redo log</a:t>
            </a:r>
            <a:endParaRPr lang="zh-CN" altLang="en-US" sz="2800" b="1" dirty="0">
              <a:solidFill>
                <a:srgbClr val="002060"/>
              </a:solidFill>
              <a:effectLst>
                <a:outerShdw blurRad="38100" dist="38100" dir="2700000" algn="tl">
                  <a:srgbClr val="C0C0C0"/>
                </a:outerShdw>
              </a:effectLst>
            </a:endParaRPr>
          </a:p>
        </p:txBody>
      </p:sp>
      <p:sp>
        <p:nvSpPr>
          <p:cNvPr id="31748" name="矩形 1">
            <a:extLst>
              <a:ext uri="{FF2B5EF4-FFF2-40B4-BE49-F238E27FC236}">
                <a16:creationId xmlns:a16="http://schemas.microsoft.com/office/drawing/2014/main" id="{4AEC49AD-3DEC-9280-66C3-796917AD3D52}"/>
              </a:ext>
            </a:extLst>
          </p:cNvPr>
          <p:cNvSpPr>
            <a:spLocks noChangeArrowheads="1"/>
          </p:cNvSpPr>
          <p:nvPr/>
        </p:nvSpPr>
        <p:spPr bwMode="auto">
          <a:xfrm>
            <a:off x="363538" y="1582738"/>
            <a:ext cx="4295775" cy="29019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7" name="Rectangle 4">
            <a:extLst>
              <a:ext uri="{FF2B5EF4-FFF2-40B4-BE49-F238E27FC236}">
                <a16:creationId xmlns:a16="http://schemas.microsoft.com/office/drawing/2014/main" id="{7DEE1A85-A3C2-87CF-CF79-F9DBA6B8DCFA}"/>
              </a:ext>
            </a:extLst>
          </p:cNvPr>
          <p:cNvSpPr>
            <a:spLocks noChangeArrowheads="1"/>
          </p:cNvSpPr>
          <p:nvPr/>
        </p:nvSpPr>
        <p:spPr bwMode="auto">
          <a:xfrm>
            <a:off x="4978400" y="1538288"/>
            <a:ext cx="6748463"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ts val="4200"/>
              </a:lnSpc>
              <a:spcBef>
                <a:spcPts val="0"/>
              </a:spcBef>
              <a:defRPr/>
            </a:pPr>
            <a:r>
              <a:rPr lang="en-US" altLang="zh-CN" sz="2800" b="1" dirty="0">
                <a:solidFill>
                  <a:srgbClr val="002060"/>
                </a:solidFill>
                <a:effectLst>
                  <a:outerShdw blurRad="38100" dist="38100" dir="2700000" algn="tl">
                    <a:srgbClr val="C0C0C0"/>
                  </a:outerShdw>
                </a:effectLst>
              </a:rPr>
              <a:t> </a:t>
            </a:r>
            <a:r>
              <a:rPr lang="en-US" altLang="zh-CN" sz="2400" b="1" dirty="0">
                <a:solidFill>
                  <a:srgbClr val="002060"/>
                </a:solidFill>
                <a:effectLst>
                  <a:outerShdw blurRad="38100" dist="38100" dir="2700000" algn="tl">
                    <a:srgbClr val="C0C0C0"/>
                  </a:outerShdw>
                </a:effectLst>
              </a:rPr>
              <a:t>insert into account values(202201,’a’,1000)</a:t>
            </a:r>
            <a:endParaRPr lang="zh-CN" altLang="en-US" sz="2400" b="1" dirty="0">
              <a:solidFill>
                <a:srgbClr val="002060"/>
              </a:solidFill>
              <a:effectLst>
                <a:outerShdw blurRad="38100" dist="38100" dir="2700000" algn="tl">
                  <a:srgbClr val="C0C0C0"/>
                </a:outerShdw>
              </a:effectLst>
            </a:endParaRPr>
          </a:p>
        </p:txBody>
      </p:sp>
      <p:sp>
        <p:nvSpPr>
          <p:cNvPr id="8" name="Rectangle 4">
            <a:extLst>
              <a:ext uri="{FF2B5EF4-FFF2-40B4-BE49-F238E27FC236}">
                <a16:creationId xmlns:a16="http://schemas.microsoft.com/office/drawing/2014/main" id="{D66AB66C-3FB2-B47C-BC14-DA0C24397F80}"/>
              </a:ext>
            </a:extLst>
          </p:cNvPr>
          <p:cNvSpPr>
            <a:spLocks noChangeArrowheads="1"/>
          </p:cNvSpPr>
          <p:nvPr/>
        </p:nvSpPr>
        <p:spPr bwMode="auto">
          <a:xfrm>
            <a:off x="798513" y="1863725"/>
            <a:ext cx="3425825" cy="539750"/>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a:spAutoFit/>
          </a:bodyPr>
          <a:lstStyle/>
          <a:p>
            <a:pPr>
              <a:lnSpc>
                <a:spcPts val="4200"/>
              </a:lnSpc>
              <a:spcBef>
                <a:spcPts val="0"/>
              </a:spcBef>
              <a:defRPr/>
            </a:pPr>
            <a:r>
              <a:rPr lang="en-US" altLang="zh-CN" sz="2400" b="1" dirty="0">
                <a:solidFill>
                  <a:srgbClr val="002060"/>
                </a:solidFill>
                <a:effectLst>
                  <a:outerShdw blurRad="38100" dist="38100" dir="2700000" algn="tl">
                    <a:srgbClr val="C0C0C0"/>
                  </a:outerShdw>
                </a:effectLst>
                <a:latin typeface="Arial" pitchFamily="34" charset="0"/>
              </a:rPr>
              <a:t>  </a:t>
            </a:r>
            <a:r>
              <a:rPr lang="en-US" altLang="zh-CN" sz="2000" b="1" dirty="0">
                <a:solidFill>
                  <a:srgbClr val="002060"/>
                </a:solidFill>
                <a:effectLst>
                  <a:outerShdw blurRad="38100" dist="38100" dir="2700000" algn="tl">
                    <a:srgbClr val="C0C0C0"/>
                  </a:outerShdw>
                </a:effectLst>
                <a:latin typeface="Arial" pitchFamily="34" charset="0"/>
              </a:rPr>
              <a:t>5   202201,’a’,1000 ,ins</a:t>
            </a:r>
            <a:endParaRPr lang="zh-CN" altLang="en-US" sz="2000" b="1" dirty="0">
              <a:solidFill>
                <a:srgbClr val="002060"/>
              </a:solidFill>
              <a:effectLst>
                <a:outerShdw blurRad="38100" dist="38100" dir="2700000" algn="tl">
                  <a:srgbClr val="C0C0C0"/>
                </a:outerShdw>
              </a:effectLst>
              <a:latin typeface="Arial" pitchFamily="34" charset="0"/>
            </a:endParaRPr>
          </a:p>
        </p:txBody>
      </p:sp>
      <p:sp>
        <p:nvSpPr>
          <p:cNvPr id="9" name="Rectangle 4">
            <a:extLst>
              <a:ext uri="{FF2B5EF4-FFF2-40B4-BE49-F238E27FC236}">
                <a16:creationId xmlns:a16="http://schemas.microsoft.com/office/drawing/2014/main" id="{6AF19747-0A66-1998-837B-EFFF6FBF1834}"/>
              </a:ext>
            </a:extLst>
          </p:cNvPr>
          <p:cNvSpPr>
            <a:spLocks noChangeArrowheads="1"/>
          </p:cNvSpPr>
          <p:nvPr/>
        </p:nvSpPr>
        <p:spPr bwMode="auto">
          <a:xfrm>
            <a:off x="5153025" y="2271713"/>
            <a:ext cx="6573838" cy="1077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ts val="4200"/>
              </a:lnSpc>
              <a:spcBef>
                <a:spcPts val="0"/>
              </a:spcBef>
              <a:buFont typeface="Arial" charset="0"/>
              <a:buNone/>
              <a:defRPr/>
            </a:pPr>
            <a:r>
              <a:rPr lang="en-US" altLang="zh-CN" sz="2400" b="1" dirty="0">
                <a:solidFill>
                  <a:srgbClr val="C00000"/>
                </a:solidFill>
                <a:effectLst>
                  <a:outerShdw blurRad="38100" dist="38100" dir="2700000" algn="tl">
                    <a:srgbClr val="C0C0C0"/>
                  </a:outerShdw>
                </a:effectLst>
              </a:rPr>
              <a:t>T1:</a:t>
            </a:r>
            <a:r>
              <a:rPr lang="en-US" altLang="zh-CN" sz="2400" b="1" dirty="0">
                <a:solidFill>
                  <a:srgbClr val="002060"/>
                </a:solidFill>
                <a:effectLst>
                  <a:outerShdw blurRad="38100" dist="38100" dir="2700000" algn="tl">
                    <a:srgbClr val="C0C0C0"/>
                  </a:outerShdw>
                </a:effectLst>
              </a:rPr>
              <a:t>update account set balance=balance+100 where </a:t>
            </a:r>
            <a:r>
              <a:rPr lang="en-US" altLang="zh-CN" sz="2400" b="1" dirty="0" err="1">
                <a:solidFill>
                  <a:srgbClr val="002060"/>
                </a:solidFill>
                <a:effectLst>
                  <a:outerShdw blurRad="38100" dist="38100" dir="2700000" algn="tl">
                    <a:srgbClr val="C0C0C0"/>
                  </a:outerShdw>
                </a:effectLst>
              </a:rPr>
              <a:t>accout_id</a:t>
            </a:r>
            <a:r>
              <a:rPr lang="en-US" altLang="zh-CN" sz="2400" b="1" dirty="0">
                <a:solidFill>
                  <a:srgbClr val="002060"/>
                </a:solidFill>
                <a:effectLst>
                  <a:outerShdw blurRad="38100" dist="38100" dir="2700000" algn="tl">
                    <a:srgbClr val="C0C0C0"/>
                  </a:outerShdw>
                </a:effectLst>
              </a:rPr>
              <a:t>=202201)</a:t>
            </a:r>
            <a:endParaRPr lang="zh-CN" altLang="en-US" sz="2400" b="1" dirty="0">
              <a:solidFill>
                <a:srgbClr val="002060"/>
              </a:solidFill>
              <a:effectLst>
                <a:outerShdw blurRad="38100" dist="38100" dir="2700000" algn="tl">
                  <a:srgbClr val="C0C0C0"/>
                </a:outerShdw>
              </a:effectLst>
            </a:endParaRPr>
          </a:p>
        </p:txBody>
      </p:sp>
      <p:grpSp>
        <p:nvGrpSpPr>
          <p:cNvPr id="26" name="组合 25">
            <a:extLst>
              <a:ext uri="{FF2B5EF4-FFF2-40B4-BE49-F238E27FC236}">
                <a16:creationId xmlns:a16="http://schemas.microsoft.com/office/drawing/2014/main" id="{D074ADD0-4857-09A7-DD4C-4FB2037FAA6E}"/>
              </a:ext>
            </a:extLst>
          </p:cNvPr>
          <p:cNvGrpSpPr>
            <a:grpSpLocks/>
          </p:cNvGrpSpPr>
          <p:nvPr/>
        </p:nvGrpSpPr>
        <p:grpSpPr bwMode="auto">
          <a:xfrm>
            <a:off x="623888" y="1860550"/>
            <a:ext cx="3600450" cy="1519238"/>
            <a:chOff x="261257" y="3629260"/>
            <a:chExt cx="3599544" cy="1518877"/>
          </a:xfrm>
        </p:grpSpPr>
        <p:sp>
          <p:nvSpPr>
            <p:cNvPr id="22" name="Rectangle 4">
              <a:extLst>
                <a:ext uri="{FF2B5EF4-FFF2-40B4-BE49-F238E27FC236}">
                  <a16:creationId xmlns:a16="http://schemas.microsoft.com/office/drawing/2014/main" id="{991EFC09-0812-0DDA-75B0-67DD3C9E724B}"/>
                </a:ext>
              </a:extLst>
            </p:cNvPr>
            <p:cNvSpPr>
              <a:spLocks noChangeArrowheads="1"/>
            </p:cNvSpPr>
            <p:nvPr/>
          </p:nvSpPr>
          <p:spPr bwMode="auto">
            <a:xfrm>
              <a:off x="435838" y="3629260"/>
              <a:ext cx="3424963" cy="538035"/>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a:spAutoFit/>
            </a:bodyPr>
            <a:lstStyle/>
            <a:p>
              <a:pPr>
                <a:lnSpc>
                  <a:spcPts val="4200"/>
                </a:lnSpc>
                <a:spcBef>
                  <a:spcPts val="0"/>
                </a:spcBef>
                <a:defRPr/>
              </a:pPr>
              <a:r>
                <a:rPr lang="en-US" altLang="zh-CN" sz="2400" b="1" dirty="0">
                  <a:solidFill>
                    <a:srgbClr val="002060"/>
                  </a:solidFill>
                  <a:effectLst>
                    <a:outerShdw blurRad="38100" dist="38100" dir="2700000" algn="tl">
                      <a:srgbClr val="C0C0C0"/>
                    </a:outerShdw>
                  </a:effectLst>
                  <a:latin typeface="Arial" pitchFamily="34" charset="0"/>
                </a:rPr>
                <a:t>  </a:t>
              </a:r>
              <a:r>
                <a:rPr lang="en-US" altLang="zh-CN" sz="2000" b="1" dirty="0">
                  <a:solidFill>
                    <a:srgbClr val="002060"/>
                  </a:solidFill>
                  <a:effectLst>
                    <a:outerShdw blurRad="38100" dist="38100" dir="2700000" algn="tl">
                      <a:srgbClr val="C0C0C0"/>
                    </a:outerShdw>
                  </a:effectLst>
                  <a:latin typeface="Arial" pitchFamily="34" charset="0"/>
                </a:rPr>
                <a:t>8   202201, ’a’, 1100 ,</a:t>
              </a:r>
              <a:r>
                <a:rPr lang="en-US" altLang="zh-CN" sz="2000" b="1" dirty="0" err="1">
                  <a:solidFill>
                    <a:srgbClr val="002060"/>
                  </a:solidFill>
                  <a:effectLst>
                    <a:outerShdw blurRad="38100" dist="38100" dir="2700000" algn="tl">
                      <a:srgbClr val="C0C0C0"/>
                    </a:outerShdw>
                  </a:effectLst>
                  <a:latin typeface="Arial" pitchFamily="34" charset="0"/>
                </a:rPr>
                <a:t>udp</a:t>
              </a:r>
              <a:endParaRPr lang="zh-CN" altLang="en-US" sz="2000" b="1" dirty="0">
                <a:solidFill>
                  <a:srgbClr val="002060"/>
                </a:solidFill>
                <a:effectLst>
                  <a:outerShdw blurRad="38100" dist="38100" dir="2700000" algn="tl">
                    <a:srgbClr val="C0C0C0"/>
                  </a:outerShdw>
                </a:effectLst>
                <a:latin typeface="Arial" pitchFamily="34" charset="0"/>
              </a:endParaRPr>
            </a:p>
          </p:txBody>
        </p:sp>
        <p:sp>
          <p:nvSpPr>
            <p:cNvPr id="23" name="Rectangle 4">
              <a:extLst>
                <a:ext uri="{FF2B5EF4-FFF2-40B4-BE49-F238E27FC236}">
                  <a16:creationId xmlns:a16="http://schemas.microsoft.com/office/drawing/2014/main" id="{1CE1E552-D4D7-76A8-5A3A-4219C7DDCA87}"/>
                </a:ext>
              </a:extLst>
            </p:cNvPr>
            <p:cNvSpPr>
              <a:spLocks noChangeArrowheads="1"/>
            </p:cNvSpPr>
            <p:nvPr/>
          </p:nvSpPr>
          <p:spPr bwMode="auto">
            <a:xfrm>
              <a:off x="435838" y="4610102"/>
              <a:ext cx="3424963" cy="538035"/>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a:spAutoFit/>
            </a:bodyPr>
            <a:lstStyle/>
            <a:p>
              <a:pPr>
                <a:lnSpc>
                  <a:spcPts val="4200"/>
                </a:lnSpc>
                <a:spcBef>
                  <a:spcPts val="0"/>
                </a:spcBef>
                <a:defRPr/>
              </a:pPr>
              <a:r>
                <a:rPr lang="en-US" altLang="zh-CN" sz="2400" b="1" dirty="0">
                  <a:solidFill>
                    <a:srgbClr val="002060"/>
                  </a:solidFill>
                  <a:effectLst>
                    <a:outerShdw blurRad="38100" dist="38100" dir="2700000" algn="tl">
                      <a:srgbClr val="C0C0C0"/>
                    </a:outerShdw>
                  </a:effectLst>
                  <a:latin typeface="Arial" pitchFamily="34" charset="0"/>
                </a:rPr>
                <a:t>  </a:t>
              </a:r>
              <a:r>
                <a:rPr lang="en-US" altLang="zh-CN" sz="2000" b="1" dirty="0">
                  <a:solidFill>
                    <a:srgbClr val="002060"/>
                  </a:solidFill>
                  <a:effectLst>
                    <a:outerShdw blurRad="38100" dist="38100" dir="2700000" algn="tl">
                      <a:srgbClr val="C0C0C0"/>
                    </a:outerShdw>
                  </a:effectLst>
                  <a:latin typeface="Arial" pitchFamily="34" charset="0"/>
                </a:rPr>
                <a:t>5   202201,’a’,1000 ,ins</a:t>
              </a:r>
              <a:endParaRPr lang="zh-CN" altLang="en-US" sz="2000" b="1" dirty="0">
                <a:solidFill>
                  <a:srgbClr val="002060"/>
                </a:solidFill>
                <a:effectLst>
                  <a:outerShdw blurRad="38100" dist="38100" dir="2700000" algn="tl">
                    <a:srgbClr val="C0C0C0"/>
                  </a:outerShdw>
                </a:effectLst>
                <a:latin typeface="Arial" pitchFamily="34" charset="0"/>
              </a:endParaRPr>
            </a:p>
          </p:txBody>
        </p:sp>
        <p:cxnSp>
          <p:nvCxnSpPr>
            <p:cNvPr id="31799" name="肘形连接符 23">
              <a:extLst>
                <a:ext uri="{FF2B5EF4-FFF2-40B4-BE49-F238E27FC236}">
                  <a16:creationId xmlns:a16="http://schemas.microsoft.com/office/drawing/2014/main" id="{A45CDE82-261F-6105-5E80-646209492B04}"/>
                </a:ext>
              </a:extLst>
            </p:cNvPr>
            <p:cNvCxnSpPr>
              <a:cxnSpLocks noChangeShapeType="1"/>
              <a:stCxn id="22" idx="3"/>
            </p:cNvCxnSpPr>
            <p:nvPr/>
          </p:nvCxnSpPr>
          <p:spPr bwMode="auto">
            <a:xfrm flipH="1">
              <a:off x="261257" y="3898501"/>
              <a:ext cx="3599544" cy="491624"/>
            </a:xfrm>
            <a:prstGeom prst="bentConnector3">
              <a:avLst>
                <a:gd name="adj1" fmla="val -6347"/>
              </a:avLst>
            </a:prstGeom>
            <a:noFill/>
            <a:ln w="9525" algn="ctr">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800" name="肘形连接符 24">
              <a:extLst>
                <a:ext uri="{FF2B5EF4-FFF2-40B4-BE49-F238E27FC236}">
                  <a16:creationId xmlns:a16="http://schemas.microsoft.com/office/drawing/2014/main" id="{9D88673E-0D15-0F7D-E07F-AFFFD9AECBE2}"/>
                </a:ext>
              </a:extLst>
            </p:cNvPr>
            <p:cNvCxnSpPr>
              <a:cxnSpLocks noChangeShapeType="1"/>
              <a:endCxn id="23" idx="1"/>
            </p:cNvCxnSpPr>
            <p:nvPr/>
          </p:nvCxnSpPr>
          <p:spPr bwMode="auto">
            <a:xfrm rot="16200000" flipH="1">
              <a:off x="103989" y="4547393"/>
              <a:ext cx="488708" cy="174172"/>
            </a:xfrm>
            <a:prstGeom prst="bentConnector2">
              <a:avLst/>
            </a:prstGeom>
            <a:noFill/>
            <a:ln w="9525" algn="ctr">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0" name="组合 29">
            <a:extLst>
              <a:ext uri="{FF2B5EF4-FFF2-40B4-BE49-F238E27FC236}">
                <a16:creationId xmlns:a16="http://schemas.microsoft.com/office/drawing/2014/main" id="{47F0FBA4-F181-D4D2-B4B1-87F9563E3942}"/>
              </a:ext>
            </a:extLst>
          </p:cNvPr>
          <p:cNvGrpSpPr>
            <a:grpSpLocks/>
          </p:cNvGrpSpPr>
          <p:nvPr/>
        </p:nvGrpSpPr>
        <p:grpSpPr bwMode="auto">
          <a:xfrm>
            <a:off x="623888" y="1865313"/>
            <a:ext cx="3600450" cy="2490787"/>
            <a:chOff x="5936343" y="3942315"/>
            <a:chExt cx="3599544" cy="2490768"/>
          </a:xfrm>
        </p:grpSpPr>
        <p:sp>
          <p:nvSpPr>
            <p:cNvPr id="11" name="Rectangle 4">
              <a:extLst>
                <a:ext uri="{FF2B5EF4-FFF2-40B4-BE49-F238E27FC236}">
                  <a16:creationId xmlns:a16="http://schemas.microsoft.com/office/drawing/2014/main" id="{4A229322-4758-3D22-A1F2-DAFE0F7F1FD3}"/>
                </a:ext>
              </a:extLst>
            </p:cNvPr>
            <p:cNvSpPr>
              <a:spLocks noChangeArrowheads="1"/>
            </p:cNvSpPr>
            <p:nvPr/>
          </p:nvSpPr>
          <p:spPr bwMode="auto">
            <a:xfrm>
              <a:off x="6110924" y="4913858"/>
              <a:ext cx="3424963" cy="538158"/>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a:spAutoFit/>
            </a:bodyPr>
            <a:lstStyle/>
            <a:p>
              <a:pPr>
                <a:lnSpc>
                  <a:spcPts val="4200"/>
                </a:lnSpc>
                <a:spcBef>
                  <a:spcPts val="0"/>
                </a:spcBef>
                <a:defRPr/>
              </a:pPr>
              <a:r>
                <a:rPr lang="en-US" altLang="zh-CN" sz="2400" b="1" dirty="0">
                  <a:solidFill>
                    <a:srgbClr val="002060"/>
                  </a:solidFill>
                  <a:effectLst>
                    <a:outerShdw blurRad="38100" dist="38100" dir="2700000" algn="tl">
                      <a:srgbClr val="C0C0C0"/>
                    </a:outerShdw>
                  </a:effectLst>
                  <a:latin typeface="Arial" pitchFamily="34" charset="0"/>
                </a:rPr>
                <a:t>  </a:t>
              </a:r>
              <a:r>
                <a:rPr lang="en-US" altLang="zh-CN" sz="2000" b="1" dirty="0">
                  <a:solidFill>
                    <a:srgbClr val="002060"/>
                  </a:solidFill>
                  <a:effectLst>
                    <a:outerShdw blurRad="38100" dist="38100" dir="2700000" algn="tl">
                      <a:srgbClr val="C0C0C0"/>
                    </a:outerShdw>
                  </a:effectLst>
                  <a:latin typeface="Arial" pitchFamily="34" charset="0"/>
                </a:rPr>
                <a:t>8   202201, ’a’, 1100,  </a:t>
              </a:r>
              <a:r>
                <a:rPr lang="en-US" altLang="zh-CN" sz="2000" b="1" dirty="0" err="1">
                  <a:solidFill>
                    <a:srgbClr val="002060"/>
                  </a:solidFill>
                  <a:effectLst>
                    <a:outerShdw blurRad="38100" dist="38100" dir="2700000" algn="tl">
                      <a:srgbClr val="C0C0C0"/>
                    </a:outerShdw>
                  </a:effectLst>
                  <a:latin typeface="Arial" pitchFamily="34" charset="0"/>
                </a:rPr>
                <a:t>udp</a:t>
              </a:r>
              <a:endParaRPr lang="zh-CN" altLang="en-US" sz="2000" b="1" dirty="0">
                <a:solidFill>
                  <a:srgbClr val="002060"/>
                </a:solidFill>
                <a:effectLst>
                  <a:outerShdw blurRad="38100" dist="38100" dir="2700000" algn="tl">
                    <a:srgbClr val="C0C0C0"/>
                  </a:outerShdw>
                </a:effectLst>
                <a:latin typeface="Arial" pitchFamily="34" charset="0"/>
              </a:endParaRPr>
            </a:p>
          </p:txBody>
        </p:sp>
        <p:sp>
          <p:nvSpPr>
            <p:cNvPr id="12" name="Rectangle 4">
              <a:extLst>
                <a:ext uri="{FF2B5EF4-FFF2-40B4-BE49-F238E27FC236}">
                  <a16:creationId xmlns:a16="http://schemas.microsoft.com/office/drawing/2014/main" id="{80CE2369-94CB-D122-4347-53AA43944D78}"/>
                </a:ext>
              </a:extLst>
            </p:cNvPr>
            <p:cNvSpPr>
              <a:spLocks noChangeArrowheads="1"/>
            </p:cNvSpPr>
            <p:nvPr/>
          </p:nvSpPr>
          <p:spPr bwMode="auto">
            <a:xfrm>
              <a:off x="6110924" y="5894925"/>
              <a:ext cx="3424963" cy="538158"/>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a:spAutoFit/>
            </a:bodyPr>
            <a:lstStyle/>
            <a:p>
              <a:pPr>
                <a:lnSpc>
                  <a:spcPts val="4200"/>
                </a:lnSpc>
                <a:spcBef>
                  <a:spcPts val="0"/>
                </a:spcBef>
                <a:defRPr/>
              </a:pPr>
              <a:r>
                <a:rPr lang="en-US" altLang="zh-CN" sz="2400" b="1" dirty="0">
                  <a:solidFill>
                    <a:srgbClr val="002060"/>
                  </a:solidFill>
                  <a:effectLst>
                    <a:outerShdw blurRad="38100" dist="38100" dir="2700000" algn="tl">
                      <a:srgbClr val="C0C0C0"/>
                    </a:outerShdw>
                  </a:effectLst>
                  <a:latin typeface="Arial" pitchFamily="34" charset="0"/>
                </a:rPr>
                <a:t>  </a:t>
              </a:r>
              <a:r>
                <a:rPr lang="en-US" altLang="zh-CN" sz="2000" b="1" dirty="0">
                  <a:solidFill>
                    <a:srgbClr val="002060"/>
                  </a:solidFill>
                  <a:effectLst>
                    <a:outerShdw blurRad="38100" dist="38100" dir="2700000" algn="tl">
                      <a:srgbClr val="C0C0C0"/>
                    </a:outerShdw>
                  </a:effectLst>
                  <a:latin typeface="Arial" pitchFamily="34" charset="0"/>
                </a:rPr>
                <a:t>5   202201,’a’,1000 ,  ins</a:t>
              </a:r>
              <a:endParaRPr lang="zh-CN" altLang="en-US" sz="2000" b="1" dirty="0">
                <a:solidFill>
                  <a:srgbClr val="002060"/>
                </a:solidFill>
                <a:effectLst>
                  <a:outerShdw blurRad="38100" dist="38100" dir="2700000" algn="tl">
                    <a:srgbClr val="C0C0C0"/>
                  </a:outerShdw>
                </a:effectLst>
                <a:latin typeface="Arial" pitchFamily="34" charset="0"/>
              </a:endParaRPr>
            </a:p>
          </p:txBody>
        </p:sp>
        <p:cxnSp>
          <p:nvCxnSpPr>
            <p:cNvPr id="31792" name="肘形连接符 12">
              <a:extLst>
                <a:ext uri="{FF2B5EF4-FFF2-40B4-BE49-F238E27FC236}">
                  <a16:creationId xmlns:a16="http://schemas.microsoft.com/office/drawing/2014/main" id="{E8F7137C-237E-1E49-324B-5E75A8506D06}"/>
                </a:ext>
              </a:extLst>
            </p:cNvPr>
            <p:cNvCxnSpPr>
              <a:cxnSpLocks noChangeShapeType="1"/>
              <a:stCxn id="11" idx="3"/>
            </p:cNvCxnSpPr>
            <p:nvPr/>
          </p:nvCxnSpPr>
          <p:spPr bwMode="auto">
            <a:xfrm flipH="1">
              <a:off x="5936343" y="5183160"/>
              <a:ext cx="3599544" cy="491911"/>
            </a:xfrm>
            <a:prstGeom prst="bentConnector3">
              <a:avLst>
                <a:gd name="adj1" fmla="val -6347"/>
              </a:avLst>
            </a:prstGeom>
            <a:noFill/>
            <a:ln w="9525" algn="ctr">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93" name="肘形连接符 17">
              <a:extLst>
                <a:ext uri="{FF2B5EF4-FFF2-40B4-BE49-F238E27FC236}">
                  <a16:creationId xmlns:a16="http://schemas.microsoft.com/office/drawing/2014/main" id="{4FED81AD-9822-F5E9-F92F-A8FDB008D2CA}"/>
                </a:ext>
              </a:extLst>
            </p:cNvPr>
            <p:cNvCxnSpPr>
              <a:cxnSpLocks noChangeShapeType="1"/>
              <a:endCxn id="12" idx="1"/>
            </p:cNvCxnSpPr>
            <p:nvPr/>
          </p:nvCxnSpPr>
          <p:spPr bwMode="auto">
            <a:xfrm rot="16200000" flipH="1">
              <a:off x="5779075" y="5832339"/>
              <a:ext cx="488708" cy="174172"/>
            </a:xfrm>
            <a:prstGeom prst="bentConnector2">
              <a:avLst/>
            </a:prstGeom>
            <a:noFill/>
            <a:ln w="9525" algn="ctr">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Rectangle 4">
              <a:extLst>
                <a:ext uri="{FF2B5EF4-FFF2-40B4-BE49-F238E27FC236}">
                  <a16:creationId xmlns:a16="http://schemas.microsoft.com/office/drawing/2014/main" id="{3F1CD438-0997-200B-7A3E-EFB684912FE3}"/>
                </a:ext>
              </a:extLst>
            </p:cNvPr>
            <p:cNvSpPr>
              <a:spLocks noChangeArrowheads="1"/>
            </p:cNvSpPr>
            <p:nvPr/>
          </p:nvSpPr>
          <p:spPr bwMode="auto">
            <a:xfrm>
              <a:off x="6110924" y="3942315"/>
              <a:ext cx="3424963" cy="538158"/>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a:spAutoFit/>
            </a:bodyPr>
            <a:lstStyle/>
            <a:p>
              <a:pPr>
                <a:lnSpc>
                  <a:spcPts val="4200"/>
                </a:lnSpc>
                <a:spcBef>
                  <a:spcPts val="0"/>
                </a:spcBef>
                <a:defRPr/>
              </a:pPr>
              <a:r>
                <a:rPr lang="en-US" altLang="zh-CN" sz="2400" b="1" dirty="0">
                  <a:solidFill>
                    <a:srgbClr val="002060"/>
                  </a:solidFill>
                  <a:effectLst>
                    <a:outerShdw blurRad="38100" dist="38100" dir="2700000" algn="tl">
                      <a:srgbClr val="C0C0C0"/>
                    </a:outerShdw>
                  </a:effectLst>
                  <a:latin typeface="Arial" pitchFamily="34" charset="0"/>
                </a:rPr>
                <a:t>  </a:t>
              </a:r>
              <a:r>
                <a:rPr lang="en-US" altLang="zh-CN" sz="2000" b="1" dirty="0">
                  <a:solidFill>
                    <a:srgbClr val="002060"/>
                  </a:solidFill>
                  <a:effectLst>
                    <a:outerShdw blurRad="38100" dist="38100" dir="2700000" algn="tl">
                      <a:srgbClr val="C0C0C0"/>
                    </a:outerShdw>
                  </a:effectLst>
                  <a:latin typeface="Arial" pitchFamily="34" charset="0"/>
                </a:rPr>
                <a:t>10   202201, ’a’, 1500,  </a:t>
              </a:r>
              <a:r>
                <a:rPr lang="en-US" altLang="zh-CN" sz="2000" b="1" dirty="0" err="1">
                  <a:solidFill>
                    <a:srgbClr val="002060"/>
                  </a:solidFill>
                  <a:effectLst>
                    <a:outerShdw blurRad="38100" dist="38100" dir="2700000" algn="tl">
                      <a:srgbClr val="C0C0C0"/>
                    </a:outerShdw>
                  </a:effectLst>
                  <a:latin typeface="Arial" pitchFamily="34" charset="0"/>
                </a:rPr>
                <a:t>udp</a:t>
              </a:r>
              <a:endParaRPr lang="zh-CN" altLang="en-US" sz="2000" b="1" dirty="0">
                <a:solidFill>
                  <a:srgbClr val="002060"/>
                </a:solidFill>
                <a:effectLst>
                  <a:outerShdw blurRad="38100" dist="38100" dir="2700000" algn="tl">
                    <a:srgbClr val="C0C0C0"/>
                  </a:outerShdw>
                </a:effectLst>
                <a:latin typeface="Arial" pitchFamily="34" charset="0"/>
              </a:endParaRPr>
            </a:p>
          </p:txBody>
        </p:sp>
        <p:cxnSp>
          <p:nvCxnSpPr>
            <p:cNvPr id="31795" name="肘形连接符 27">
              <a:extLst>
                <a:ext uri="{FF2B5EF4-FFF2-40B4-BE49-F238E27FC236}">
                  <a16:creationId xmlns:a16="http://schemas.microsoft.com/office/drawing/2014/main" id="{9160F774-AEC3-68E3-5331-9B5115D4CAEE}"/>
                </a:ext>
              </a:extLst>
            </p:cNvPr>
            <p:cNvCxnSpPr>
              <a:cxnSpLocks noChangeShapeType="1"/>
              <a:stCxn id="27" idx="3"/>
            </p:cNvCxnSpPr>
            <p:nvPr/>
          </p:nvCxnSpPr>
          <p:spPr bwMode="auto">
            <a:xfrm flipH="1">
              <a:off x="5936343" y="4211618"/>
              <a:ext cx="3599544" cy="491562"/>
            </a:xfrm>
            <a:prstGeom prst="bentConnector3">
              <a:avLst>
                <a:gd name="adj1" fmla="val -6347"/>
              </a:avLst>
            </a:prstGeom>
            <a:noFill/>
            <a:ln w="9525" algn="ctr">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96" name="肘形连接符 28">
              <a:extLst>
                <a:ext uri="{FF2B5EF4-FFF2-40B4-BE49-F238E27FC236}">
                  <a16:creationId xmlns:a16="http://schemas.microsoft.com/office/drawing/2014/main" id="{0C4A7D7B-5954-B448-F33F-E34C868E51FB}"/>
                </a:ext>
              </a:extLst>
            </p:cNvPr>
            <p:cNvCxnSpPr>
              <a:cxnSpLocks noChangeShapeType="1"/>
            </p:cNvCxnSpPr>
            <p:nvPr/>
          </p:nvCxnSpPr>
          <p:spPr bwMode="auto">
            <a:xfrm rot="16200000" flipH="1">
              <a:off x="5779075" y="4860448"/>
              <a:ext cx="488708" cy="174172"/>
            </a:xfrm>
            <a:prstGeom prst="bentConnector2">
              <a:avLst/>
            </a:prstGeom>
            <a:noFill/>
            <a:ln w="9525" algn="ctr">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1" name="Rectangle 4">
            <a:extLst>
              <a:ext uri="{FF2B5EF4-FFF2-40B4-BE49-F238E27FC236}">
                <a16:creationId xmlns:a16="http://schemas.microsoft.com/office/drawing/2014/main" id="{A7BD81BB-8EDE-C0A3-1B9C-86031423658B}"/>
              </a:ext>
            </a:extLst>
          </p:cNvPr>
          <p:cNvSpPr>
            <a:spLocks noChangeArrowheads="1"/>
          </p:cNvSpPr>
          <p:nvPr/>
        </p:nvSpPr>
        <p:spPr bwMode="auto">
          <a:xfrm>
            <a:off x="5153025" y="3471863"/>
            <a:ext cx="6573838" cy="101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ts val="4200"/>
              </a:lnSpc>
              <a:spcBef>
                <a:spcPts val="0"/>
              </a:spcBef>
              <a:buFont typeface="Arial" charset="0"/>
              <a:buNone/>
              <a:defRPr/>
            </a:pPr>
            <a:r>
              <a:rPr lang="en-US" altLang="zh-CN" sz="2800" b="1" dirty="0">
                <a:solidFill>
                  <a:srgbClr val="002060"/>
                </a:solidFill>
                <a:effectLst>
                  <a:outerShdw blurRad="38100" dist="38100" dir="2700000" algn="tl">
                    <a:srgbClr val="C0C0C0"/>
                  </a:outerShdw>
                </a:effectLst>
              </a:rPr>
              <a:t> </a:t>
            </a:r>
            <a:r>
              <a:rPr lang="en-US" altLang="zh-CN" sz="2400" b="1" dirty="0">
                <a:solidFill>
                  <a:srgbClr val="C00000"/>
                </a:solidFill>
                <a:effectLst>
                  <a:outerShdw blurRad="38100" dist="38100" dir="2700000" algn="tl">
                    <a:srgbClr val="C0C0C0"/>
                  </a:outerShdw>
                </a:effectLst>
              </a:rPr>
              <a:t>T3:</a:t>
            </a:r>
            <a:r>
              <a:rPr lang="en-US" altLang="zh-CN" sz="2400" b="1" dirty="0">
                <a:solidFill>
                  <a:srgbClr val="002060"/>
                </a:solidFill>
                <a:effectLst>
                  <a:outerShdw blurRad="38100" dist="38100" dir="2700000" algn="tl">
                    <a:srgbClr val="C0C0C0"/>
                  </a:outerShdw>
                </a:effectLst>
              </a:rPr>
              <a:t>update account set balance=balance+400 where </a:t>
            </a:r>
            <a:r>
              <a:rPr lang="en-US" altLang="zh-CN" sz="2400" b="1" dirty="0" err="1">
                <a:solidFill>
                  <a:srgbClr val="002060"/>
                </a:solidFill>
                <a:effectLst>
                  <a:outerShdw blurRad="38100" dist="38100" dir="2700000" algn="tl">
                    <a:srgbClr val="C0C0C0"/>
                  </a:outerShdw>
                </a:effectLst>
              </a:rPr>
              <a:t>accout_id</a:t>
            </a:r>
            <a:r>
              <a:rPr lang="en-US" altLang="zh-CN" sz="2400" b="1" dirty="0">
                <a:solidFill>
                  <a:srgbClr val="002060"/>
                </a:solidFill>
                <a:effectLst>
                  <a:outerShdw blurRad="38100" dist="38100" dir="2700000" algn="tl">
                    <a:srgbClr val="C0C0C0"/>
                  </a:outerShdw>
                </a:effectLst>
              </a:rPr>
              <a:t>=202201)</a:t>
            </a:r>
            <a:endParaRPr lang="zh-CN" altLang="en-US" sz="2400" b="1" dirty="0">
              <a:solidFill>
                <a:srgbClr val="002060"/>
              </a:solidFill>
              <a:effectLst>
                <a:outerShdw blurRad="38100" dist="38100" dir="2700000" algn="tl">
                  <a:srgbClr val="C0C0C0"/>
                </a:outerShdw>
              </a:effectLst>
            </a:endParaRPr>
          </a:p>
        </p:txBody>
      </p:sp>
      <p:sp>
        <p:nvSpPr>
          <p:cNvPr id="32" name="下箭头 31">
            <a:extLst>
              <a:ext uri="{FF2B5EF4-FFF2-40B4-BE49-F238E27FC236}">
                <a16:creationId xmlns:a16="http://schemas.microsoft.com/office/drawing/2014/main" id="{C53AD3DD-5B94-7241-99C9-E839202140CE}"/>
              </a:ext>
            </a:extLst>
          </p:cNvPr>
          <p:cNvSpPr>
            <a:spLocks noChangeArrowheads="1"/>
          </p:cNvSpPr>
          <p:nvPr/>
        </p:nvSpPr>
        <p:spPr bwMode="auto">
          <a:xfrm>
            <a:off x="7851775" y="2132013"/>
            <a:ext cx="217488" cy="277812"/>
          </a:xfrm>
          <a:prstGeom prst="downArrow">
            <a:avLst>
              <a:gd name="adj1" fmla="val 50000"/>
              <a:gd name="adj2" fmla="val 49888"/>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35" name="下箭头 34">
            <a:extLst>
              <a:ext uri="{FF2B5EF4-FFF2-40B4-BE49-F238E27FC236}">
                <a16:creationId xmlns:a16="http://schemas.microsoft.com/office/drawing/2014/main" id="{62A1B912-00FB-B61C-E66E-59D2E8A64986}"/>
              </a:ext>
            </a:extLst>
          </p:cNvPr>
          <p:cNvSpPr>
            <a:spLocks noChangeArrowheads="1"/>
          </p:cNvSpPr>
          <p:nvPr/>
        </p:nvSpPr>
        <p:spPr bwMode="auto">
          <a:xfrm>
            <a:off x="7845425" y="3298825"/>
            <a:ext cx="217488" cy="277813"/>
          </a:xfrm>
          <a:prstGeom prst="downArrow">
            <a:avLst>
              <a:gd name="adj1" fmla="val 50000"/>
              <a:gd name="adj2" fmla="val 49888"/>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graphicFrame>
        <p:nvGraphicFramePr>
          <p:cNvPr id="37" name="表格 36">
            <a:extLst>
              <a:ext uri="{FF2B5EF4-FFF2-40B4-BE49-F238E27FC236}">
                <a16:creationId xmlns:a16="http://schemas.microsoft.com/office/drawing/2014/main" id="{6A32BAB8-195E-1370-05A3-3A9B6EE2C75A}"/>
              </a:ext>
            </a:extLst>
          </p:cNvPr>
          <p:cNvGraphicFramePr>
            <a:graphicFrameLocks noGrp="1"/>
          </p:cNvGraphicFramePr>
          <p:nvPr/>
        </p:nvGraphicFramePr>
        <p:xfrm>
          <a:off x="1084263" y="4705350"/>
          <a:ext cx="9744075" cy="1927225"/>
        </p:xfrm>
        <a:graphic>
          <a:graphicData uri="http://schemas.openxmlformats.org/drawingml/2006/table">
            <a:tbl>
              <a:tblPr firstRow="1" bandRow="1">
                <a:tableStyleId>{5C22544A-7EE6-4342-B048-85BDC9FD1C3A}</a:tableStyleId>
              </a:tblPr>
              <a:tblGrid>
                <a:gridCol w="1876782">
                  <a:extLst>
                    <a:ext uri="{9D8B030D-6E8A-4147-A177-3AD203B41FA5}">
                      <a16:colId xmlns:a16="http://schemas.microsoft.com/office/drawing/2014/main" val="20000"/>
                    </a:ext>
                  </a:extLst>
                </a:gridCol>
                <a:gridCol w="2003112">
                  <a:extLst>
                    <a:ext uri="{9D8B030D-6E8A-4147-A177-3AD203B41FA5}">
                      <a16:colId xmlns:a16="http://schemas.microsoft.com/office/drawing/2014/main" val="20001"/>
                    </a:ext>
                  </a:extLst>
                </a:gridCol>
                <a:gridCol w="2714360">
                  <a:extLst>
                    <a:ext uri="{9D8B030D-6E8A-4147-A177-3AD203B41FA5}">
                      <a16:colId xmlns:a16="http://schemas.microsoft.com/office/drawing/2014/main" val="20002"/>
                    </a:ext>
                  </a:extLst>
                </a:gridCol>
                <a:gridCol w="3149821">
                  <a:extLst>
                    <a:ext uri="{9D8B030D-6E8A-4147-A177-3AD203B41FA5}">
                      <a16:colId xmlns:a16="http://schemas.microsoft.com/office/drawing/2014/main" val="20003"/>
                    </a:ext>
                  </a:extLst>
                </a:gridCol>
              </a:tblGrid>
              <a:tr h="371520">
                <a:tc>
                  <a:txBody>
                    <a:bodyPr/>
                    <a:lstStyle/>
                    <a:p>
                      <a:pPr algn="ctr"/>
                      <a:r>
                        <a:rPr lang="en-US" altLang="zh-CN" sz="1800" dirty="0"/>
                        <a:t>T2</a:t>
                      </a:r>
                      <a:endParaRPr lang="zh-CN" altLang="en-US" sz="1800" dirty="0"/>
                    </a:p>
                  </a:txBody>
                  <a:tcPr marL="91438" marR="91438" marT="45717" marB="45717"/>
                </a:tc>
                <a:tc>
                  <a:txBody>
                    <a:bodyPr/>
                    <a:lstStyle/>
                    <a:p>
                      <a:pPr algn="ctr"/>
                      <a:r>
                        <a:rPr lang="zh-CN" altLang="en-US" sz="1800" dirty="0"/>
                        <a:t>事务状态</a:t>
                      </a:r>
                    </a:p>
                  </a:txBody>
                  <a:tcPr marL="91438" marR="91438" marT="45717" marB="4571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solidFill>
                            <a:schemeClr val="bg1"/>
                          </a:solidFill>
                        </a:rPr>
                        <a:t>Read committed</a:t>
                      </a:r>
                      <a:r>
                        <a:rPr lang="zh-CN" altLang="en-US" sz="1800" dirty="0">
                          <a:solidFill>
                            <a:schemeClr val="bg1"/>
                          </a:solidFill>
                        </a:rPr>
                        <a:t>（</a:t>
                      </a:r>
                      <a:r>
                        <a:rPr lang="en-US" altLang="zh-CN" sz="1800" dirty="0">
                          <a:solidFill>
                            <a:schemeClr val="bg1"/>
                          </a:solidFill>
                        </a:rPr>
                        <a:t>T2</a:t>
                      </a:r>
                      <a:r>
                        <a:rPr lang="zh-CN" altLang="en-US" sz="1800" dirty="0">
                          <a:solidFill>
                            <a:schemeClr val="bg1"/>
                          </a:solidFill>
                        </a:rPr>
                        <a:t>）</a:t>
                      </a:r>
                    </a:p>
                  </a:txBody>
                  <a:tcPr marL="91438" marR="91438" marT="45717" marB="4571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solidFill>
                            <a:schemeClr val="bg1"/>
                          </a:solidFill>
                        </a:rPr>
                        <a:t>Repeatable read</a:t>
                      </a:r>
                      <a:r>
                        <a:rPr lang="zh-CN" altLang="en-US" sz="1800" dirty="0">
                          <a:solidFill>
                            <a:schemeClr val="bg1"/>
                          </a:solidFill>
                        </a:rPr>
                        <a:t>（</a:t>
                      </a:r>
                      <a:r>
                        <a:rPr lang="en-US" altLang="zh-CN" sz="1800" dirty="0">
                          <a:solidFill>
                            <a:schemeClr val="bg1"/>
                          </a:solidFill>
                        </a:rPr>
                        <a:t>T2</a:t>
                      </a:r>
                      <a:r>
                        <a:rPr lang="zh-CN" altLang="en-US" sz="1800" dirty="0">
                          <a:solidFill>
                            <a:schemeClr val="bg1"/>
                          </a:solidFill>
                        </a:rPr>
                        <a:t>）</a:t>
                      </a:r>
                    </a:p>
                  </a:txBody>
                  <a:tcPr marL="91438" marR="91438" marT="45717" marB="45717"/>
                </a:tc>
                <a:extLst>
                  <a:ext uri="{0D108BD9-81ED-4DB2-BD59-A6C34878D82A}">
                    <a16:rowId xmlns:a16="http://schemas.microsoft.com/office/drawing/2014/main" val="10000"/>
                  </a:ext>
                </a:extLst>
              </a:tr>
              <a:tr h="42566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chemeClr val="tx1"/>
                          </a:solidFill>
                          <a:effectLst>
                            <a:outerShdw blurRad="38100" dist="38100" dir="2700000" algn="tl">
                              <a:srgbClr val="C0C0C0"/>
                            </a:outerShdw>
                          </a:effectLst>
                          <a:latin typeface="Arial" pitchFamily="34" charset="0"/>
                        </a:rPr>
                        <a:t>T2</a:t>
                      </a:r>
                      <a:r>
                        <a:rPr lang="zh-CN" altLang="en-US" sz="1800" b="1" dirty="0">
                          <a:solidFill>
                            <a:schemeClr val="tx1"/>
                          </a:solidFill>
                          <a:effectLst>
                            <a:outerShdw blurRad="38100" dist="38100" dir="2700000" algn="tl">
                              <a:srgbClr val="C0C0C0"/>
                            </a:outerShdw>
                          </a:effectLst>
                          <a:latin typeface="Arial" pitchFamily="34" charset="0"/>
                        </a:rPr>
                        <a:t>读</a:t>
                      </a:r>
                      <a:endParaRPr lang="zh-CN" altLang="en-US" sz="1800" dirty="0">
                        <a:solidFill>
                          <a:schemeClr val="tx1"/>
                        </a:solidFill>
                      </a:endParaRPr>
                    </a:p>
                  </a:txBody>
                  <a:tcPr marL="91438" marR="91438" marT="45717" marB="45717"/>
                </a:tc>
                <a:tc>
                  <a:txBody>
                    <a:bodyPr/>
                    <a:lstStyle/>
                    <a:p>
                      <a:r>
                        <a:rPr lang="en-US" altLang="zh-CN" sz="1800" b="1" dirty="0">
                          <a:solidFill>
                            <a:srgbClr val="C00000"/>
                          </a:solidFill>
                        </a:rPr>
                        <a:t>T1 </a:t>
                      </a:r>
                      <a:r>
                        <a:rPr lang="zh-CN" altLang="en-US" sz="1800" b="1" dirty="0">
                          <a:solidFill>
                            <a:schemeClr val="tx1"/>
                          </a:solidFill>
                        </a:rPr>
                        <a:t>未提交</a:t>
                      </a:r>
                    </a:p>
                  </a:txBody>
                  <a:tcPr marL="91438" marR="91438" marT="45717" marB="45717"/>
                </a:tc>
                <a:tc>
                  <a:txBody>
                    <a:bodyPr/>
                    <a:lstStyle/>
                    <a:p>
                      <a:pPr marL="0" algn="ctr" defTabSz="914400" rtl="0" eaLnBrk="1" latinLnBrk="0" hangingPunct="1"/>
                      <a:r>
                        <a:rPr lang="zh-CN" altLang="en-US" sz="1800" b="1" kern="1200" dirty="0">
                          <a:solidFill>
                            <a:schemeClr val="tx1"/>
                          </a:solidFill>
                          <a:effectLst>
                            <a:outerShdw blurRad="38100" dist="38100" dir="2700000" algn="tl">
                              <a:srgbClr val="C0C0C0"/>
                            </a:outerShdw>
                          </a:effectLst>
                          <a:latin typeface="Arial" pitchFamily="34" charset="0"/>
                          <a:ea typeface="+mn-ea"/>
                          <a:cs typeface="+mn-cs"/>
                        </a:rPr>
                        <a:t>快照 </a:t>
                      </a:r>
                      <a:r>
                        <a:rPr lang="en-US" altLang="zh-CN" sz="1800" b="1" kern="1200" dirty="0">
                          <a:solidFill>
                            <a:schemeClr val="tx1"/>
                          </a:solidFill>
                          <a:effectLst>
                            <a:outerShdw blurRad="38100" dist="38100" dir="2700000" algn="tl">
                              <a:srgbClr val="C0C0C0"/>
                            </a:outerShdw>
                          </a:effectLst>
                          <a:latin typeface="Arial" pitchFamily="34" charset="0"/>
                          <a:ea typeface="+mn-ea"/>
                          <a:cs typeface="+mn-cs"/>
                        </a:rPr>
                        <a:t>5</a:t>
                      </a:r>
                      <a:endParaRPr lang="zh-CN" altLang="en-US" sz="1800" b="1" kern="1200" dirty="0">
                        <a:solidFill>
                          <a:schemeClr val="tx1"/>
                        </a:solidFill>
                        <a:effectLst>
                          <a:outerShdw blurRad="38100" dist="38100" dir="2700000" algn="tl">
                            <a:srgbClr val="C0C0C0"/>
                          </a:outerShdw>
                        </a:effectLst>
                        <a:latin typeface="Arial" pitchFamily="34" charset="0"/>
                        <a:ea typeface="+mn-ea"/>
                        <a:cs typeface="+mn-cs"/>
                      </a:endParaRPr>
                    </a:p>
                  </a:txBody>
                  <a:tcPr marL="91438" marR="91438" marT="45717" marB="45717"/>
                </a:tc>
                <a:tc>
                  <a:txBody>
                    <a:bodyPr/>
                    <a:lstStyle/>
                    <a:p>
                      <a:pPr marL="0" algn="ctr" defTabSz="914400" rtl="0" eaLnBrk="1" latinLnBrk="0" hangingPunct="1"/>
                      <a:r>
                        <a:rPr lang="zh-CN" altLang="en-US" sz="1800" b="1" kern="1200" dirty="0">
                          <a:solidFill>
                            <a:schemeClr val="tx1"/>
                          </a:solidFill>
                          <a:effectLst>
                            <a:outerShdw blurRad="38100" dist="38100" dir="2700000" algn="tl">
                              <a:srgbClr val="C0C0C0"/>
                            </a:outerShdw>
                          </a:effectLst>
                          <a:latin typeface="Arial" pitchFamily="34" charset="0"/>
                          <a:ea typeface="+mn-ea"/>
                          <a:cs typeface="+mn-cs"/>
                        </a:rPr>
                        <a:t>快照 </a:t>
                      </a:r>
                      <a:r>
                        <a:rPr lang="en-US" altLang="zh-CN" sz="1800" b="1" kern="1200" dirty="0">
                          <a:solidFill>
                            <a:schemeClr val="tx1"/>
                          </a:solidFill>
                          <a:effectLst>
                            <a:outerShdw blurRad="38100" dist="38100" dir="2700000" algn="tl">
                              <a:srgbClr val="C0C0C0"/>
                            </a:outerShdw>
                          </a:effectLst>
                          <a:latin typeface="Arial" pitchFamily="34" charset="0"/>
                          <a:ea typeface="+mn-ea"/>
                          <a:cs typeface="+mn-cs"/>
                        </a:rPr>
                        <a:t>5</a:t>
                      </a:r>
                      <a:endParaRPr lang="zh-CN" altLang="en-US" sz="1800" b="1" kern="1200" dirty="0">
                        <a:solidFill>
                          <a:schemeClr val="tx1"/>
                        </a:solidFill>
                        <a:effectLst>
                          <a:outerShdw blurRad="38100" dist="38100" dir="2700000" algn="tl">
                            <a:srgbClr val="C0C0C0"/>
                          </a:outerShdw>
                        </a:effectLst>
                        <a:latin typeface="Arial" pitchFamily="34" charset="0"/>
                        <a:ea typeface="+mn-ea"/>
                        <a:cs typeface="+mn-cs"/>
                      </a:endParaRPr>
                    </a:p>
                  </a:txBody>
                  <a:tcPr marL="91438" marR="91438" marT="45717" marB="45717"/>
                </a:tc>
                <a:extLst>
                  <a:ext uri="{0D108BD9-81ED-4DB2-BD59-A6C34878D82A}">
                    <a16:rowId xmlns:a16="http://schemas.microsoft.com/office/drawing/2014/main" val="10001"/>
                  </a:ext>
                </a:extLst>
              </a:tr>
              <a:tr h="3766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chemeClr val="tx1"/>
                          </a:solidFill>
                          <a:effectLst>
                            <a:outerShdw blurRad="38100" dist="38100" dir="2700000" algn="tl">
                              <a:srgbClr val="C0C0C0"/>
                            </a:outerShdw>
                          </a:effectLst>
                          <a:latin typeface="Arial" pitchFamily="34" charset="0"/>
                        </a:rPr>
                        <a:t>T2</a:t>
                      </a:r>
                      <a:r>
                        <a:rPr lang="zh-CN" altLang="en-US" sz="1800" b="1" dirty="0">
                          <a:solidFill>
                            <a:schemeClr val="tx1"/>
                          </a:solidFill>
                          <a:effectLst>
                            <a:outerShdw blurRad="38100" dist="38100" dir="2700000" algn="tl">
                              <a:srgbClr val="C0C0C0"/>
                            </a:outerShdw>
                          </a:effectLst>
                          <a:latin typeface="Arial" pitchFamily="34" charset="0"/>
                        </a:rPr>
                        <a:t>读</a:t>
                      </a:r>
                      <a:endParaRPr lang="zh-CN" altLang="en-US" sz="1800" dirty="0">
                        <a:solidFill>
                          <a:schemeClr val="tx1"/>
                        </a:solidFill>
                      </a:endParaRPr>
                    </a:p>
                  </a:txBody>
                  <a:tcPr marL="91438" marR="91438" marT="45717" marB="45717"/>
                </a:tc>
                <a:tc>
                  <a:txBody>
                    <a:bodyPr/>
                    <a:lstStyle/>
                    <a:p>
                      <a:r>
                        <a:rPr lang="en-US" altLang="zh-CN" sz="1800" b="1" dirty="0">
                          <a:solidFill>
                            <a:srgbClr val="C00000"/>
                          </a:solidFill>
                        </a:rPr>
                        <a:t>T1 </a:t>
                      </a:r>
                      <a:r>
                        <a:rPr lang="zh-CN" altLang="en-US" sz="1800" b="1" dirty="0">
                          <a:solidFill>
                            <a:schemeClr val="tx1"/>
                          </a:solidFill>
                        </a:rPr>
                        <a:t>已提交</a:t>
                      </a:r>
                    </a:p>
                  </a:txBody>
                  <a:tcPr marL="91438" marR="91438" marT="45717" marB="45717"/>
                </a:tc>
                <a:tc>
                  <a:txBody>
                    <a:bodyPr/>
                    <a:lstStyle/>
                    <a:p>
                      <a:pPr marL="0" algn="ctr" defTabSz="914400" rtl="0" eaLnBrk="1" latinLnBrk="0" hangingPunct="1"/>
                      <a:r>
                        <a:rPr lang="zh-CN" altLang="en-US" sz="1800" b="1" kern="1200" dirty="0">
                          <a:solidFill>
                            <a:schemeClr val="tx1"/>
                          </a:solidFill>
                          <a:effectLst>
                            <a:outerShdw blurRad="38100" dist="38100" dir="2700000" algn="tl">
                              <a:srgbClr val="C0C0C0"/>
                            </a:outerShdw>
                          </a:effectLst>
                          <a:latin typeface="Arial" pitchFamily="34" charset="0"/>
                          <a:ea typeface="+mn-ea"/>
                          <a:cs typeface="+mn-cs"/>
                        </a:rPr>
                        <a:t>快照 </a:t>
                      </a:r>
                      <a:r>
                        <a:rPr lang="en-US" altLang="zh-CN" sz="1800" b="1" kern="1200" dirty="0">
                          <a:solidFill>
                            <a:schemeClr val="tx1"/>
                          </a:solidFill>
                          <a:effectLst>
                            <a:outerShdw blurRad="38100" dist="38100" dir="2700000" algn="tl">
                              <a:srgbClr val="C0C0C0"/>
                            </a:outerShdw>
                          </a:effectLst>
                          <a:latin typeface="Arial" pitchFamily="34" charset="0"/>
                          <a:ea typeface="+mn-ea"/>
                          <a:cs typeface="+mn-cs"/>
                        </a:rPr>
                        <a:t>8</a:t>
                      </a:r>
                      <a:endParaRPr lang="zh-CN" altLang="en-US" sz="1800" b="1" kern="1200" dirty="0">
                        <a:solidFill>
                          <a:schemeClr val="tx1"/>
                        </a:solidFill>
                        <a:effectLst>
                          <a:outerShdw blurRad="38100" dist="38100" dir="2700000" algn="tl">
                            <a:srgbClr val="C0C0C0"/>
                          </a:outerShdw>
                        </a:effectLst>
                        <a:latin typeface="Arial" pitchFamily="34" charset="0"/>
                        <a:ea typeface="+mn-ea"/>
                        <a:cs typeface="+mn-cs"/>
                      </a:endParaRPr>
                    </a:p>
                  </a:txBody>
                  <a:tcPr marL="91438" marR="91438" marT="45717" marB="45717"/>
                </a:tc>
                <a:tc>
                  <a:txBody>
                    <a:bodyPr/>
                    <a:lstStyle/>
                    <a:p>
                      <a:pPr marL="0" algn="ctr" defTabSz="914400" rtl="0" eaLnBrk="1" latinLnBrk="0" hangingPunct="1"/>
                      <a:r>
                        <a:rPr lang="zh-CN" altLang="en-US" sz="1800" b="1" kern="1200" dirty="0">
                          <a:solidFill>
                            <a:schemeClr val="tx1"/>
                          </a:solidFill>
                          <a:effectLst>
                            <a:outerShdw blurRad="38100" dist="38100" dir="2700000" algn="tl">
                              <a:srgbClr val="C0C0C0"/>
                            </a:outerShdw>
                          </a:effectLst>
                          <a:latin typeface="Arial" pitchFamily="34" charset="0"/>
                          <a:ea typeface="+mn-ea"/>
                          <a:cs typeface="+mn-cs"/>
                        </a:rPr>
                        <a:t>快照 </a:t>
                      </a:r>
                      <a:r>
                        <a:rPr lang="en-US" altLang="zh-CN" sz="1800" b="1" kern="1200" dirty="0">
                          <a:solidFill>
                            <a:schemeClr val="tx1"/>
                          </a:solidFill>
                          <a:effectLst>
                            <a:outerShdw blurRad="38100" dist="38100" dir="2700000" algn="tl">
                              <a:srgbClr val="C0C0C0"/>
                            </a:outerShdw>
                          </a:effectLst>
                          <a:latin typeface="Arial" pitchFamily="34" charset="0"/>
                          <a:ea typeface="+mn-ea"/>
                          <a:cs typeface="+mn-cs"/>
                        </a:rPr>
                        <a:t>5</a:t>
                      </a:r>
                      <a:endParaRPr lang="zh-CN" altLang="en-US" sz="1800" b="1" kern="1200" dirty="0">
                        <a:solidFill>
                          <a:schemeClr val="tx1"/>
                        </a:solidFill>
                        <a:effectLst>
                          <a:outerShdw blurRad="38100" dist="38100" dir="2700000" algn="tl">
                            <a:srgbClr val="C0C0C0"/>
                          </a:outerShdw>
                        </a:effectLst>
                        <a:latin typeface="Arial" pitchFamily="34" charset="0"/>
                        <a:ea typeface="+mn-ea"/>
                        <a:cs typeface="+mn-cs"/>
                      </a:endParaRPr>
                    </a:p>
                  </a:txBody>
                  <a:tcPr marL="91438" marR="91438" marT="45717" marB="45717"/>
                </a:tc>
                <a:extLst>
                  <a:ext uri="{0D108BD9-81ED-4DB2-BD59-A6C34878D82A}">
                    <a16:rowId xmlns:a16="http://schemas.microsoft.com/office/drawing/2014/main" val="10002"/>
                  </a:ext>
                </a:extLst>
              </a:tr>
              <a:tr h="3766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chemeClr val="tx1"/>
                          </a:solidFill>
                          <a:effectLst>
                            <a:outerShdw blurRad="38100" dist="38100" dir="2700000" algn="tl">
                              <a:srgbClr val="C0C0C0"/>
                            </a:outerShdw>
                          </a:effectLst>
                          <a:latin typeface="Arial" pitchFamily="34" charset="0"/>
                        </a:rPr>
                        <a:t>T2</a:t>
                      </a:r>
                      <a:r>
                        <a:rPr lang="zh-CN" altLang="en-US" sz="1800" b="1" dirty="0">
                          <a:solidFill>
                            <a:schemeClr val="tx1"/>
                          </a:solidFill>
                          <a:effectLst>
                            <a:outerShdw blurRad="38100" dist="38100" dir="2700000" algn="tl">
                              <a:srgbClr val="C0C0C0"/>
                            </a:outerShdw>
                          </a:effectLst>
                          <a:latin typeface="Arial" pitchFamily="34" charset="0"/>
                        </a:rPr>
                        <a:t>读</a:t>
                      </a:r>
                      <a:endParaRPr lang="zh-CN" altLang="en-US" sz="1800" dirty="0">
                        <a:solidFill>
                          <a:schemeClr val="tx1"/>
                        </a:solidFill>
                      </a:endParaRPr>
                    </a:p>
                  </a:txBody>
                  <a:tcPr marL="91438" marR="91438" marT="45717" marB="45717"/>
                </a:tc>
                <a:tc>
                  <a:txBody>
                    <a:bodyPr/>
                    <a:lstStyle/>
                    <a:p>
                      <a:r>
                        <a:rPr lang="en-US" altLang="zh-CN" sz="1800" b="1" dirty="0">
                          <a:solidFill>
                            <a:srgbClr val="C00000"/>
                          </a:solidFill>
                        </a:rPr>
                        <a:t>T3 </a:t>
                      </a:r>
                      <a:r>
                        <a:rPr lang="zh-CN" altLang="en-US" sz="1800" b="1" dirty="0">
                          <a:solidFill>
                            <a:schemeClr val="tx1"/>
                          </a:solidFill>
                        </a:rPr>
                        <a:t>未提交</a:t>
                      </a:r>
                    </a:p>
                  </a:txBody>
                  <a:tcPr marL="91438" marR="91438" marT="45717" marB="45717"/>
                </a:tc>
                <a:tc>
                  <a:txBody>
                    <a:bodyPr/>
                    <a:lstStyle/>
                    <a:p>
                      <a:pPr marL="0" algn="ctr" defTabSz="914400" rtl="0" eaLnBrk="1" latinLnBrk="0" hangingPunct="1"/>
                      <a:r>
                        <a:rPr lang="zh-CN" altLang="en-US" sz="1800" b="1" kern="1200" dirty="0">
                          <a:solidFill>
                            <a:schemeClr val="tx1"/>
                          </a:solidFill>
                          <a:effectLst>
                            <a:outerShdw blurRad="38100" dist="38100" dir="2700000" algn="tl">
                              <a:srgbClr val="C0C0C0"/>
                            </a:outerShdw>
                          </a:effectLst>
                          <a:latin typeface="Arial" pitchFamily="34" charset="0"/>
                          <a:ea typeface="+mn-ea"/>
                          <a:cs typeface="+mn-cs"/>
                        </a:rPr>
                        <a:t>快照 </a:t>
                      </a:r>
                      <a:r>
                        <a:rPr lang="en-US" altLang="zh-CN" sz="1800" b="1" kern="1200" dirty="0">
                          <a:solidFill>
                            <a:schemeClr val="tx1"/>
                          </a:solidFill>
                          <a:effectLst>
                            <a:outerShdw blurRad="38100" dist="38100" dir="2700000" algn="tl">
                              <a:srgbClr val="C0C0C0"/>
                            </a:outerShdw>
                          </a:effectLst>
                          <a:latin typeface="Arial" pitchFamily="34" charset="0"/>
                          <a:ea typeface="+mn-ea"/>
                          <a:cs typeface="+mn-cs"/>
                        </a:rPr>
                        <a:t>8</a:t>
                      </a:r>
                      <a:endParaRPr lang="zh-CN" altLang="en-US" sz="1800" b="1" kern="1200" dirty="0">
                        <a:solidFill>
                          <a:schemeClr val="tx1"/>
                        </a:solidFill>
                        <a:effectLst>
                          <a:outerShdw blurRad="38100" dist="38100" dir="2700000" algn="tl">
                            <a:srgbClr val="C0C0C0"/>
                          </a:outerShdw>
                        </a:effectLst>
                        <a:latin typeface="Arial" pitchFamily="34" charset="0"/>
                        <a:ea typeface="+mn-ea"/>
                        <a:cs typeface="+mn-cs"/>
                      </a:endParaRPr>
                    </a:p>
                  </a:txBody>
                  <a:tcPr marL="91438" marR="91438" marT="45717" marB="45717"/>
                </a:tc>
                <a:tc>
                  <a:txBody>
                    <a:bodyPr/>
                    <a:lstStyle/>
                    <a:p>
                      <a:pPr marL="0" algn="ctr" defTabSz="914400" rtl="0" eaLnBrk="1" latinLnBrk="0" hangingPunct="1"/>
                      <a:r>
                        <a:rPr lang="zh-CN" altLang="en-US" sz="1800" b="1" kern="1200" dirty="0">
                          <a:solidFill>
                            <a:schemeClr val="tx1"/>
                          </a:solidFill>
                          <a:effectLst>
                            <a:outerShdw blurRad="38100" dist="38100" dir="2700000" algn="tl">
                              <a:srgbClr val="C0C0C0"/>
                            </a:outerShdw>
                          </a:effectLst>
                          <a:latin typeface="Arial" pitchFamily="34" charset="0"/>
                          <a:ea typeface="+mn-ea"/>
                          <a:cs typeface="+mn-cs"/>
                        </a:rPr>
                        <a:t>快照 </a:t>
                      </a:r>
                      <a:r>
                        <a:rPr lang="en-US" altLang="zh-CN" sz="1800" b="1" kern="1200" dirty="0">
                          <a:solidFill>
                            <a:schemeClr val="tx1"/>
                          </a:solidFill>
                          <a:effectLst>
                            <a:outerShdw blurRad="38100" dist="38100" dir="2700000" algn="tl">
                              <a:srgbClr val="C0C0C0"/>
                            </a:outerShdw>
                          </a:effectLst>
                          <a:latin typeface="Arial" pitchFamily="34" charset="0"/>
                          <a:ea typeface="+mn-ea"/>
                          <a:cs typeface="+mn-cs"/>
                        </a:rPr>
                        <a:t>5</a:t>
                      </a:r>
                      <a:endParaRPr lang="zh-CN" altLang="en-US" sz="1800" b="1" kern="1200" dirty="0">
                        <a:solidFill>
                          <a:schemeClr val="tx1"/>
                        </a:solidFill>
                        <a:effectLst>
                          <a:outerShdw blurRad="38100" dist="38100" dir="2700000" algn="tl">
                            <a:srgbClr val="C0C0C0"/>
                          </a:outerShdw>
                        </a:effectLst>
                        <a:latin typeface="Arial" pitchFamily="34" charset="0"/>
                        <a:ea typeface="+mn-ea"/>
                        <a:cs typeface="+mn-cs"/>
                      </a:endParaRPr>
                    </a:p>
                  </a:txBody>
                  <a:tcPr marL="91438" marR="91438" marT="45717" marB="45717"/>
                </a:tc>
                <a:extLst>
                  <a:ext uri="{0D108BD9-81ED-4DB2-BD59-A6C34878D82A}">
                    <a16:rowId xmlns:a16="http://schemas.microsoft.com/office/drawing/2014/main" val="10003"/>
                  </a:ext>
                </a:extLst>
              </a:tr>
              <a:tr h="3766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chemeClr val="tx1"/>
                          </a:solidFill>
                          <a:effectLst>
                            <a:outerShdw blurRad="38100" dist="38100" dir="2700000" algn="tl">
                              <a:srgbClr val="C0C0C0"/>
                            </a:outerShdw>
                          </a:effectLst>
                          <a:latin typeface="Arial" pitchFamily="34" charset="0"/>
                        </a:rPr>
                        <a:t>T2</a:t>
                      </a:r>
                      <a:r>
                        <a:rPr lang="zh-CN" altLang="en-US" sz="1800" b="1" dirty="0">
                          <a:solidFill>
                            <a:schemeClr val="tx1"/>
                          </a:solidFill>
                          <a:effectLst>
                            <a:outerShdw blurRad="38100" dist="38100" dir="2700000" algn="tl">
                              <a:srgbClr val="C0C0C0"/>
                            </a:outerShdw>
                          </a:effectLst>
                          <a:latin typeface="Arial" pitchFamily="34" charset="0"/>
                        </a:rPr>
                        <a:t>读</a:t>
                      </a:r>
                      <a:endParaRPr lang="zh-CN" altLang="en-US" sz="1800" dirty="0">
                        <a:solidFill>
                          <a:schemeClr val="tx1"/>
                        </a:solidFill>
                      </a:endParaRPr>
                    </a:p>
                  </a:txBody>
                  <a:tcPr marL="91438" marR="91438" marT="45717" marB="45717"/>
                </a:tc>
                <a:tc>
                  <a:txBody>
                    <a:bodyPr/>
                    <a:lstStyle/>
                    <a:p>
                      <a:r>
                        <a:rPr lang="en-US" altLang="zh-CN" sz="1800" b="1" dirty="0">
                          <a:solidFill>
                            <a:srgbClr val="C00000"/>
                          </a:solidFill>
                        </a:rPr>
                        <a:t>T3</a:t>
                      </a:r>
                      <a:r>
                        <a:rPr lang="zh-CN" altLang="en-US" sz="1800" b="1" baseline="0" dirty="0">
                          <a:solidFill>
                            <a:schemeClr val="tx1"/>
                          </a:solidFill>
                        </a:rPr>
                        <a:t> 已</a:t>
                      </a:r>
                      <a:r>
                        <a:rPr lang="zh-CN" altLang="en-US" sz="1800" b="1" dirty="0">
                          <a:solidFill>
                            <a:schemeClr val="tx1"/>
                          </a:solidFill>
                        </a:rPr>
                        <a:t>提交</a:t>
                      </a:r>
                    </a:p>
                  </a:txBody>
                  <a:tcPr marL="91438" marR="91438" marT="45717" marB="45717"/>
                </a:tc>
                <a:tc>
                  <a:txBody>
                    <a:bodyPr/>
                    <a:lstStyle/>
                    <a:p>
                      <a:pPr marL="0" algn="ctr" defTabSz="914400" rtl="0" eaLnBrk="1" latinLnBrk="0" hangingPunct="1"/>
                      <a:r>
                        <a:rPr lang="zh-CN" altLang="en-US" sz="1800" b="1" kern="1200" dirty="0">
                          <a:solidFill>
                            <a:schemeClr val="tx1"/>
                          </a:solidFill>
                          <a:effectLst>
                            <a:outerShdw blurRad="38100" dist="38100" dir="2700000" algn="tl">
                              <a:srgbClr val="C0C0C0"/>
                            </a:outerShdw>
                          </a:effectLst>
                          <a:latin typeface="Arial" pitchFamily="34" charset="0"/>
                          <a:ea typeface="+mn-ea"/>
                          <a:cs typeface="+mn-cs"/>
                        </a:rPr>
                        <a:t>快照 </a:t>
                      </a:r>
                      <a:r>
                        <a:rPr lang="en-US" altLang="zh-CN" sz="1800" b="1" kern="1200" dirty="0">
                          <a:solidFill>
                            <a:schemeClr val="tx1"/>
                          </a:solidFill>
                          <a:effectLst>
                            <a:outerShdw blurRad="38100" dist="38100" dir="2700000" algn="tl">
                              <a:srgbClr val="C0C0C0"/>
                            </a:outerShdw>
                          </a:effectLst>
                          <a:latin typeface="Arial" pitchFamily="34" charset="0"/>
                          <a:ea typeface="+mn-ea"/>
                          <a:cs typeface="+mn-cs"/>
                        </a:rPr>
                        <a:t>10</a:t>
                      </a:r>
                      <a:endParaRPr lang="zh-CN" altLang="en-US" sz="1800" b="1" kern="1200" dirty="0">
                        <a:solidFill>
                          <a:schemeClr val="tx1"/>
                        </a:solidFill>
                        <a:effectLst>
                          <a:outerShdw blurRad="38100" dist="38100" dir="2700000" algn="tl">
                            <a:srgbClr val="C0C0C0"/>
                          </a:outerShdw>
                        </a:effectLst>
                        <a:latin typeface="Arial" pitchFamily="34" charset="0"/>
                        <a:ea typeface="+mn-ea"/>
                        <a:cs typeface="+mn-cs"/>
                      </a:endParaRPr>
                    </a:p>
                  </a:txBody>
                  <a:tcPr marL="91438" marR="91438" marT="45717" marB="45717"/>
                </a:tc>
                <a:tc>
                  <a:txBody>
                    <a:bodyPr/>
                    <a:lstStyle/>
                    <a:p>
                      <a:pPr marL="0" algn="ctr" defTabSz="914400" rtl="0" eaLnBrk="1" latinLnBrk="0" hangingPunct="1"/>
                      <a:r>
                        <a:rPr lang="zh-CN" altLang="en-US" sz="1800" b="1" kern="1200" dirty="0">
                          <a:solidFill>
                            <a:schemeClr val="tx1"/>
                          </a:solidFill>
                          <a:effectLst>
                            <a:outerShdw blurRad="38100" dist="38100" dir="2700000" algn="tl">
                              <a:srgbClr val="C0C0C0"/>
                            </a:outerShdw>
                          </a:effectLst>
                          <a:latin typeface="Arial" pitchFamily="34" charset="0"/>
                          <a:ea typeface="+mn-ea"/>
                          <a:cs typeface="+mn-cs"/>
                        </a:rPr>
                        <a:t>快照 </a:t>
                      </a:r>
                      <a:r>
                        <a:rPr lang="en-US" altLang="zh-CN" sz="1800" b="1" kern="1200" dirty="0">
                          <a:solidFill>
                            <a:schemeClr val="tx1"/>
                          </a:solidFill>
                          <a:effectLst>
                            <a:outerShdw blurRad="38100" dist="38100" dir="2700000" algn="tl">
                              <a:srgbClr val="C0C0C0"/>
                            </a:outerShdw>
                          </a:effectLst>
                          <a:latin typeface="Arial" pitchFamily="34" charset="0"/>
                          <a:ea typeface="+mn-ea"/>
                          <a:cs typeface="+mn-cs"/>
                        </a:rPr>
                        <a:t>5</a:t>
                      </a:r>
                      <a:endParaRPr lang="zh-CN" altLang="en-US" sz="1800" b="1" kern="1200" dirty="0">
                        <a:solidFill>
                          <a:schemeClr val="tx1"/>
                        </a:solidFill>
                        <a:effectLst>
                          <a:outerShdw blurRad="38100" dist="38100" dir="2700000" algn="tl">
                            <a:srgbClr val="C0C0C0"/>
                          </a:outerShdw>
                        </a:effectLst>
                        <a:latin typeface="Arial" pitchFamily="34" charset="0"/>
                        <a:ea typeface="+mn-ea"/>
                        <a:cs typeface="+mn-cs"/>
                      </a:endParaRPr>
                    </a:p>
                  </a:txBody>
                  <a:tcPr marL="91438" marR="91438" marT="45717" marB="45717"/>
                </a:tc>
                <a:extLst>
                  <a:ext uri="{0D108BD9-81ED-4DB2-BD59-A6C34878D82A}">
                    <a16:rowId xmlns:a16="http://schemas.microsoft.com/office/drawing/2014/main" val="10004"/>
                  </a:ext>
                </a:extLst>
              </a:tr>
            </a:tbl>
          </a:graphicData>
        </a:graphic>
      </p:graphicFrame>
      <p:pic>
        <p:nvPicPr>
          <p:cNvPr id="2" name="图片 1">
            <a:extLst>
              <a:ext uri="{FF2B5EF4-FFF2-40B4-BE49-F238E27FC236}">
                <a16:creationId xmlns:a16="http://schemas.microsoft.com/office/drawing/2014/main" id="{9832EE06-3769-1B18-AE71-6B21616308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38225" y="4706938"/>
            <a:ext cx="9942513" cy="118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500"/>
                                        <p:tgtEl>
                                          <p:spTgt spid="3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par>
                                <p:cTn id="28" presetID="10" presetClass="exit" presetSubtype="0" fill="hold" nodeType="withEffect">
                                  <p:stCondLst>
                                    <p:cond delay="0"/>
                                  </p:stCondLst>
                                  <p:childTnLst>
                                    <p:animEffect transition="out" filter="fade">
                                      <p:cBhvr>
                                        <p:cTn id="29" dur="500"/>
                                        <p:tgtEl>
                                          <p:spTgt spid="2"/>
                                        </p:tgtEl>
                                      </p:cBhvr>
                                    </p:animEffect>
                                    <p:set>
                                      <p:cBhvr>
                                        <p:cTn id="30" dur="1" fill="hold">
                                          <p:stCondLst>
                                            <p:cond delay="499"/>
                                          </p:stCondLst>
                                        </p:cTn>
                                        <p:tgtEl>
                                          <p:spTgt spid="2"/>
                                        </p:tgtEl>
                                        <p:attrNameLst>
                                          <p:attrName>style.visibility</p:attrName>
                                        </p:attrNameLst>
                                      </p:cBhvr>
                                      <p:to>
                                        <p:strVal val="hidden"/>
                                      </p:to>
                                    </p:set>
                                  </p:childTnLst>
                                </p:cTn>
                              </p:par>
                              <p:par>
                                <p:cTn id="31" presetID="10" presetClass="entr" presetSubtype="0"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fade">
                                      <p:cBhvr>
                                        <p:cTn id="3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1" grpId="0"/>
      <p:bldP spid="32" grpId="0" animBg="1"/>
      <p:bldP spid="3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033E8DB6-9071-BBFB-748B-B162FA67BE98}"/>
              </a:ext>
            </a:extLst>
          </p:cNvPr>
          <p:cNvSpPr>
            <a:spLocks noChangeArrowheads="1"/>
          </p:cNvSpPr>
          <p:nvPr/>
        </p:nvSpPr>
        <p:spPr bwMode="auto">
          <a:xfrm>
            <a:off x="1490663" y="77788"/>
            <a:ext cx="71596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en-US" altLang="zh-CN" sz="4000" b="1" dirty="0" err="1">
                <a:solidFill>
                  <a:schemeClr val="bg1"/>
                </a:solidFill>
                <a:latin typeface="+mn-ea"/>
                <a:ea typeface="+mn-ea"/>
                <a:sym typeface="Impact" pitchFamily="34" charset="0"/>
              </a:rPr>
              <a:t>InnoDB</a:t>
            </a:r>
            <a:r>
              <a:rPr lang="zh-CN" altLang="en-US" sz="4000" b="1" dirty="0">
                <a:solidFill>
                  <a:schemeClr val="bg1"/>
                </a:solidFill>
                <a:latin typeface="+mn-ea"/>
                <a:ea typeface="+mn-ea"/>
                <a:sym typeface="Impact" pitchFamily="34" charset="0"/>
              </a:rPr>
              <a:t>解决数据不一致性的方法</a:t>
            </a:r>
          </a:p>
        </p:txBody>
      </p:sp>
      <p:sp>
        <p:nvSpPr>
          <p:cNvPr id="46" name="Rectangle 4">
            <a:extLst>
              <a:ext uri="{FF2B5EF4-FFF2-40B4-BE49-F238E27FC236}">
                <a16:creationId xmlns:a16="http://schemas.microsoft.com/office/drawing/2014/main" id="{E98BA2BC-0C31-1F40-FF2C-93BCB30F4D37}"/>
              </a:ext>
            </a:extLst>
          </p:cNvPr>
          <p:cNvSpPr>
            <a:spLocks noChangeArrowheads="1"/>
          </p:cNvSpPr>
          <p:nvPr/>
        </p:nvSpPr>
        <p:spPr bwMode="auto">
          <a:xfrm>
            <a:off x="595313" y="1195388"/>
            <a:ext cx="11350625"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ts val="4200"/>
              </a:lnSpc>
              <a:spcBef>
                <a:spcPts val="0"/>
              </a:spcBef>
              <a:defRPr/>
            </a:pPr>
            <a:r>
              <a:rPr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1</a:t>
            </a:r>
            <a:r>
              <a:rPr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）一致性读：</a:t>
            </a:r>
            <a:r>
              <a:rPr lang="zh-CN" altLang="en-US" sz="2800" b="1" dirty="0">
                <a:solidFill>
                  <a:schemeClr val="tx2"/>
                </a:solidFill>
                <a:effectLst>
                  <a:outerShdw blurRad="38100" dist="38100" dir="2700000" algn="tl">
                    <a:srgbClr val="C0C0C0"/>
                  </a:outerShdw>
                </a:effectLst>
                <a:latin typeface="楷体_GB2312" pitchFamily="49" charset="-122"/>
                <a:ea typeface="楷体_GB2312" pitchFamily="49" charset="-122"/>
              </a:rPr>
              <a:t>事务利用</a:t>
            </a:r>
            <a:r>
              <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rPr>
              <a:t>MVCC</a:t>
            </a:r>
            <a:r>
              <a:rPr lang="zh-CN" altLang="en-US" sz="2800" b="1" dirty="0">
                <a:solidFill>
                  <a:schemeClr val="tx2"/>
                </a:solidFill>
                <a:effectLst>
                  <a:outerShdw blurRad="38100" dist="38100" dir="2700000" algn="tl">
                    <a:srgbClr val="C0C0C0"/>
                  </a:outerShdw>
                </a:effectLst>
                <a:latin typeface="楷体_GB2312" pitchFamily="49" charset="-122"/>
                <a:ea typeface="楷体_GB2312" pitchFamily="49" charset="-122"/>
              </a:rPr>
              <a:t>进行读取记录，又称无锁读或快照读。在读取记录时不加锁，不影响其他事务对该记录的修改，执行效率高。</a:t>
            </a:r>
            <a:endParaRPr lang="zh-CN" altLang="en-US" sz="2800" b="1" dirty="0">
              <a:solidFill>
                <a:schemeClr val="tx2"/>
              </a:solidFill>
              <a:effectLst>
                <a:outerShdw blurRad="38100" dist="38100" dir="2700000" algn="tl">
                  <a:srgbClr val="C0C0C0"/>
                </a:outerShdw>
              </a:effectLst>
            </a:endParaRPr>
          </a:p>
        </p:txBody>
      </p:sp>
      <p:sp>
        <p:nvSpPr>
          <p:cNvPr id="47" name="Rectangle 4">
            <a:extLst>
              <a:ext uri="{FF2B5EF4-FFF2-40B4-BE49-F238E27FC236}">
                <a16:creationId xmlns:a16="http://schemas.microsoft.com/office/drawing/2014/main" id="{5A9857B1-5033-CD4D-4E58-43F3EE311089}"/>
              </a:ext>
            </a:extLst>
          </p:cNvPr>
          <p:cNvSpPr>
            <a:spLocks noChangeArrowheads="1"/>
          </p:cNvSpPr>
          <p:nvPr/>
        </p:nvSpPr>
        <p:spPr bwMode="auto">
          <a:xfrm>
            <a:off x="712788" y="2271713"/>
            <a:ext cx="10728325" cy="161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ts val="4200"/>
              </a:lnSpc>
              <a:spcBef>
                <a:spcPts val="0"/>
              </a:spcBef>
              <a:defRPr/>
            </a:pPr>
            <a:r>
              <a:rPr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2</a:t>
            </a:r>
            <a:r>
              <a:rPr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）锁定读：</a:t>
            </a:r>
            <a:r>
              <a:rPr lang="zh-CN" altLang="en-US" sz="2800" b="1" dirty="0">
                <a:solidFill>
                  <a:schemeClr val="tx2"/>
                </a:solidFill>
                <a:effectLst>
                  <a:outerShdw blurRad="38100" dist="38100" dir="2700000" algn="tl">
                    <a:srgbClr val="C0C0C0"/>
                  </a:outerShdw>
                </a:effectLst>
                <a:latin typeface="楷体_GB2312" pitchFamily="49" charset="-122"/>
                <a:ea typeface="楷体_GB2312" pitchFamily="49" charset="-122"/>
              </a:rPr>
              <a:t>在不同的隔离级别下加不同的锁。</a:t>
            </a:r>
            <a:endPar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endParaRPr>
          </a:p>
          <a:p>
            <a:pPr>
              <a:lnSpc>
                <a:spcPts val="4200"/>
              </a:lnSpc>
              <a:spcBef>
                <a:spcPts val="0"/>
              </a:spcBef>
              <a:defRPr/>
            </a:pPr>
            <a:r>
              <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rPr>
              <a:t>        SELECT … LOCK IN SHARE MODE;</a:t>
            </a:r>
          </a:p>
          <a:p>
            <a:pPr>
              <a:lnSpc>
                <a:spcPts val="4200"/>
              </a:lnSpc>
              <a:spcBef>
                <a:spcPts val="0"/>
              </a:spcBef>
              <a:defRPr/>
            </a:pPr>
            <a:r>
              <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rPr>
              <a:t>        SELECT … FOR UPDATE;</a:t>
            </a:r>
            <a:endParaRPr lang="zh-CN" altLang="en-US" sz="2800" b="1" dirty="0">
              <a:solidFill>
                <a:schemeClr val="tx2"/>
              </a:solidFill>
              <a:effectLst>
                <a:outerShdw blurRad="38100" dist="38100" dir="2700000" algn="tl">
                  <a:srgbClr val="C0C0C0"/>
                </a:outerShdw>
              </a:effectLst>
              <a:latin typeface="楷体_GB2312" pitchFamily="49" charset="-122"/>
              <a:ea typeface="楷体_GB2312" pitchFamily="49" charset="-122"/>
            </a:endParaRPr>
          </a:p>
        </p:txBody>
      </p:sp>
      <p:sp>
        <p:nvSpPr>
          <p:cNvPr id="48" name="Rectangle 4">
            <a:extLst>
              <a:ext uri="{FF2B5EF4-FFF2-40B4-BE49-F238E27FC236}">
                <a16:creationId xmlns:a16="http://schemas.microsoft.com/office/drawing/2014/main" id="{53C0FAF7-C151-4E27-749D-1E85DBF2B6E2}"/>
              </a:ext>
            </a:extLst>
          </p:cNvPr>
          <p:cNvSpPr>
            <a:spLocks noChangeArrowheads="1"/>
          </p:cNvSpPr>
          <p:nvPr/>
        </p:nvSpPr>
        <p:spPr bwMode="auto">
          <a:xfrm>
            <a:off x="712788" y="4151313"/>
            <a:ext cx="10728325"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ts val="4200"/>
              </a:lnSpc>
              <a:spcBef>
                <a:spcPts val="0"/>
              </a:spcBef>
              <a:defRPr/>
            </a:pPr>
            <a:r>
              <a:rPr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Gap Lock</a:t>
            </a:r>
            <a:r>
              <a:rPr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a:t>
            </a:r>
            <a:r>
              <a:rPr lang="zh-CN" altLang="en-US" sz="2800" b="1" dirty="0">
                <a:solidFill>
                  <a:schemeClr val="tx2"/>
                </a:solidFill>
                <a:effectLst>
                  <a:outerShdw blurRad="38100" dist="38100" dir="2700000" algn="tl">
                    <a:srgbClr val="C0C0C0"/>
                  </a:outerShdw>
                </a:effectLst>
                <a:latin typeface="楷体_GB2312" pitchFamily="49" charset="-122"/>
                <a:ea typeface="楷体_GB2312" pitchFamily="49" charset="-122"/>
              </a:rPr>
              <a:t>又称</a:t>
            </a:r>
            <a:r>
              <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rPr>
              <a:t>Gap</a:t>
            </a:r>
            <a:r>
              <a:rPr lang="zh-CN" altLang="en-US" sz="2800" b="1" dirty="0">
                <a:solidFill>
                  <a:schemeClr val="tx2"/>
                </a:solidFill>
                <a:effectLst>
                  <a:outerShdw blurRad="38100" dist="38100" dir="2700000" algn="tl">
                    <a:srgbClr val="C0C0C0"/>
                  </a:outerShdw>
                </a:effectLst>
                <a:latin typeface="楷体_GB2312" pitchFamily="49" charset="-122"/>
                <a:ea typeface="楷体_GB2312" pitchFamily="49" charset="-122"/>
              </a:rPr>
              <a:t>锁或间隙锁，将键值在搜索范围内的间隙锁定，不能插入记录。</a:t>
            </a:r>
          </a:p>
        </p:txBody>
      </p:sp>
      <p:sp>
        <p:nvSpPr>
          <p:cNvPr id="49" name="Rectangle 4">
            <a:extLst>
              <a:ext uri="{FF2B5EF4-FFF2-40B4-BE49-F238E27FC236}">
                <a16:creationId xmlns:a16="http://schemas.microsoft.com/office/drawing/2014/main" id="{616B5FD6-DE7D-0C85-1DB2-6EB204E4F335}"/>
              </a:ext>
            </a:extLst>
          </p:cNvPr>
          <p:cNvSpPr>
            <a:spLocks noChangeArrowheads="1"/>
          </p:cNvSpPr>
          <p:nvPr/>
        </p:nvSpPr>
        <p:spPr bwMode="auto">
          <a:xfrm>
            <a:off x="712788" y="5202238"/>
            <a:ext cx="10728325" cy="1077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ts val="4200"/>
              </a:lnSpc>
              <a:spcBef>
                <a:spcPts val="0"/>
              </a:spcBef>
              <a:defRPr/>
            </a:pPr>
            <a:r>
              <a:rPr lang="en-US" altLang="zh-CN" sz="2800" b="1" dirty="0">
                <a:solidFill>
                  <a:schemeClr val="accent2"/>
                </a:solidFill>
                <a:effectLst>
                  <a:outerShdw blurRad="38100" dist="38100" dir="2700000" algn="tl">
                    <a:srgbClr val="C0C0C0"/>
                  </a:outerShdw>
                </a:effectLst>
                <a:latin typeface="楷体_GB2312" pitchFamily="49" charset="-122"/>
                <a:ea typeface="楷体_GB2312" pitchFamily="49" charset="-122"/>
              </a:rPr>
              <a:t>Next-Key Lock</a:t>
            </a:r>
            <a:r>
              <a:rPr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a:t>
            </a:r>
            <a:r>
              <a:rPr lang="zh-CN" altLang="en-US" sz="2800" b="1" dirty="0">
                <a:solidFill>
                  <a:schemeClr val="tx2"/>
                </a:solidFill>
                <a:effectLst>
                  <a:outerShdw blurRad="38100" dist="38100" dir="2700000" algn="tl">
                    <a:srgbClr val="C0C0C0"/>
                  </a:outerShdw>
                </a:effectLst>
                <a:latin typeface="楷体_GB2312" pitchFamily="49" charset="-122"/>
                <a:ea typeface="楷体_GB2312" pitchFamily="49" charset="-122"/>
              </a:rPr>
              <a:t>将键值在搜索范围内的间隙锁定，不能插入记录，也不能修改当前记录。</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500"/>
                                        <p:tgtEl>
                                          <p:spTgt spid="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fade">
                                      <p:cBhvr>
                                        <p:cTn id="1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4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6C8BD4BB-DDA8-66D6-9862-72185BF5873B}"/>
              </a:ext>
            </a:extLst>
          </p:cNvPr>
          <p:cNvSpPr>
            <a:spLocks noChangeArrowheads="1"/>
          </p:cNvSpPr>
          <p:nvPr/>
        </p:nvSpPr>
        <p:spPr bwMode="auto">
          <a:xfrm>
            <a:off x="1490663" y="77788"/>
            <a:ext cx="71596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en-US" altLang="zh-CN" sz="4000" b="1" dirty="0" err="1">
                <a:solidFill>
                  <a:schemeClr val="bg1"/>
                </a:solidFill>
                <a:latin typeface="+mn-ea"/>
                <a:ea typeface="+mn-ea"/>
                <a:sym typeface="Impact" pitchFamily="34" charset="0"/>
              </a:rPr>
              <a:t>InnoDB</a:t>
            </a:r>
            <a:r>
              <a:rPr lang="zh-CN" altLang="en-US" sz="4000" b="1" dirty="0">
                <a:solidFill>
                  <a:schemeClr val="bg1"/>
                </a:solidFill>
                <a:latin typeface="+mn-ea"/>
                <a:ea typeface="+mn-ea"/>
                <a:sym typeface="Impact" pitchFamily="34" charset="0"/>
              </a:rPr>
              <a:t>解决数据不一致性的方法</a:t>
            </a:r>
          </a:p>
        </p:txBody>
      </p:sp>
      <p:sp>
        <p:nvSpPr>
          <p:cNvPr id="47" name="Rectangle 4">
            <a:extLst>
              <a:ext uri="{FF2B5EF4-FFF2-40B4-BE49-F238E27FC236}">
                <a16:creationId xmlns:a16="http://schemas.microsoft.com/office/drawing/2014/main" id="{1F2C5812-B268-20B8-1E96-1353490463B3}"/>
              </a:ext>
            </a:extLst>
          </p:cNvPr>
          <p:cNvSpPr>
            <a:spLocks noChangeArrowheads="1"/>
          </p:cNvSpPr>
          <p:nvPr/>
        </p:nvSpPr>
        <p:spPr bwMode="auto">
          <a:xfrm>
            <a:off x="712788" y="1212850"/>
            <a:ext cx="10728325" cy="161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ts val="4200"/>
              </a:lnSpc>
              <a:spcBef>
                <a:spcPts val="0"/>
              </a:spcBef>
              <a:defRPr/>
            </a:pPr>
            <a:r>
              <a:rPr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锁定读：</a:t>
            </a:r>
            <a:r>
              <a:rPr lang="zh-CN" altLang="en-US" sz="2800" b="1" dirty="0">
                <a:solidFill>
                  <a:schemeClr val="tx2"/>
                </a:solidFill>
                <a:effectLst>
                  <a:outerShdw blurRad="38100" dist="38100" dir="2700000" algn="tl">
                    <a:srgbClr val="C0C0C0"/>
                  </a:outerShdw>
                </a:effectLst>
                <a:latin typeface="楷体_GB2312" pitchFamily="49" charset="-122"/>
                <a:ea typeface="楷体_GB2312" pitchFamily="49" charset="-122"/>
              </a:rPr>
              <a:t>在不同的隔离级别下加不同的锁举例。</a:t>
            </a:r>
            <a:endPar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endParaRPr>
          </a:p>
          <a:p>
            <a:pPr>
              <a:lnSpc>
                <a:spcPts val="4200"/>
              </a:lnSpc>
              <a:spcBef>
                <a:spcPts val="0"/>
              </a:spcBef>
              <a:defRPr/>
            </a:pPr>
            <a:r>
              <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rPr>
              <a:t>        </a:t>
            </a: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①</a:t>
            </a:r>
            <a:r>
              <a:rPr lang="zh-CN" altLang="en-US" sz="2800" b="1" dirty="0">
                <a:solidFill>
                  <a:schemeClr val="tx2"/>
                </a:solidFill>
                <a:effectLst>
                  <a:outerShdw blurRad="38100" dist="38100" dir="2700000" algn="tl">
                    <a:srgbClr val="C0C0C0"/>
                  </a:outerShdw>
                </a:effectLst>
                <a:latin typeface="楷体_GB2312" pitchFamily="49" charset="-122"/>
                <a:ea typeface="楷体_GB2312" pitchFamily="49" charset="-122"/>
              </a:rPr>
              <a:t> </a:t>
            </a:r>
            <a:r>
              <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rPr>
              <a:t>SELECT … LOCK IN SHARE MODE;</a:t>
            </a:r>
          </a:p>
          <a:p>
            <a:pPr>
              <a:lnSpc>
                <a:spcPts val="4200"/>
              </a:lnSpc>
              <a:spcBef>
                <a:spcPts val="0"/>
              </a:spcBef>
              <a:defRPr/>
            </a:pPr>
            <a:r>
              <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rPr>
              <a:t>        </a:t>
            </a: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② </a:t>
            </a:r>
            <a:r>
              <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rPr>
              <a:t>SELECT … FOR UPDATE;</a:t>
            </a:r>
            <a:endParaRPr lang="zh-CN" altLang="en-US" sz="2800" b="1" dirty="0">
              <a:solidFill>
                <a:schemeClr val="tx2"/>
              </a:solidFill>
              <a:effectLst>
                <a:outerShdw blurRad="38100" dist="38100" dir="2700000" algn="tl">
                  <a:srgbClr val="C0C0C0"/>
                </a:outerShdw>
              </a:effectLst>
              <a:latin typeface="楷体_GB2312" pitchFamily="49" charset="-122"/>
              <a:ea typeface="楷体_GB2312" pitchFamily="49" charset="-122"/>
            </a:endParaRPr>
          </a:p>
        </p:txBody>
      </p:sp>
      <p:graphicFrame>
        <p:nvGraphicFramePr>
          <p:cNvPr id="7" name="表格 6">
            <a:extLst>
              <a:ext uri="{FF2B5EF4-FFF2-40B4-BE49-F238E27FC236}">
                <a16:creationId xmlns:a16="http://schemas.microsoft.com/office/drawing/2014/main" id="{319C0988-5BA8-FB5E-00D5-F40B96F244B0}"/>
              </a:ext>
            </a:extLst>
          </p:cNvPr>
          <p:cNvGraphicFramePr>
            <a:graphicFrameLocks noGrp="1"/>
          </p:cNvGraphicFramePr>
          <p:nvPr/>
        </p:nvGraphicFramePr>
        <p:xfrm>
          <a:off x="755650" y="3163888"/>
          <a:ext cx="9694863" cy="3200400"/>
        </p:xfrm>
        <a:graphic>
          <a:graphicData uri="http://schemas.openxmlformats.org/drawingml/2006/table">
            <a:tbl>
              <a:tblPr firstRow="1" bandRow="1">
                <a:tableStyleId>{5C22544A-7EE6-4342-B048-85BDC9FD1C3A}</a:tableStyleId>
              </a:tblPr>
              <a:tblGrid>
                <a:gridCol w="811292">
                  <a:extLst>
                    <a:ext uri="{9D8B030D-6E8A-4147-A177-3AD203B41FA5}">
                      <a16:colId xmlns:a16="http://schemas.microsoft.com/office/drawing/2014/main" val="20000"/>
                    </a:ext>
                  </a:extLst>
                </a:gridCol>
                <a:gridCol w="1901549">
                  <a:extLst>
                    <a:ext uri="{9D8B030D-6E8A-4147-A177-3AD203B41FA5}">
                      <a16:colId xmlns:a16="http://schemas.microsoft.com/office/drawing/2014/main" val="20001"/>
                    </a:ext>
                  </a:extLst>
                </a:gridCol>
                <a:gridCol w="1959612">
                  <a:extLst>
                    <a:ext uri="{9D8B030D-6E8A-4147-A177-3AD203B41FA5}">
                      <a16:colId xmlns:a16="http://schemas.microsoft.com/office/drawing/2014/main" val="20002"/>
                    </a:ext>
                  </a:extLst>
                </a:gridCol>
                <a:gridCol w="2467658">
                  <a:extLst>
                    <a:ext uri="{9D8B030D-6E8A-4147-A177-3AD203B41FA5}">
                      <a16:colId xmlns:a16="http://schemas.microsoft.com/office/drawing/2014/main" val="20003"/>
                    </a:ext>
                  </a:extLst>
                </a:gridCol>
                <a:gridCol w="2554752">
                  <a:extLst>
                    <a:ext uri="{9D8B030D-6E8A-4147-A177-3AD203B41FA5}">
                      <a16:colId xmlns:a16="http://schemas.microsoft.com/office/drawing/2014/main" val="20004"/>
                    </a:ext>
                  </a:extLst>
                </a:gridCol>
              </a:tblGrid>
              <a:tr h="822963">
                <a:tc>
                  <a:txBody>
                    <a:bodyPr/>
                    <a:lstStyle/>
                    <a:p>
                      <a:pPr algn="ctr"/>
                      <a:r>
                        <a:rPr lang="en-US" altLang="zh-CN" sz="2400" dirty="0"/>
                        <a:t>T2</a:t>
                      </a:r>
                      <a:endParaRPr lang="zh-CN" altLang="en-US" sz="2400" dirty="0"/>
                    </a:p>
                  </a:txBody>
                  <a:tcPr marL="91441" marR="91441" marT="45726" marB="4572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bg1"/>
                          </a:solidFill>
                        </a:rPr>
                        <a:t>Read uncommitted</a:t>
                      </a:r>
                      <a:endParaRPr lang="zh-CN" altLang="en-US" sz="2400" dirty="0">
                        <a:solidFill>
                          <a:schemeClr val="bg1"/>
                        </a:solidFill>
                      </a:endParaRPr>
                    </a:p>
                  </a:txBody>
                  <a:tcPr marL="91441" marR="91441" marT="45726" marB="4572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bg1"/>
                          </a:solidFill>
                        </a:rPr>
                        <a:t>Read committed</a:t>
                      </a:r>
                      <a:endParaRPr lang="zh-CN" altLang="en-US" sz="2400" dirty="0">
                        <a:solidFill>
                          <a:schemeClr val="bg1"/>
                        </a:solidFill>
                      </a:endParaRPr>
                    </a:p>
                  </a:txBody>
                  <a:tcPr marL="91441" marR="91441" marT="45726" marB="4572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bg1"/>
                          </a:solidFill>
                        </a:rPr>
                        <a:t>Repeatable read</a:t>
                      </a:r>
                      <a:endParaRPr lang="zh-CN" altLang="en-US" sz="2400" dirty="0">
                        <a:solidFill>
                          <a:schemeClr val="bg1"/>
                        </a:solidFill>
                      </a:endParaRPr>
                    </a:p>
                  </a:txBody>
                  <a:tcPr marL="91441" marR="91441" marT="45726" marB="4572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bg1"/>
                          </a:solidFill>
                        </a:rPr>
                        <a:t>Serializable</a:t>
                      </a:r>
                      <a:endParaRPr lang="zh-CN" altLang="en-US" sz="2400" dirty="0">
                        <a:solidFill>
                          <a:schemeClr val="bg1"/>
                        </a:solidFill>
                      </a:endParaRPr>
                    </a:p>
                  </a:txBody>
                  <a:tcPr marL="91441" marR="91441" marT="45726" marB="45726"/>
                </a:tc>
                <a:extLst>
                  <a:ext uri="{0D108BD9-81ED-4DB2-BD59-A6C34878D82A}">
                    <a16:rowId xmlns:a16="http://schemas.microsoft.com/office/drawing/2014/main" val="10000"/>
                  </a:ext>
                </a:extLst>
              </a:tr>
              <a:tr h="118871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400" b="0" dirty="0">
                          <a:solidFill>
                            <a:srgbClr val="C00000"/>
                          </a:solidFill>
                          <a:effectLst>
                            <a:outerShdw blurRad="38100" dist="38100" dir="2700000" algn="tl">
                              <a:srgbClr val="C0C0C0"/>
                            </a:outerShdw>
                          </a:effectLst>
                          <a:latin typeface="Droid Serif" panose="02020600060500020200" pitchFamily="18" charset="0"/>
                          <a:ea typeface="楷体_GB2312" pitchFamily="49" charset="-122"/>
                          <a:cs typeface="Droid Serif" panose="02020600060500020200" pitchFamily="18" charset="0"/>
                        </a:rPr>
                        <a:t>①</a:t>
                      </a:r>
                      <a:endParaRPr lang="zh-CN" altLang="en-US" sz="2400" b="0" dirty="0">
                        <a:solidFill>
                          <a:srgbClr val="C00000"/>
                        </a:solidFill>
                        <a:latin typeface="Droid Serif" panose="02020600060500020200" pitchFamily="18" charset="0"/>
                        <a:cs typeface="Droid Serif" panose="02020600060500020200" pitchFamily="18" charset="0"/>
                      </a:endParaRPr>
                    </a:p>
                  </a:txBody>
                  <a:tcPr marL="91441" marR="91441" marT="45726" marB="45726"/>
                </a:tc>
                <a:tc>
                  <a:txBody>
                    <a:bodyPr/>
                    <a:lstStyle/>
                    <a:p>
                      <a:r>
                        <a:rPr lang="en-US" altLang="zh-CN" sz="2400" b="0" dirty="0">
                          <a:solidFill>
                            <a:srgbClr val="C00000"/>
                          </a:solidFill>
                          <a:latin typeface="Droid Serif" panose="02020600060500020200" pitchFamily="18" charset="0"/>
                          <a:ea typeface="Droid Serif" panose="02020600060500020200" pitchFamily="18" charset="0"/>
                          <a:cs typeface="Droid Serif" panose="02020600060500020200" pitchFamily="18" charset="0"/>
                        </a:rPr>
                        <a:t>S</a:t>
                      </a:r>
                      <a:endParaRPr lang="zh-CN" altLang="en-US" sz="2400" b="0" dirty="0">
                        <a:solidFill>
                          <a:srgbClr val="C00000"/>
                        </a:solidFill>
                        <a:latin typeface="Droid Serif" panose="02020600060500020200" pitchFamily="18" charset="0"/>
                        <a:cs typeface="Droid Serif" panose="02020600060500020200" pitchFamily="18" charset="0"/>
                      </a:endParaRPr>
                    </a:p>
                  </a:txBody>
                  <a:tcPr marL="91441" marR="91441" marT="45726" marB="45726"/>
                </a:tc>
                <a:tc>
                  <a:txBody>
                    <a:bodyPr/>
                    <a:lstStyle/>
                    <a:p>
                      <a:pPr marL="0" algn="ctr" defTabSz="914400" rtl="0" eaLnBrk="1" latinLnBrk="0" hangingPunct="1"/>
                      <a:r>
                        <a:rPr lang="en-US" altLang="zh-CN" sz="2400" b="0" kern="1200" dirty="0">
                          <a:solidFill>
                            <a:srgbClr val="C00000"/>
                          </a:solidFill>
                          <a:effectLst>
                            <a:outerShdw blurRad="38100" dist="38100" dir="2700000" algn="tl">
                              <a:srgbClr val="C0C0C0"/>
                            </a:outerShdw>
                          </a:effectLst>
                          <a:latin typeface="Droid Serif" panose="02020600060500020200" pitchFamily="18" charset="0"/>
                          <a:ea typeface="Droid Serif" panose="02020600060500020200" pitchFamily="18" charset="0"/>
                          <a:cs typeface="Droid Serif" panose="02020600060500020200" pitchFamily="18" charset="0"/>
                        </a:rPr>
                        <a:t>S</a:t>
                      </a:r>
                      <a:endParaRPr lang="zh-CN" altLang="en-US" sz="2400" b="0" kern="1200" dirty="0">
                        <a:solidFill>
                          <a:srgbClr val="C00000"/>
                        </a:solidFill>
                        <a:effectLst>
                          <a:outerShdw blurRad="38100" dist="38100" dir="2700000" algn="tl">
                            <a:srgbClr val="C0C0C0"/>
                          </a:outerShdw>
                        </a:effectLst>
                        <a:latin typeface="Droid Serif" panose="02020600060500020200" pitchFamily="18" charset="0"/>
                        <a:ea typeface="+mn-ea"/>
                        <a:cs typeface="Droid Serif" panose="02020600060500020200" pitchFamily="18" charset="0"/>
                      </a:endParaRPr>
                    </a:p>
                  </a:txBody>
                  <a:tcPr marL="91441" marR="91441" marT="45726" marB="45726"/>
                </a:tc>
                <a:tc>
                  <a:txBody>
                    <a:bodyPr/>
                    <a:lstStyle/>
                    <a:p>
                      <a:pPr marL="0" algn="ctr" defTabSz="914400" rtl="0" eaLnBrk="1" latinLnBrk="0" hangingPunct="1"/>
                      <a:r>
                        <a:rPr lang="en-US" altLang="zh-CN" sz="2400" b="0" dirty="0">
                          <a:solidFill>
                            <a:srgbClr val="C00000"/>
                          </a:solidFill>
                          <a:effectLst>
                            <a:outerShdw blurRad="38100" dist="38100" dir="2700000" algn="tl">
                              <a:srgbClr val="C0C0C0"/>
                            </a:outerShdw>
                          </a:effectLst>
                          <a:latin typeface="Droid Serif" panose="02020600060500020200" pitchFamily="18" charset="0"/>
                          <a:ea typeface="Droid Serif" panose="02020600060500020200" pitchFamily="18" charset="0"/>
                          <a:cs typeface="Droid Serif" panose="02020600060500020200" pitchFamily="18" charset="0"/>
                        </a:rPr>
                        <a:t>Gap Lock/</a:t>
                      </a:r>
                    </a:p>
                    <a:p>
                      <a:pPr marL="0" algn="ctr" defTabSz="914400" rtl="0" eaLnBrk="1" latinLnBrk="0" hangingPunct="1"/>
                      <a:r>
                        <a:rPr lang="en-US" altLang="zh-CN" sz="2400" b="0" dirty="0">
                          <a:solidFill>
                            <a:srgbClr val="C00000"/>
                          </a:solidFill>
                          <a:effectLst>
                            <a:outerShdw blurRad="38100" dist="38100" dir="2700000" algn="tl">
                              <a:srgbClr val="C0C0C0"/>
                            </a:outerShdw>
                          </a:effectLst>
                          <a:latin typeface="Droid Serif" panose="02020600060500020200" pitchFamily="18" charset="0"/>
                          <a:ea typeface="Droid Serif" panose="02020600060500020200" pitchFamily="18" charset="0"/>
                          <a:cs typeface="Droid Serif" panose="02020600060500020200" pitchFamily="18" charset="0"/>
                        </a:rPr>
                        <a:t>Next-Key Lock</a:t>
                      </a:r>
                      <a:endParaRPr lang="zh-CN" altLang="en-US" sz="2400" b="0" kern="1200" dirty="0">
                        <a:solidFill>
                          <a:srgbClr val="C00000"/>
                        </a:solidFill>
                        <a:effectLst>
                          <a:outerShdw blurRad="38100" dist="38100" dir="2700000" algn="tl">
                            <a:srgbClr val="C0C0C0"/>
                          </a:outerShdw>
                        </a:effectLst>
                        <a:latin typeface="Droid Serif" panose="02020600060500020200" pitchFamily="18" charset="0"/>
                        <a:ea typeface="+mn-ea"/>
                        <a:cs typeface="Droid Serif" panose="02020600060500020200" pitchFamily="18" charset="0"/>
                      </a:endParaRPr>
                    </a:p>
                  </a:txBody>
                  <a:tcPr marL="91441" marR="91441" marT="45726" marB="45726"/>
                </a:tc>
                <a:tc>
                  <a:txBody>
                    <a:bodyPr/>
                    <a:lstStyle/>
                    <a:p>
                      <a:pPr marL="0" algn="ctr" defTabSz="914400" rtl="0" eaLnBrk="1" latinLnBrk="0" hangingPunct="1"/>
                      <a:r>
                        <a:rPr lang="en-US" altLang="zh-CN" sz="2400" b="0" dirty="0">
                          <a:solidFill>
                            <a:srgbClr val="C00000"/>
                          </a:solidFill>
                          <a:effectLst>
                            <a:outerShdw blurRad="38100" dist="38100" dir="2700000" algn="tl">
                              <a:srgbClr val="C0C0C0"/>
                            </a:outerShdw>
                          </a:effectLst>
                          <a:latin typeface="Droid Serif" panose="02020600060500020200" pitchFamily="18" charset="0"/>
                          <a:ea typeface="Droid Serif" panose="02020600060500020200" pitchFamily="18" charset="0"/>
                          <a:cs typeface="Droid Serif" panose="02020600060500020200" pitchFamily="18" charset="0"/>
                        </a:rPr>
                        <a:t>Gap Lock/</a:t>
                      </a:r>
                    </a:p>
                    <a:p>
                      <a:pPr marL="0" algn="ctr" defTabSz="914400" rtl="0" eaLnBrk="1" latinLnBrk="0" hangingPunct="1"/>
                      <a:r>
                        <a:rPr lang="en-US" altLang="zh-CN" sz="2400" b="0" dirty="0">
                          <a:solidFill>
                            <a:srgbClr val="C00000"/>
                          </a:solidFill>
                          <a:effectLst>
                            <a:outerShdw blurRad="38100" dist="38100" dir="2700000" algn="tl">
                              <a:srgbClr val="C0C0C0"/>
                            </a:outerShdw>
                          </a:effectLst>
                          <a:latin typeface="Droid Serif" panose="02020600060500020200" pitchFamily="18" charset="0"/>
                          <a:ea typeface="Droid Serif" panose="02020600060500020200" pitchFamily="18" charset="0"/>
                          <a:cs typeface="Droid Serif" panose="02020600060500020200" pitchFamily="18" charset="0"/>
                        </a:rPr>
                        <a:t>Next-Key Lock</a:t>
                      </a:r>
                      <a:endParaRPr lang="zh-CN" altLang="en-US" sz="2400" b="0" kern="1200" dirty="0">
                        <a:solidFill>
                          <a:srgbClr val="C00000"/>
                        </a:solidFill>
                        <a:effectLst>
                          <a:outerShdw blurRad="38100" dist="38100" dir="2700000" algn="tl">
                            <a:srgbClr val="C0C0C0"/>
                          </a:outerShdw>
                        </a:effectLst>
                        <a:latin typeface="Droid Serif" panose="02020600060500020200" pitchFamily="18" charset="0"/>
                        <a:ea typeface="+mn-ea"/>
                        <a:cs typeface="Droid Serif" panose="02020600060500020200" pitchFamily="18" charset="0"/>
                      </a:endParaRPr>
                    </a:p>
                    <a:p>
                      <a:pPr marL="0" algn="ctr" defTabSz="914400" rtl="0" eaLnBrk="1" latinLnBrk="0" hangingPunct="1"/>
                      <a:endParaRPr lang="zh-CN" altLang="en-US" sz="2400" b="0" kern="1200" dirty="0">
                        <a:solidFill>
                          <a:srgbClr val="C00000"/>
                        </a:solidFill>
                        <a:effectLst>
                          <a:outerShdw blurRad="38100" dist="38100" dir="2700000" algn="tl">
                            <a:srgbClr val="C0C0C0"/>
                          </a:outerShdw>
                        </a:effectLst>
                        <a:latin typeface="Droid Serif" panose="02020600060500020200" pitchFamily="18" charset="0"/>
                        <a:ea typeface="+mn-ea"/>
                        <a:cs typeface="Droid Serif" panose="02020600060500020200" pitchFamily="18" charset="0"/>
                      </a:endParaRPr>
                    </a:p>
                  </a:txBody>
                  <a:tcPr marL="91441" marR="91441" marT="45726" marB="45726"/>
                </a:tc>
                <a:extLst>
                  <a:ext uri="{0D108BD9-81ED-4DB2-BD59-A6C34878D82A}">
                    <a16:rowId xmlns:a16="http://schemas.microsoft.com/office/drawing/2014/main" val="10001"/>
                  </a:ext>
                </a:extLst>
              </a:tr>
              <a:tr h="118871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400" b="0" dirty="0">
                          <a:solidFill>
                            <a:srgbClr val="C00000"/>
                          </a:solidFill>
                          <a:effectLst>
                            <a:outerShdw blurRad="38100" dist="38100" dir="2700000" algn="tl">
                              <a:srgbClr val="C0C0C0"/>
                            </a:outerShdw>
                          </a:effectLst>
                          <a:latin typeface="Droid Serif" panose="02020600060500020200" pitchFamily="18" charset="0"/>
                          <a:ea typeface="楷体_GB2312" pitchFamily="49" charset="-122"/>
                          <a:cs typeface="Droid Serif" panose="02020600060500020200" pitchFamily="18" charset="0"/>
                        </a:rPr>
                        <a:t>②</a:t>
                      </a:r>
                      <a:endParaRPr lang="zh-CN" altLang="en-US" sz="2400" b="0" dirty="0">
                        <a:solidFill>
                          <a:srgbClr val="C00000"/>
                        </a:solidFill>
                        <a:latin typeface="Droid Serif" panose="02020600060500020200" pitchFamily="18" charset="0"/>
                        <a:cs typeface="Droid Serif" panose="02020600060500020200" pitchFamily="18" charset="0"/>
                      </a:endParaRPr>
                    </a:p>
                  </a:txBody>
                  <a:tcPr marL="91441" marR="91441" marT="45726" marB="45726"/>
                </a:tc>
                <a:tc>
                  <a:txBody>
                    <a:bodyPr/>
                    <a:lstStyle/>
                    <a:p>
                      <a:r>
                        <a:rPr lang="en-US" altLang="zh-CN" sz="2400" b="0" dirty="0">
                          <a:solidFill>
                            <a:srgbClr val="C00000"/>
                          </a:solidFill>
                          <a:latin typeface="Droid Serif" panose="02020600060500020200" pitchFamily="18" charset="0"/>
                          <a:ea typeface="Droid Serif" panose="02020600060500020200" pitchFamily="18" charset="0"/>
                          <a:cs typeface="Droid Serif" panose="02020600060500020200" pitchFamily="18" charset="0"/>
                        </a:rPr>
                        <a:t>X</a:t>
                      </a:r>
                      <a:endParaRPr lang="zh-CN" altLang="en-US" sz="2400" b="0" dirty="0">
                        <a:solidFill>
                          <a:srgbClr val="C00000"/>
                        </a:solidFill>
                        <a:latin typeface="Droid Serif" panose="02020600060500020200" pitchFamily="18" charset="0"/>
                        <a:cs typeface="Droid Serif" panose="02020600060500020200" pitchFamily="18" charset="0"/>
                      </a:endParaRPr>
                    </a:p>
                  </a:txBody>
                  <a:tcPr marL="91441" marR="91441" marT="45726" marB="45726"/>
                </a:tc>
                <a:tc>
                  <a:txBody>
                    <a:bodyPr/>
                    <a:lstStyle/>
                    <a:p>
                      <a:pPr marL="0" algn="ctr" defTabSz="914400" rtl="0" eaLnBrk="1" latinLnBrk="0" hangingPunct="1"/>
                      <a:r>
                        <a:rPr lang="en-US" altLang="zh-CN" sz="2400" b="0" kern="1200" dirty="0">
                          <a:solidFill>
                            <a:srgbClr val="C00000"/>
                          </a:solidFill>
                          <a:effectLst>
                            <a:outerShdw blurRad="38100" dist="38100" dir="2700000" algn="tl">
                              <a:srgbClr val="C0C0C0"/>
                            </a:outerShdw>
                          </a:effectLst>
                          <a:latin typeface="Droid Serif" panose="02020600060500020200" pitchFamily="18" charset="0"/>
                          <a:ea typeface="Droid Serif" panose="02020600060500020200" pitchFamily="18" charset="0"/>
                          <a:cs typeface="Droid Serif" panose="02020600060500020200" pitchFamily="18" charset="0"/>
                        </a:rPr>
                        <a:t>X</a:t>
                      </a:r>
                      <a:endParaRPr lang="zh-CN" altLang="en-US" sz="2400" b="0" kern="1200" dirty="0">
                        <a:solidFill>
                          <a:srgbClr val="C00000"/>
                        </a:solidFill>
                        <a:effectLst>
                          <a:outerShdw blurRad="38100" dist="38100" dir="2700000" algn="tl">
                            <a:srgbClr val="C0C0C0"/>
                          </a:outerShdw>
                        </a:effectLst>
                        <a:latin typeface="Droid Serif" panose="02020600060500020200" pitchFamily="18" charset="0"/>
                        <a:ea typeface="+mn-ea"/>
                        <a:cs typeface="Droid Serif" panose="02020600060500020200" pitchFamily="18" charset="0"/>
                      </a:endParaRPr>
                    </a:p>
                  </a:txBody>
                  <a:tcPr marL="91441" marR="91441" marT="45726" marB="45726"/>
                </a:tc>
                <a:tc>
                  <a:txBody>
                    <a:bodyPr/>
                    <a:lstStyle/>
                    <a:p>
                      <a:pPr marL="0" algn="ctr" defTabSz="914400" rtl="0" eaLnBrk="1" latinLnBrk="0" hangingPunct="1"/>
                      <a:r>
                        <a:rPr lang="en-US" altLang="zh-CN" sz="2400" b="0" dirty="0">
                          <a:solidFill>
                            <a:srgbClr val="C00000"/>
                          </a:solidFill>
                          <a:effectLst>
                            <a:outerShdw blurRad="38100" dist="38100" dir="2700000" algn="tl">
                              <a:srgbClr val="C0C0C0"/>
                            </a:outerShdw>
                          </a:effectLst>
                          <a:latin typeface="Droid Serif" panose="02020600060500020200" pitchFamily="18" charset="0"/>
                          <a:ea typeface="Droid Serif" panose="02020600060500020200" pitchFamily="18" charset="0"/>
                          <a:cs typeface="Droid Serif" panose="02020600060500020200" pitchFamily="18" charset="0"/>
                        </a:rPr>
                        <a:t>Gap Lock/</a:t>
                      </a:r>
                    </a:p>
                    <a:p>
                      <a:pPr marL="0" algn="ctr" defTabSz="914400" rtl="0" eaLnBrk="1" latinLnBrk="0" hangingPunct="1"/>
                      <a:r>
                        <a:rPr lang="en-US" altLang="zh-CN" sz="2400" b="0" dirty="0">
                          <a:solidFill>
                            <a:srgbClr val="C00000"/>
                          </a:solidFill>
                          <a:effectLst>
                            <a:outerShdw blurRad="38100" dist="38100" dir="2700000" algn="tl">
                              <a:srgbClr val="C0C0C0"/>
                            </a:outerShdw>
                          </a:effectLst>
                          <a:latin typeface="Droid Serif" panose="02020600060500020200" pitchFamily="18" charset="0"/>
                          <a:ea typeface="Droid Serif" panose="02020600060500020200" pitchFamily="18" charset="0"/>
                          <a:cs typeface="Droid Serif" panose="02020600060500020200" pitchFamily="18" charset="0"/>
                        </a:rPr>
                        <a:t>Next-Key Lock</a:t>
                      </a:r>
                      <a:endParaRPr lang="zh-CN" altLang="en-US" sz="2400" b="0" kern="1200" dirty="0">
                        <a:solidFill>
                          <a:srgbClr val="C00000"/>
                        </a:solidFill>
                        <a:effectLst>
                          <a:outerShdw blurRad="38100" dist="38100" dir="2700000" algn="tl">
                            <a:srgbClr val="C0C0C0"/>
                          </a:outerShdw>
                        </a:effectLst>
                        <a:latin typeface="Droid Serif" panose="02020600060500020200" pitchFamily="18" charset="0"/>
                        <a:ea typeface="+mn-ea"/>
                        <a:cs typeface="Droid Serif" panose="02020600060500020200" pitchFamily="18" charset="0"/>
                      </a:endParaRPr>
                    </a:p>
                  </a:txBody>
                  <a:tcPr marL="91441" marR="91441" marT="45726" marB="45726"/>
                </a:tc>
                <a:tc>
                  <a:txBody>
                    <a:bodyPr/>
                    <a:lstStyle/>
                    <a:p>
                      <a:pPr marL="0" algn="ctr" defTabSz="914400" rtl="0" eaLnBrk="1" latinLnBrk="0" hangingPunct="1"/>
                      <a:r>
                        <a:rPr lang="en-US" altLang="zh-CN" sz="2400" b="0" dirty="0">
                          <a:solidFill>
                            <a:srgbClr val="C00000"/>
                          </a:solidFill>
                          <a:effectLst>
                            <a:outerShdw blurRad="38100" dist="38100" dir="2700000" algn="tl">
                              <a:srgbClr val="C0C0C0"/>
                            </a:outerShdw>
                          </a:effectLst>
                          <a:latin typeface="Droid Serif" panose="02020600060500020200" pitchFamily="18" charset="0"/>
                          <a:ea typeface="Droid Serif" panose="02020600060500020200" pitchFamily="18" charset="0"/>
                          <a:cs typeface="Droid Serif" panose="02020600060500020200" pitchFamily="18" charset="0"/>
                        </a:rPr>
                        <a:t>Gap Lock/</a:t>
                      </a:r>
                    </a:p>
                    <a:p>
                      <a:pPr marL="0" algn="ctr" defTabSz="914400" rtl="0" eaLnBrk="1" latinLnBrk="0" hangingPunct="1"/>
                      <a:r>
                        <a:rPr lang="en-US" altLang="zh-CN" sz="2400" b="0" dirty="0">
                          <a:solidFill>
                            <a:srgbClr val="C00000"/>
                          </a:solidFill>
                          <a:effectLst>
                            <a:outerShdw blurRad="38100" dist="38100" dir="2700000" algn="tl">
                              <a:srgbClr val="C0C0C0"/>
                            </a:outerShdw>
                          </a:effectLst>
                          <a:latin typeface="Droid Serif" panose="02020600060500020200" pitchFamily="18" charset="0"/>
                          <a:ea typeface="Droid Serif" panose="02020600060500020200" pitchFamily="18" charset="0"/>
                          <a:cs typeface="Droid Serif" panose="02020600060500020200" pitchFamily="18" charset="0"/>
                        </a:rPr>
                        <a:t>Next-Key Lock</a:t>
                      </a:r>
                      <a:endParaRPr lang="zh-CN" altLang="en-US" sz="2400" b="0" kern="1200" dirty="0">
                        <a:solidFill>
                          <a:srgbClr val="C00000"/>
                        </a:solidFill>
                        <a:effectLst>
                          <a:outerShdw blurRad="38100" dist="38100" dir="2700000" algn="tl">
                            <a:srgbClr val="C0C0C0"/>
                          </a:outerShdw>
                        </a:effectLst>
                        <a:latin typeface="Droid Serif" panose="02020600060500020200" pitchFamily="18" charset="0"/>
                        <a:ea typeface="+mn-ea"/>
                        <a:cs typeface="Droid Serif" panose="02020600060500020200" pitchFamily="18" charset="0"/>
                      </a:endParaRPr>
                    </a:p>
                    <a:p>
                      <a:pPr marL="0" algn="ctr" defTabSz="914400" rtl="0" eaLnBrk="1" latinLnBrk="0" hangingPunct="1"/>
                      <a:endParaRPr lang="zh-CN" altLang="en-US" sz="2400" b="0" kern="1200" dirty="0">
                        <a:solidFill>
                          <a:srgbClr val="C00000"/>
                        </a:solidFill>
                        <a:effectLst>
                          <a:outerShdw blurRad="38100" dist="38100" dir="2700000" algn="tl">
                            <a:srgbClr val="C0C0C0"/>
                          </a:outerShdw>
                        </a:effectLst>
                        <a:latin typeface="Droid Serif" panose="02020600060500020200" pitchFamily="18" charset="0"/>
                        <a:ea typeface="+mn-ea"/>
                        <a:cs typeface="Droid Serif" panose="02020600060500020200" pitchFamily="18" charset="0"/>
                      </a:endParaRPr>
                    </a:p>
                  </a:txBody>
                  <a:tcPr marL="91441" marR="91441" marT="45726" marB="45726"/>
                </a:tc>
                <a:extLst>
                  <a:ext uri="{0D108BD9-81ED-4DB2-BD59-A6C34878D82A}">
                    <a16:rowId xmlns:a16="http://schemas.microsoft.com/office/drawing/2014/main" val="10002"/>
                  </a:ext>
                </a:extLst>
              </a:tr>
            </a:tbl>
          </a:graphicData>
        </a:graphic>
      </p:graphicFrame>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E03C0EDF-DF40-B5E0-1AF3-79E252DD31DA}"/>
              </a:ext>
            </a:extLst>
          </p:cNvPr>
          <p:cNvSpPr>
            <a:spLocks noChangeArrowheads="1"/>
          </p:cNvSpPr>
          <p:nvPr/>
        </p:nvSpPr>
        <p:spPr bwMode="auto">
          <a:xfrm>
            <a:off x="1490663" y="77788"/>
            <a:ext cx="71596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en-US" altLang="zh-CN" sz="4000" b="1" dirty="0" err="1">
                <a:solidFill>
                  <a:schemeClr val="bg1"/>
                </a:solidFill>
                <a:latin typeface="+mn-ea"/>
                <a:ea typeface="+mn-ea"/>
                <a:sym typeface="Impact" pitchFamily="34" charset="0"/>
              </a:rPr>
              <a:t>InnoDB</a:t>
            </a:r>
            <a:r>
              <a:rPr lang="zh-CN" altLang="en-US" sz="4000" b="1" dirty="0">
                <a:solidFill>
                  <a:schemeClr val="bg1"/>
                </a:solidFill>
                <a:latin typeface="+mn-ea"/>
                <a:ea typeface="+mn-ea"/>
                <a:sym typeface="Impact" pitchFamily="34" charset="0"/>
              </a:rPr>
              <a:t>解决幻读的举例</a:t>
            </a:r>
          </a:p>
        </p:txBody>
      </p:sp>
      <p:sp>
        <p:nvSpPr>
          <p:cNvPr id="2" name="矩形 1">
            <a:extLst>
              <a:ext uri="{FF2B5EF4-FFF2-40B4-BE49-F238E27FC236}">
                <a16:creationId xmlns:a16="http://schemas.microsoft.com/office/drawing/2014/main" id="{11B58AED-71B7-D23D-D385-9AF18C9F7C50}"/>
              </a:ext>
            </a:extLst>
          </p:cNvPr>
          <p:cNvSpPr/>
          <p:nvPr/>
        </p:nvSpPr>
        <p:spPr>
          <a:xfrm>
            <a:off x="987425" y="1204913"/>
            <a:ext cx="9666288" cy="954087"/>
          </a:xfrm>
          <a:prstGeom prst="rect">
            <a:avLst/>
          </a:prstGeom>
        </p:spPr>
        <p:txBody>
          <a:bodyPr>
            <a:spAutoFit/>
          </a:bodyPr>
          <a:lstStyle/>
          <a:p>
            <a:pPr>
              <a:buFont typeface="Arial" charset="0"/>
              <a:buNone/>
              <a:defRPr/>
            </a:pP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例</a:t>
            </a:r>
            <a:r>
              <a:rPr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1</a:t>
            </a: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rPr>
              <a:t>SELECT * FROM account  WHERE </a:t>
            </a:r>
            <a:r>
              <a:rPr lang="en-US" altLang="zh-CN" sz="2800" b="1" dirty="0" err="1">
                <a:solidFill>
                  <a:schemeClr val="tx2"/>
                </a:solidFill>
                <a:effectLst>
                  <a:outerShdw blurRad="38100" dist="38100" dir="2700000" algn="tl">
                    <a:srgbClr val="C0C0C0"/>
                  </a:outerShdw>
                </a:effectLst>
                <a:latin typeface="楷体_GB2312" pitchFamily="49" charset="-122"/>
                <a:ea typeface="楷体_GB2312" pitchFamily="49" charset="-122"/>
              </a:rPr>
              <a:t>account_id</a:t>
            </a:r>
            <a:r>
              <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rPr>
              <a:t>=202203 LOCK IN SHARE MODE;</a:t>
            </a:r>
            <a:endParaRPr lang="zh-CN" altLang="en-US" sz="2800" b="1" dirty="0">
              <a:solidFill>
                <a:schemeClr val="tx2"/>
              </a:solidFill>
              <a:effectLst>
                <a:outerShdw blurRad="38100" dist="38100" dir="2700000" algn="tl">
                  <a:srgbClr val="C0C0C0"/>
                </a:outerShdw>
              </a:effectLst>
              <a:latin typeface="楷体_GB2312" pitchFamily="49" charset="-122"/>
              <a:ea typeface="楷体_GB2312" pitchFamily="49" charset="-122"/>
            </a:endParaRPr>
          </a:p>
        </p:txBody>
      </p:sp>
      <p:sp>
        <p:nvSpPr>
          <p:cNvPr id="9" name="矩形 8">
            <a:extLst>
              <a:ext uri="{FF2B5EF4-FFF2-40B4-BE49-F238E27FC236}">
                <a16:creationId xmlns:a16="http://schemas.microsoft.com/office/drawing/2014/main" id="{CD86A20A-E73B-8743-4744-6AA214E684DB}"/>
              </a:ext>
            </a:extLst>
          </p:cNvPr>
          <p:cNvSpPr/>
          <p:nvPr/>
        </p:nvSpPr>
        <p:spPr>
          <a:xfrm>
            <a:off x="987425" y="2351088"/>
            <a:ext cx="9666288" cy="954087"/>
          </a:xfrm>
          <a:prstGeom prst="rect">
            <a:avLst/>
          </a:prstGeom>
        </p:spPr>
        <p:txBody>
          <a:bodyPr>
            <a:spAutoFit/>
          </a:bodyPr>
          <a:lstStyle/>
          <a:p>
            <a:pPr>
              <a:buFont typeface="Arial" charset="0"/>
              <a:buNone/>
              <a:defRPr/>
            </a:pP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例</a:t>
            </a:r>
            <a:r>
              <a:rPr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2</a:t>
            </a: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rPr>
              <a:t>SELECT * FROM account  WHERE </a:t>
            </a:r>
            <a:r>
              <a:rPr lang="en-US" altLang="zh-CN" sz="2800" b="1" dirty="0" err="1">
                <a:solidFill>
                  <a:schemeClr val="tx2"/>
                </a:solidFill>
                <a:effectLst>
                  <a:outerShdw blurRad="38100" dist="38100" dir="2700000" algn="tl">
                    <a:srgbClr val="C0C0C0"/>
                  </a:outerShdw>
                </a:effectLst>
                <a:latin typeface="楷体_GB2312" pitchFamily="49" charset="-122"/>
                <a:ea typeface="楷体_GB2312" pitchFamily="49" charset="-122"/>
              </a:rPr>
              <a:t>account_id</a:t>
            </a:r>
            <a:r>
              <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rPr>
              <a:t>&gt;202201 AND  </a:t>
            </a:r>
            <a:r>
              <a:rPr lang="en-US" altLang="zh-CN" sz="2800" b="1" dirty="0" err="1">
                <a:solidFill>
                  <a:schemeClr val="tx2"/>
                </a:solidFill>
                <a:effectLst>
                  <a:outerShdw blurRad="38100" dist="38100" dir="2700000" algn="tl">
                    <a:srgbClr val="C0C0C0"/>
                  </a:outerShdw>
                </a:effectLst>
                <a:latin typeface="楷体_GB2312" pitchFamily="49" charset="-122"/>
                <a:ea typeface="楷体_GB2312" pitchFamily="49" charset="-122"/>
              </a:rPr>
              <a:t>account_id</a:t>
            </a:r>
            <a:r>
              <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rPr>
              <a:t> &lt;=202204 FOR UPDATE;</a:t>
            </a:r>
            <a:endParaRPr lang="zh-CN" altLang="en-US" sz="2800" b="1" dirty="0">
              <a:solidFill>
                <a:schemeClr val="tx2"/>
              </a:solidFill>
              <a:effectLst>
                <a:outerShdw blurRad="38100" dist="38100" dir="2700000" algn="tl">
                  <a:srgbClr val="C0C0C0"/>
                </a:outerShdw>
              </a:effectLst>
              <a:latin typeface="楷体_GB2312" pitchFamily="49" charset="-122"/>
              <a:ea typeface="楷体_GB2312" pitchFamily="49" charset="-122"/>
            </a:endParaRPr>
          </a:p>
        </p:txBody>
      </p:sp>
      <p:pic>
        <p:nvPicPr>
          <p:cNvPr id="34821" name="Picture 2">
            <a:extLst>
              <a:ext uri="{FF2B5EF4-FFF2-40B4-BE49-F238E27FC236}">
                <a16:creationId xmlns:a16="http://schemas.microsoft.com/office/drawing/2014/main" id="{8D594DB6-1590-57E0-3FA6-80F4A2D075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4363" y="3484563"/>
            <a:ext cx="8248650" cy="1862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 name="组合 3">
            <a:extLst>
              <a:ext uri="{FF2B5EF4-FFF2-40B4-BE49-F238E27FC236}">
                <a16:creationId xmlns:a16="http://schemas.microsoft.com/office/drawing/2014/main" id="{6946A38C-A879-0F6A-3F7E-F2D781A1946B}"/>
              </a:ext>
            </a:extLst>
          </p:cNvPr>
          <p:cNvGrpSpPr>
            <a:grpSpLocks/>
          </p:cNvGrpSpPr>
          <p:nvPr/>
        </p:nvGrpSpPr>
        <p:grpSpPr bwMode="auto">
          <a:xfrm>
            <a:off x="244475" y="4586288"/>
            <a:ext cx="3238500" cy="522287"/>
            <a:chOff x="244995" y="4948666"/>
            <a:chExt cx="3238434" cy="523220"/>
          </a:xfrm>
        </p:grpSpPr>
        <p:sp>
          <p:nvSpPr>
            <p:cNvPr id="34827" name="右箭头 2">
              <a:extLst>
                <a:ext uri="{FF2B5EF4-FFF2-40B4-BE49-F238E27FC236}">
                  <a16:creationId xmlns:a16="http://schemas.microsoft.com/office/drawing/2014/main" id="{B15DE4A4-BCA9-156F-8C49-FF64A3B33B73}"/>
                </a:ext>
              </a:extLst>
            </p:cNvPr>
            <p:cNvSpPr>
              <a:spLocks noChangeArrowheads="1"/>
            </p:cNvSpPr>
            <p:nvPr/>
          </p:nvSpPr>
          <p:spPr bwMode="auto">
            <a:xfrm>
              <a:off x="1986709" y="5138057"/>
              <a:ext cx="1496720" cy="217714"/>
            </a:xfrm>
            <a:prstGeom prst="rightArrow">
              <a:avLst>
                <a:gd name="adj1" fmla="val 50000"/>
                <a:gd name="adj2" fmla="val 50001"/>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6EBF8450-1EF8-A813-6ADC-1E69EE31FCD2}"/>
                </a:ext>
              </a:extLst>
            </p:cNvPr>
            <p:cNvSpPr/>
            <p:nvPr/>
          </p:nvSpPr>
          <p:spPr>
            <a:xfrm>
              <a:off x="244995" y="4948666"/>
              <a:ext cx="1741453" cy="523220"/>
            </a:xfrm>
            <a:prstGeom prst="rect">
              <a:avLst/>
            </a:prstGeom>
          </p:spPr>
          <p:txBody>
            <a:bodyPr>
              <a:spAutoFit/>
            </a:bodyPr>
            <a:lstStyle/>
            <a:p>
              <a:pPr>
                <a:buFont typeface="Arial" charset="0"/>
                <a:buNone/>
                <a:defRPr/>
              </a:pPr>
              <a:r>
                <a:rPr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Gap Lock</a:t>
              </a:r>
              <a:endPar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endParaRPr>
            </a:p>
          </p:txBody>
        </p:sp>
      </p:grpSp>
      <p:grpSp>
        <p:nvGrpSpPr>
          <p:cNvPr id="10" name="组合 9">
            <a:extLst>
              <a:ext uri="{FF2B5EF4-FFF2-40B4-BE49-F238E27FC236}">
                <a16:creationId xmlns:a16="http://schemas.microsoft.com/office/drawing/2014/main" id="{91D8D793-2E7A-924C-C176-4A4762A573B4}"/>
              </a:ext>
            </a:extLst>
          </p:cNvPr>
          <p:cNvGrpSpPr>
            <a:grpSpLocks/>
          </p:cNvGrpSpPr>
          <p:nvPr/>
        </p:nvGrpSpPr>
        <p:grpSpPr bwMode="auto">
          <a:xfrm>
            <a:off x="366713" y="4419600"/>
            <a:ext cx="2971800" cy="804863"/>
            <a:chOff x="367492" y="4782911"/>
            <a:chExt cx="2970794" cy="805089"/>
          </a:xfrm>
        </p:grpSpPr>
        <p:sp>
          <p:nvSpPr>
            <p:cNvPr id="34825" name="左大括号 4">
              <a:extLst>
                <a:ext uri="{FF2B5EF4-FFF2-40B4-BE49-F238E27FC236}">
                  <a16:creationId xmlns:a16="http://schemas.microsoft.com/office/drawing/2014/main" id="{04828E8D-EFF9-5E9B-E11C-8FCC0F2ADF22}"/>
                </a:ext>
              </a:extLst>
            </p:cNvPr>
            <p:cNvSpPr>
              <a:spLocks/>
            </p:cNvSpPr>
            <p:nvPr/>
          </p:nvSpPr>
          <p:spPr bwMode="auto">
            <a:xfrm>
              <a:off x="2931886" y="4782911"/>
              <a:ext cx="406400" cy="805089"/>
            </a:xfrm>
            <a:prstGeom prst="leftBrace">
              <a:avLst>
                <a:gd name="adj1" fmla="val 8337"/>
                <a:gd name="adj2" fmla="val 51801"/>
              </a:avLst>
            </a:prstGeom>
            <a:solidFill>
              <a:srgbClr val="FF0000"/>
            </a:solidFill>
            <a:ln w="28575" algn="ctr">
              <a:solidFill>
                <a:schemeClr val="tx1"/>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 name="矩形 17">
              <a:extLst>
                <a:ext uri="{FF2B5EF4-FFF2-40B4-BE49-F238E27FC236}">
                  <a16:creationId xmlns:a16="http://schemas.microsoft.com/office/drawing/2014/main" id="{750E9224-B7C5-250B-87C6-E9F8342F3CA9}"/>
                </a:ext>
              </a:extLst>
            </p:cNvPr>
            <p:cNvSpPr/>
            <p:nvPr/>
          </p:nvSpPr>
          <p:spPr>
            <a:xfrm>
              <a:off x="367492" y="4941706"/>
              <a:ext cx="2564532" cy="524022"/>
            </a:xfrm>
            <a:prstGeom prst="rect">
              <a:avLst/>
            </a:prstGeom>
          </p:spPr>
          <p:txBody>
            <a:bodyPr>
              <a:spAutoFit/>
            </a:bodyPr>
            <a:lstStyle/>
            <a:p>
              <a:pPr>
                <a:buFont typeface="Arial" charset="0"/>
                <a:buNone/>
                <a:defRPr/>
              </a:pPr>
              <a:r>
                <a:rPr lang="en-US" altLang="zh-CN" sz="2800" b="1" dirty="0">
                  <a:solidFill>
                    <a:srgbClr val="FF0000"/>
                  </a:solidFill>
                  <a:effectLst>
                    <a:outerShdw blurRad="38100" dist="38100" dir="2700000" algn="tl">
                      <a:srgbClr val="C0C0C0"/>
                    </a:outerShdw>
                  </a:effectLst>
                  <a:latin typeface="楷体_GB2312" pitchFamily="49" charset="-122"/>
                  <a:ea typeface="楷体_GB2312" pitchFamily="49" charset="-122"/>
                </a:rPr>
                <a:t>Next-Key Lock</a:t>
              </a:r>
              <a:endParaRPr lang="zh-CN" altLang="en-US" sz="2800" b="1" dirty="0">
                <a:solidFill>
                  <a:srgbClr val="FF0000"/>
                </a:solidFill>
                <a:effectLst>
                  <a:outerShdw blurRad="38100" dist="38100" dir="2700000" algn="tl">
                    <a:srgbClr val="C0C0C0"/>
                  </a:outerShdw>
                </a:effectLst>
                <a:latin typeface="楷体_GB2312" pitchFamily="49" charset="-122"/>
                <a:ea typeface="楷体_GB2312" pitchFamily="49" charset="-122"/>
              </a:endParaRPr>
            </a:p>
          </p:txBody>
        </p:sp>
      </p:grpSp>
      <p:sp>
        <p:nvSpPr>
          <p:cNvPr id="11" name="矩形 10">
            <a:extLst>
              <a:ext uri="{FF2B5EF4-FFF2-40B4-BE49-F238E27FC236}">
                <a16:creationId xmlns:a16="http://schemas.microsoft.com/office/drawing/2014/main" id="{518190E9-B615-F57C-2384-E5BF4A561E03}"/>
              </a:ext>
            </a:extLst>
          </p:cNvPr>
          <p:cNvSpPr/>
          <p:nvPr/>
        </p:nvSpPr>
        <p:spPr>
          <a:xfrm>
            <a:off x="654050" y="5729288"/>
            <a:ext cx="11088688" cy="954087"/>
          </a:xfrm>
          <a:prstGeom prst="rect">
            <a:avLst/>
          </a:prstGeom>
        </p:spPr>
        <p:txBody>
          <a:bodyPr>
            <a:spAutoFit/>
          </a:bodyPr>
          <a:lstStyle/>
          <a:p>
            <a:pPr>
              <a:buFont typeface="Arial" charset="0"/>
              <a:buNone/>
              <a:defRPr/>
            </a:pP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思考题：</a:t>
            </a:r>
            <a:r>
              <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rPr>
              <a:t>SELECT * FROM account  WHERE </a:t>
            </a:r>
            <a:r>
              <a:rPr lang="en-US" altLang="zh-CN" sz="2800" b="1" dirty="0" err="1">
                <a:solidFill>
                  <a:schemeClr val="tx2"/>
                </a:solidFill>
                <a:effectLst>
                  <a:outerShdw blurRad="38100" dist="38100" dir="2700000" algn="tl">
                    <a:srgbClr val="C0C0C0"/>
                  </a:outerShdw>
                </a:effectLst>
                <a:latin typeface="楷体_GB2312" pitchFamily="49" charset="-122"/>
                <a:ea typeface="楷体_GB2312" pitchFamily="49" charset="-122"/>
              </a:rPr>
              <a:t>account_id</a:t>
            </a:r>
            <a:r>
              <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rPr>
              <a:t>=202202 FOR UPDATE; </a:t>
            </a:r>
            <a:r>
              <a:rPr lang="zh-CN" altLang="en-US" sz="2800" b="1" dirty="0">
                <a:solidFill>
                  <a:schemeClr val="tx2"/>
                </a:solidFill>
                <a:effectLst>
                  <a:outerShdw blurRad="38100" dist="38100" dir="2700000" algn="tl">
                    <a:srgbClr val="C0C0C0"/>
                  </a:outerShdw>
                </a:effectLst>
                <a:latin typeface="楷体_GB2312" pitchFamily="49" charset="-122"/>
                <a:ea typeface="楷体_GB2312" pitchFamily="49" charset="-122"/>
              </a:rPr>
              <a:t>在</a:t>
            </a:r>
            <a:r>
              <a:rPr lang="en-US" altLang="zh-CN" sz="2800" b="1" dirty="0">
                <a:solidFill>
                  <a:schemeClr val="tx2"/>
                </a:solidFill>
                <a:effectLst>
                  <a:outerShdw blurRad="38100" dist="38100" dir="2700000" algn="tl">
                    <a:srgbClr val="C0C0C0"/>
                  </a:outerShdw>
                </a:effectLst>
                <a:latin typeface="楷体_GB2312" pitchFamily="49" charset="-122"/>
                <a:ea typeface="楷体_GB2312" pitchFamily="49" charset="-122"/>
              </a:rPr>
              <a:t>Repeatable Read</a:t>
            </a:r>
            <a:r>
              <a:rPr lang="zh-CN" altLang="en-US" sz="2800" b="1" dirty="0">
                <a:solidFill>
                  <a:schemeClr val="tx2"/>
                </a:solidFill>
                <a:effectLst>
                  <a:outerShdw blurRad="38100" dist="38100" dir="2700000" algn="tl">
                    <a:srgbClr val="C0C0C0"/>
                  </a:outerShdw>
                </a:effectLst>
                <a:latin typeface="楷体_GB2312" pitchFamily="49" charset="-122"/>
                <a:ea typeface="楷体_GB2312" pitchFamily="49" charset="-122"/>
              </a:rPr>
              <a:t>隔离级别下加什么锁？</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xit" presetSubtype="0" fill="hold" nodeType="clickEffect">
                                  <p:stCondLst>
                                    <p:cond delay="0"/>
                                  </p:stCondLst>
                                  <p:childTnLst>
                                    <p:animEffect transition="out" filter="fade">
                                      <p:cBhvr>
                                        <p:cTn id="12" dur="500"/>
                                        <p:tgtEl>
                                          <p:spTgt spid="4"/>
                                        </p:tgtEl>
                                      </p:cBhvr>
                                    </p:animEffect>
                                    <p:set>
                                      <p:cBhvr>
                                        <p:cTn id="13" dur="1" fill="hold">
                                          <p:stCondLst>
                                            <p:cond delay="499"/>
                                          </p:stCondLst>
                                        </p:cTn>
                                        <p:tgtEl>
                                          <p:spTgt spid="4"/>
                                        </p:tgtEl>
                                        <p:attrNameLst>
                                          <p:attrName>style.visibility</p:attrName>
                                        </p:attrNameLst>
                                      </p:cBhvr>
                                      <p:to>
                                        <p:strVal val="hidden"/>
                                      </p:to>
                                    </p:set>
                                  </p:childTnLst>
                                </p:cTn>
                              </p:par>
                              <p:par>
                                <p:cTn id="14" presetID="2" presetClass="entr" presetSubtype="2"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1+#ppt_w/2"/>
                                          </p:val>
                                        </p:tav>
                                        <p:tav tm="100000">
                                          <p:val>
                                            <p:strVal val="#ppt_x"/>
                                          </p:val>
                                        </p:tav>
                                      </p:tavLst>
                                    </p:anim>
                                    <p:anim calcmode="lin" valueType="num">
                                      <p:cBhvr additive="base">
                                        <p:cTn id="17" dur="500" fill="hold"/>
                                        <p:tgtEl>
                                          <p:spTgt spid="9"/>
                                        </p:tgtEl>
                                        <p:attrNameLst>
                                          <p:attrName>ppt_y</p:attrName>
                                        </p:attrNameLst>
                                      </p:cBhvr>
                                      <p:tavLst>
                                        <p:tav tm="0">
                                          <p:val>
                                            <p:strVal val="#ppt_y"/>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500" fill="hold"/>
                                        <p:tgtEl>
                                          <p:spTgt spid="10"/>
                                        </p:tgtEl>
                                        <p:attrNameLst>
                                          <p:attrName>ppt_x</p:attrName>
                                        </p:attrNameLst>
                                      </p:cBhvr>
                                      <p:tavLst>
                                        <p:tav tm="0">
                                          <p:val>
                                            <p:strVal val="#ppt_x"/>
                                          </p:val>
                                        </p:tav>
                                        <p:tav tm="100000">
                                          <p:val>
                                            <p:strVal val="#ppt_x"/>
                                          </p:val>
                                        </p:tav>
                                      </p:tavLst>
                                    </p:anim>
                                    <p:anim calcmode="lin" valueType="num">
                                      <p:cBhvr additive="base">
                                        <p:cTn id="2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E97EF552-2842-2793-EFD8-B2AA18178F34}"/>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rPr>
              <a:t>本讲内容回顾</a:t>
            </a:r>
          </a:p>
        </p:txBody>
      </p:sp>
      <p:sp>
        <p:nvSpPr>
          <p:cNvPr id="62" name="椭圆 61">
            <a:extLst>
              <a:ext uri="{FF2B5EF4-FFF2-40B4-BE49-F238E27FC236}">
                <a16:creationId xmlns:a16="http://schemas.microsoft.com/office/drawing/2014/main" id="{F2A50CB1-21A9-6F80-1E70-F1BBB6FFCD45}"/>
              </a:ext>
            </a:extLst>
          </p:cNvPr>
          <p:cNvSpPr>
            <a:spLocks noChangeArrowheads="1"/>
          </p:cNvSpPr>
          <p:nvPr/>
        </p:nvSpPr>
        <p:spPr bwMode="auto">
          <a:xfrm>
            <a:off x="266700" y="2852738"/>
            <a:ext cx="1625600" cy="86360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000" b="1">
                <a:solidFill>
                  <a:schemeClr val="bg1"/>
                </a:solidFill>
                <a:latin typeface="微软雅黑" panose="020B0503020204020204" pitchFamily="34" charset="-122"/>
                <a:ea typeface="微软雅黑" panose="020B0503020204020204" pitchFamily="34" charset="-122"/>
              </a:rPr>
              <a:t>事务概念</a:t>
            </a:r>
          </a:p>
        </p:txBody>
      </p:sp>
      <p:grpSp>
        <p:nvGrpSpPr>
          <p:cNvPr id="15" name="组合 14">
            <a:extLst>
              <a:ext uri="{FF2B5EF4-FFF2-40B4-BE49-F238E27FC236}">
                <a16:creationId xmlns:a16="http://schemas.microsoft.com/office/drawing/2014/main" id="{B8A3A7DB-2708-00DE-CEA6-589765BB73AC}"/>
              </a:ext>
            </a:extLst>
          </p:cNvPr>
          <p:cNvGrpSpPr>
            <a:grpSpLocks/>
          </p:cNvGrpSpPr>
          <p:nvPr/>
        </p:nvGrpSpPr>
        <p:grpSpPr bwMode="auto">
          <a:xfrm>
            <a:off x="1892300" y="2852738"/>
            <a:ext cx="2678113" cy="863600"/>
            <a:chOff x="2139115" y="4869100"/>
            <a:chExt cx="2000206" cy="864060"/>
          </a:xfrm>
        </p:grpSpPr>
        <p:sp>
          <p:nvSpPr>
            <p:cNvPr id="35851" name="椭圆 63">
              <a:extLst>
                <a:ext uri="{FF2B5EF4-FFF2-40B4-BE49-F238E27FC236}">
                  <a16:creationId xmlns:a16="http://schemas.microsoft.com/office/drawing/2014/main" id="{4579AD0B-0ED2-2E1F-ECF6-EA9203A58EA4}"/>
                </a:ext>
              </a:extLst>
            </p:cNvPr>
            <p:cNvSpPr>
              <a:spLocks noChangeArrowheads="1"/>
            </p:cNvSpPr>
            <p:nvPr/>
          </p:nvSpPr>
          <p:spPr bwMode="auto">
            <a:xfrm>
              <a:off x="2714940" y="4869100"/>
              <a:ext cx="1424381" cy="86406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chemeClr val="bg1"/>
                  </a:solidFill>
                  <a:latin typeface="微软雅黑" panose="020B0503020204020204" pitchFamily="34" charset="-122"/>
                  <a:ea typeface="微软雅黑" panose="020B0503020204020204" pitchFamily="34" charset="-122"/>
                </a:rPr>
                <a:t>JDBC</a:t>
              </a:r>
              <a:r>
                <a:rPr lang="zh-CN" altLang="en-US" sz="2000" b="1">
                  <a:solidFill>
                    <a:schemeClr val="bg1"/>
                  </a:solidFill>
                  <a:latin typeface="微软雅黑" panose="020B0503020204020204" pitchFamily="34" charset="-122"/>
                  <a:ea typeface="微软雅黑" panose="020B0503020204020204" pitchFamily="34" charset="-122"/>
                </a:rPr>
                <a:t>事务</a:t>
              </a:r>
            </a:p>
          </p:txBody>
        </p:sp>
        <p:sp>
          <p:nvSpPr>
            <p:cNvPr id="35852" name="右箭头 64">
              <a:extLst>
                <a:ext uri="{FF2B5EF4-FFF2-40B4-BE49-F238E27FC236}">
                  <a16:creationId xmlns:a16="http://schemas.microsoft.com/office/drawing/2014/main" id="{CA9D5348-F506-7C91-E31F-8C808696A84D}"/>
                </a:ext>
              </a:extLst>
            </p:cNvPr>
            <p:cNvSpPr>
              <a:spLocks noChangeArrowheads="1"/>
            </p:cNvSpPr>
            <p:nvPr/>
          </p:nvSpPr>
          <p:spPr bwMode="auto">
            <a:xfrm>
              <a:off x="2139115" y="5139478"/>
              <a:ext cx="575825" cy="323303"/>
            </a:xfrm>
            <a:prstGeom prst="rightArrow">
              <a:avLst>
                <a:gd name="adj1" fmla="val 50000"/>
                <a:gd name="adj2" fmla="val 50002"/>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grpSp>
      <p:sp>
        <p:nvSpPr>
          <p:cNvPr id="69" name="椭圆 68">
            <a:extLst>
              <a:ext uri="{FF2B5EF4-FFF2-40B4-BE49-F238E27FC236}">
                <a16:creationId xmlns:a16="http://schemas.microsoft.com/office/drawing/2014/main" id="{817B7BA9-37BE-A1EA-7C8C-2EAF455DFCF7}"/>
              </a:ext>
            </a:extLst>
          </p:cNvPr>
          <p:cNvSpPr>
            <a:spLocks noChangeArrowheads="1"/>
          </p:cNvSpPr>
          <p:nvPr/>
        </p:nvSpPr>
        <p:spPr bwMode="auto">
          <a:xfrm>
            <a:off x="5145088" y="2852738"/>
            <a:ext cx="1746250" cy="86360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000" b="1">
                <a:solidFill>
                  <a:schemeClr val="bg1"/>
                </a:solidFill>
                <a:latin typeface="微软雅黑" panose="020B0503020204020204" pitchFamily="34" charset="-122"/>
                <a:ea typeface="微软雅黑" panose="020B0503020204020204" pitchFamily="34" charset="-122"/>
              </a:rPr>
              <a:t>事务的并发问题</a:t>
            </a:r>
          </a:p>
        </p:txBody>
      </p:sp>
      <p:sp>
        <p:nvSpPr>
          <p:cNvPr id="70" name="右箭头 69">
            <a:extLst>
              <a:ext uri="{FF2B5EF4-FFF2-40B4-BE49-F238E27FC236}">
                <a16:creationId xmlns:a16="http://schemas.microsoft.com/office/drawing/2014/main" id="{96BF5394-E932-1539-81CE-EEBFADBEEF65}"/>
              </a:ext>
            </a:extLst>
          </p:cNvPr>
          <p:cNvSpPr>
            <a:spLocks noChangeArrowheads="1"/>
          </p:cNvSpPr>
          <p:nvPr/>
        </p:nvSpPr>
        <p:spPr bwMode="auto">
          <a:xfrm>
            <a:off x="4570413" y="3122613"/>
            <a:ext cx="574675" cy="323850"/>
          </a:xfrm>
          <a:prstGeom prst="rightArrow">
            <a:avLst>
              <a:gd name="adj1" fmla="val 50000"/>
              <a:gd name="adj2" fmla="val 49818"/>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71" name="椭圆 70">
            <a:extLst>
              <a:ext uri="{FF2B5EF4-FFF2-40B4-BE49-F238E27FC236}">
                <a16:creationId xmlns:a16="http://schemas.microsoft.com/office/drawing/2014/main" id="{639C3FF6-DAA8-1B4C-0511-1AA979B70091}"/>
              </a:ext>
            </a:extLst>
          </p:cNvPr>
          <p:cNvSpPr>
            <a:spLocks noChangeArrowheads="1"/>
          </p:cNvSpPr>
          <p:nvPr/>
        </p:nvSpPr>
        <p:spPr bwMode="auto">
          <a:xfrm>
            <a:off x="7480300" y="2852738"/>
            <a:ext cx="1787525" cy="86360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000" b="1">
                <a:solidFill>
                  <a:schemeClr val="bg1"/>
                </a:solidFill>
                <a:latin typeface="微软雅黑" panose="020B0503020204020204" pitchFamily="34" charset="-122"/>
                <a:ea typeface="微软雅黑" panose="020B0503020204020204" pitchFamily="34" charset="-122"/>
              </a:rPr>
              <a:t>事务的隔离级别</a:t>
            </a:r>
          </a:p>
        </p:txBody>
      </p:sp>
      <p:sp>
        <p:nvSpPr>
          <p:cNvPr id="72" name="椭圆 71">
            <a:extLst>
              <a:ext uri="{FF2B5EF4-FFF2-40B4-BE49-F238E27FC236}">
                <a16:creationId xmlns:a16="http://schemas.microsoft.com/office/drawing/2014/main" id="{7648D2C9-CBAB-F9DE-DB59-A4D74ACB80E0}"/>
              </a:ext>
            </a:extLst>
          </p:cNvPr>
          <p:cNvSpPr>
            <a:spLocks noChangeArrowheads="1"/>
          </p:cNvSpPr>
          <p:nvPr/>
        </p:nvSpPr>
        <p:spPr bwMode="auto">
          <a:xfrm>
            <a:off x="9791700" y="2852738"/>
            <a:ext cx="1868488" cy="86360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lgn="ctr"/>
            <a:r>
              <a:rPr lang="zh-CN" altLang="en-US" sz="2000" b="1">
                <a:solidFill>
                  <a:schemeClr val="bg1"/>
                </a:solidFill>
                <a:latin typeface="微软雅黑" panose="020B0503020204020204" pitchFamily="34" charset="-122"/>
                <a:ea typeface="微软雅黑" panose="020B0503020204020204" pitchFamily="34" charset="-122"/>
              </a:rPr>
              <a:t>锁</a:t>
            </a:r>
          </a:p>
        </p:txBody>
      </p:sp>
      <p:sp>
        <p:nvSpPr>
          <p:cNvPr id="73" name="右箭头 72">
            <a:extLst>
              <a:ext uri="{FF2B5EF4-FFF2-40B4-BE49-F238E27FC236}">
                <a16:creationId xmlns:a16="http://schemas.microsoft.com/office/drawing/2014/main" id="{76343526-F5BF-6FD2-65BB-F32E311B081F}"/>
              </a:ext>
            </a:extLst>
          </p:cNvPr>
          <p:cNvSpPr>
            <a:spLocks noChangeArrowheads="1"/>
          </p:cNvSpPr>
          <p:nvPr/>
        </p:nvSpPr>
        <p:spPr bwMode="auto">
          <a:xfrm>
            <a:off x="6891338" y="3122613"/>
            <a:ext cx="574675" cy="323850"/>
          </a:xfrm>
          <a:prstGeom prst="rightArrow">
            <a:avLst>
              <a:gd name="adj1" fmla="val 50000"/>
              <a:gd name="adj2" fmla="val 49818"/>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74" name="右箭头 73">
            <a:extLst>
              <a:ext uri="{FF2B5EF4-FFF2-40B4-BE49-F238E27FC236}">
                <a16:creationId xmlns:a16="http://schemas.microsoft.com/office/drawing/2014/main" id="{7E06AF40-9F43-FBB9-2E0C-BE601AD8CED8}"/>
              </a:ext>
            </a:extLst>
          </p:cNvPr>
          <p:cNvSpPr>
            <a:spLocks noChangeArrowheads="1"/>
          </p:cNvSpPr>
          <p:nvPr/>
        </p:nvSpPr>
        <p:spPr bwMode="auto">
          <a:xfrm>
            <a:off x="9217025" y="3122613"/>
            <a:ext cx="574675" cy="323850"/>
          </a:xfrm>
          <a:prstGeom prst="rightArrow">
            <a:avLst>
              <a:gd name="adj1" fmla="val 50000"/>
              <a:gd name="adj2" fmla="val 49818"/>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500" fill="hold"/>
                                        <p:tgtEl>
                                          <p:spTgt spid="62"/>
                                        </p:tgtEl>
                                        <p:attrNameLst>
                                          <p:attrName>ppt_x</p:attrName>
                                        </p:attrNameLst>
                                      </p:cBhvr>
                                      <p:tavLst>
                                        <p:tav tm="0">
                                          <p:val>
                                            <p:strVal val="#ppt_x"/>
                                          </p:val>
                                        </p:tav>
                                        <p:tav tm="100000">
                                          <p:val>
                                            <p:strVal val="#ppt_x"/>
                                          </p:val>
                                        </p:tav>
                                      </p:tavLst>
                                    </p:anim>
                                    <p:anim calcmode="lin" valueType="num">
                                      <p:cBhvr additive="base">
                                        <p:cTn id="8" dur="500" fill="hold"/>
                                        <p:tgtEl>
                                          <p:spTgt spid="6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9"/>
                                        </p:tgtEl>
                                        <p:attrNameLst>
                                          <p:attrName>style.visibility</p:attrName>
                                        </p:attrNameLst>
                                      </p:cBhvr>
                                      <p:to>
                                        <p:strVal val="visible"/>
                                      </p:to>
                                    </p:set>
                                    <p:anim calcmode="lin" valueType="num">
                                      <p:cBhvr additive="base">
                                        <p:cTn id="15" dur="500" fill="hold"/>
                                        <p:tgtEl>
                                          <p:spTgt spid="69"/>
                                        </p:tgtEl>
                                        <p:attrNameLst>
                                          <p:attrName>ppt_x</p:attrName>
                                        </p:attrNameLst>
                                      </p:cBhvr>
                                      <p:tavLst>
                                        <p:tav tm="0">
                                          <p:val>
                                            <p:strVal val="#ppt_x"/>
                                          </p:val>
                                        </p:tav>
                                        <p:tav tm="100000">
                                          <p:val>
                                            <p:strVal val="#ppt_x"/>
                                          </p:val>
                                        </p:tav>
                                      </p:tavLst>
                                    </p:anim>
                                    <p:anim calcmode="lin" valueType="num">
                                      <p:cBhvr additive="base">
                                        <p:cTn id="16" dur="500" fill="hold"/>
                                        <p:tgtEl>
                                          <p:spTgt spid="6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0"/>
                                        </p:tgtEl>
                                        <p:attrNameLst>
                                          <p:attrName>style.visibility</p:attrName>
                                        </p:attrNameLst>
                                      </p:cBhvr>
                                      <p:to>
                                        <p:strVal val="visible"/>
                                      </p:to>
                                    </p:set>
                                    <p:anim calcmode="lin" valueType="num">
                                      <p:cBhvr additive="base">
                                        <p:cTn id="19" dur="500" fill="hold"/>
                                        <p:tgtEl>
                                          <p:spTgt spid="70"/>
                                        </p:tgtEl>
                                        <p:attrNameLst>
                                          <p:attrName>ppt_x</p:attrName>
                                        </p:attrNameLst>
                                      </p:cBhvr>
                                      <p:tavLst>
                                        <p:tav tm="0">
                                          <p:val>
                                            <p:strVal val="#ppt_x"/>
                                          </p:val>
                                        </p:tav>
                                        <p:tav tm="100000">
                                          <p:val>
                                            <p:strVal val="#ppt_x"/>
                                          </p:val>
                                        </p:tav>
                                      </p:tavLst>
                                    </p:anim>
                                    <p:anim calcmode="lin" valueType="num">
                                      <p:cBhvr additive="base">
                                        <p:cTn id="20" dur="500" fill="hold"/>
                                        <p:tgtEl>
                                          <p:spTgt spid="7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1"/>
                                        </p:tgtEl>
                                        <p:attrNameLst>
                                          <p:attrName>style.visibility</p:attrName>
                                        </p:attrNameLst>
                                      </p:cBhvr>
                                      <p:to>
                                        <p:strVal val="visible"/>
                                      </p:to>
                                    </p:set>
                                    <p:anim calcmode="lin" valueType="num">
                                      <p:cBhvr additive="base">
                                        <p:cTn id="23" dur="500" fill="hold"/>
                                        <p:tgtEl>
                                          <p:spTgt spid="71"/>
                                        </p:tgtEl>
                                        <p:attrNameLst>
                                          <p:attrName>ppt_x</p:attrName>
                                        </p:attrNameLst>
                                      </p:cBhvr>
                                      <p:tavLst>
                                        <p:tav tm="0">
                                          <p:val>
                                            <p:strVal val="#ppt_x"/>
                                          </p:val>
                                        </p:tav>
                                        <p:tav tm="100000">
                                          <p:val>
                                            <p:strVal val="#ppt_x"/>
                                          </p:val>
                                        </p:tav>
                                      </p:tavLst>
                                    </p:anim>
                                    <p:anim calcmode="lin" valueType="num">
                                      <p:cBhvr additive="base">
                                        <p:cTn id="24" dur="500" fill="hold"/>
                                        <p:tgtEl>
                                          <p:spTgt spid="7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2"/>
                                        </p:tgtEl>
                                        <p:attrNameLst>
                                          <p:attrName>style.visibility</p:attrName>
                                        </p:attrNameLst>
                                      </p:cBhvr>
                                      <p:to>
                                        <p:strVal val="visible"/>
                                      </p:to>
                                    </p:set>
                                    <p:anim calcmode="lin" valueType="num">
                                      <p:cBhvr additive="base">
                                        <p:cTn id="27" dur="500" fill="hold"/>
                                        <p:tgtEl>
                                          <p:spTgt spid="72"/>
                                        </p:tgtEl>
                                        <p:attrNameLst>
                                          <p:attrName>ppt_x</p:attrName>
                                        </p:attrNameLst>
                                      </p:cBhvr>
                                      <p:tavLst>
                                        <p:tav tm="0">
                                          <p:val>
                                            <p:strVal val="#ppt_x"/>
                                          </p:val>
                                        </p:tav>
                                        <p:tav tm="100000">
                                          <p:val>
                                            <p:strVal val="#ppt_x"/>
                                          </p:val>
                                        </p:tav>
                                      </p:tavLst>
                                    </p:anim>
                                    <p:anim calcmode="lin" valueType="num">
                                      <p:cBhvr additive="base">
                                        <p:cTn id="28" dur="500" fill="hold"/>
                                        <p:tgtEl>
                                          <p:spTgt spid="7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3"/>
                                        </p:tgtEl>
                                        <p:attrNameLst>
                                          <p:attrName>style.visibility</p:attrName>
                                        </p:attrNameLst>
                                      </p:cBhvr>
                                      <p:to>
                                        <p:strVal val="visible"/>
                                      </p:to>
                                    </p:set>
                                    <p:anim calcmode="lin" valueType="num">
                                      <p:cBhvr additive="base">
                                        <p:cTn id="31" dur="500" fill="hold"/>
                                        <p:tgtEl>
                                          <p:spTgt spid="73"/>
                                        </p:tgtEl>
                                        <p:attrNameLst>
                                          <p:attrName>ppt_x</p:attrName>
                                        </p:attrNameLst>
                                      </p:cBhvr>
                                      <p:tavLst>
                                        <p:tav tm="0">
                                          <p:val>
                                            <p:strVal val="#ppt_x"/>
                                          </p:val>
                                        </p:tav>
                                        <p:tav tm="100000">
                                          <p:val>
                                            <p:strVal val="#ppt_x"/>
                                          </p:val>
                                        </p:tav>
                                      </p:tavLst>
                                    </p:anim>
                                    <p:anim calcmode="lin" valueType="num">
                                      <p:cBhvr additive="base">
                                        <p:cTn id="32" dur="500" fill="hold"/>
                                        <p:tgtEl>
                                          <p:spTgt spid="7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74"/>
                                        </p:tgtEl>
                                        <p:attrNameLst>
                                          <p:attrName>style.visibility</p:attrName>
                                        </p:attrNameLst>
                                      </p:cBhvr>
                                      <p:to>
                                        <p:strVal val="visible"/>
                                      </p:to>
                                    </p:set>
                                    <p:anim calcmode="lin" valueType="num">
                                      <p:cBhvr additive="base">
                                        <p:cTn id="35" dur="500" fill="hold"/>
                                        <p:tgtEl>
                                          <p:spTgt spid="74"/>
                                        </p:tgtEl>
                                        <p:attrNameLst>
                                          <p:attrName>ppt_x</p:attrName>
                                        </p:attrNameLst>
                                      </p:cBhvr>
                                      <p:tavLst>
                                        <p:tav tm="0">
                                          <p:val>
                                            <p:strVal val="#ppt_x"/>
                                          </p:val>
                                        </p:tav>
                                        <p:tav tm="100000">
                                          <p:val>
                                            <p:strVal val="#ppt_x"/>
                                          </p:val>
                                        </p:tav>
                                      </p:tavLst>
                                    </p:anim>
                                    <p:anim calcmode="lin" valueType="num">
                                      <p:cBhvr additive="base">
                                        <p:cTn id="36"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9" grpId="0" animBg="1"/>
      <p:bldP spid="70" grpId="0" animBg="1"/>
      <p:bldP spid="71" grpId="0" animBg="1"/>
      <p:bldP spid="72" grpId="0" animBg="1"/>
      <p:bldP spid="73" grpId="0" animBg="1"/>
      <p:bldP spid="7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WordArt 3">
            <a:extLst>
              <a:ext uri="{FF2B5EF4-FFF2-40B4-BE49-F238E27FC236}">
                <a16:creationId xmlns:a16="http://schemas.microsoft.com/office/drawing/2014/main" id="{A306ED55-2973-CD68-0FFD-64956BEBE788}"/>
              </a:ext>
            </a:extLst>
          </p:cNvPr>
          <p:cNvSpPr>
            <a:spLocks noChangeArrowheads="1" noChangeShapeType="1" noTextEdit="1"/>
          </p:cNvSpPr>
          <p:nvPr/>
        </p:nvSpPr>
        <p:spPr bwMode="gray">
          <a:xfrm>
            <a:off x="2498725" y="3235325"/>
            <a:ext cx="7683500" cy="863600"/>
          </a:xfrm>
          <a:prstGeom prst="rect">
            <a:avLst/>
          </a:prstGeom>
        </p:spPr>
        <p:txBody>
          <a:bodyPr wrap="none" fromWordArt="1">
            <a:prstTxWarp prst="textDeflate">
              <a:avLst>
                <a:gd name="adj" fmla="val 0"/>
              </a:avLst>
            </a:prstTxWarp>
          </a:bodyPr>
          <a:lstStyle/>
          <a:p>
            <a:pPr algn="ctr"/>
            <a:r>
              <a:rPr lang="en-US" altLang="zh-CN" sz="3600" b="1" i="1" kern="10">
                <a:ln w="19050">
                  <a:solidFill>
                    <a:schemeClr val="bg1"/>
                  </a:solidFill>
                  <a:round/>
                  <a:headEnd/>
                  <a:tailEnd/>
                </a:ln>
                <a:gradFill rotWithShape="1">
                  <a:gsLst>
                    <a:gs pos="0">
                      <a:schemeClr val="tx1"/>
                    </a:gs>
                    <a:gs pos="100000">
                      <a:schemeClr val="hlink"/>
                    </a:gs>
                  </a:gsLst>
                  <a:lin ang="0" scaled="1"/>
                </a:gradFill>
                <a:effectLst>
                  <a:outerShdw dist="63500" dir="2212194" algn="ctr" rotWithShape="0">
                    <a:schemeClr val="tx2">
                      <a:alpha val="50000"/>
                    </a:schemeClr>
                  </a:outerShdw>
                </a:effectLst>
                <a:cs typeface="Arial" panose="020B0604020202020204" pitchFamily="34" charset="0"/>
              </a:rPr>
              <a:t>Thank You !</a:t>
            </a:r>
            <a:endParaRPr lang="zh-CN" altLang="en-US" sz="3600" b="1" i="1" kern="10">
              <a:ln w="19050">
                <a:solidFill>
                  <a:schemeClr val="bg1"/>
                </a:solidFill>
                <a:round/>
                <a:headEnd/>
                <a:tailEnd/>
              </a:ln>
              <a:gradFill rotWithShape="1">
                <a:gsLst>
                  <a:gs pos="0">
                    <a:schemeClr val="tx1"/>
                  </a:gs>
                  <a:gs pos="100000">
                    <a:schemeClr val="hlink"/>
                  </a:gs>
                </a:gsLst>
                <a:lin ang="0" scaled="1"/>
              </a:gradFill>
              <a:effectLst>
                <a:outerShdw dist="63500" dir="2212194" algn="ctr" rotWithShape="0">
                  <a:schemeClr val="tx2">
                    <a:alpha val="50000"/>
                  </a:schemeClr>
                </a:outerShdw>
              </a:effectLst>
              <a:cs typeface="Arial" panose="020B0604020202020204" pitchFamily="34" charset="0"/>
            </a:endParaRPr>
          </a:p>
        </p:txBody>
      </p:sp>
      <p:sp>
        <p:nvSpPr>
          <p:cNvPr id="4" name="TextBox 6">
            <a:extLst>
              <a:ext uri="{FF2B5EF4-FFF2-40B4-BE49-F238E27FC236}">
                <a16:creationId xmlns:a16="http://schemas.microsoft.com/office/drawing/2014/main" id="{E96DE519-3C4E-A357-4307-6A2F07858094}"/>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rPr>
              <a:t>谢谢学习</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a:spPr>
      <a:bodyPr anchor="ctr"/>
      <a:lstStyle>
        <a:defPPr algn="ctr">
          <a:defRPr sz="3200" b="1" dirty="0">
            <a:solidFill>
              <a:schemeClr val="bg1"/>
            </a:solidFill>
            <a:latin typeface="微软雅黑" pitchFamily="34" charset="-122"/>
            <a:ea typeface="微软雅黑"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alt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19377</TotalTime>
  <Pages>0</Pages>
  <Words>2300</Words>
  <Characters>0</Characters>
  <Application>Microsoft Office PowerPoint</Application>
  <DocSecurity>0</DocSecurity>
  <PresentationFormat>自定义</PresentationFormat>
  <Lines>0</Lines>
  <Paragraphs>280</Paragraphs>
  <Slides>34</Slides>
  <Notes>4</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34</vt:i4>
      </vt:variant>
    </vt:vector>
  </HeadingPairs>
  <TitlesOfParts>
    <vt:vector size="50" baseType="lpstr">
      <vt:lpstr>Arial</vt:lpstr>
      <vt:lpstr>宋体</vt:lpstr>
      <vt:lpstr>Franklin Gothic Medium</vt:lpstr>
      <vt:lpstr>微软雅黑</vt:lpstr>
      <vt:lpstr>Calibri</vt:lpstr>
      <vt:lpstr>Franklin Gothic Book</vt:lpstr>
      <vt:lpstr>黑体</vt:lpstr>
      <vt:lpstr>Aharoni</vt:lpstr>
      <vt:lpstr>华文行楷</vt:lpstr>
      <vt:lpstr>Impact</vt:lpstr>
      <vt:lpstr>楷体_GB2312</vt:lpstr>
      <vt:lpstr>Wingdings</vt:lpstr>
      <vt:lpstr>Times New Roman</vt:lpstr>
      <vt:lpstr>Droid Serif</vt:lpstr>
      <vt:lpstr>Office 主题</vt:lpstr>
      <vt:lpstr>Microsoft Word 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PC</dc:creator>
  <cp:lastModifiedBy>zhuigz Lc</cp:lastModifiedBy>
  <cp:revision>518</cp:revision>
  <dcterms:created xsi:type="dcterms:W3CDTF">2014-10-24T14:22:44Z</dcterms:created>
  <dcterms:modified xsi:type="dcterms:W3CDTF">2026-09-22T11:16:51Z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2052-9.1.0.4855</vt:lpwstr>
  </property>
</Properties>
</file>