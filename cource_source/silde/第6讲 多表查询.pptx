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689" r:id="rId2"/>
    <p:sldId id="257" r:id="rId3"/>
    <p:sldId id="684" r:id="rId4"/>
    <p:sldId id="690" r:id="rId5"/>
    <p:sldId id="685" r:id="rId6"/>
    <p:sldId id="691" r:id="rId7"/>
    <p:sldId id="692" r:id="rId8"/>
    <p:sldId id="693" r:id="rId9"/>
    <p:sldId id="694" r:id="rId10"/>
    <p:sldId id="695" r:id="rId11"/>
    <p:sldId id="696" r:id="rId12"/>
    <p:sldId id="697" r:id="rId13"/>
    <p:sldId id="698" r:id="rId14"/>
    <p:sldId id="699" r:id="rId15"/>
    <p:sldId id="700" r:id="rId16"/>
    <p:sldId id="702" r:id="rId17"/>
    <p:sldId id="703" r:id="rId18"/>
    <p:sldId id="704" r:id="rId19"/>
    <p:sldId id="705" r:id="rId20"/>
    <p:sldId id="706" r:id="rId21"/>
    <p:sldId id="707" r:id="rId22"/>
    <p:sldId id="701" r:id="rId23"/>
    <p:sldId id="708" r:id="rId24"/>
    <p:sldId id="709" r:id="rId25"/>
    <p:sldId id="710" r:id="rId26"/>
    <p:sldId id="711" r:id="rId27"/>
    <p:sldId id="712" r:id="rId28"/>
    <p:sldId id="713" r:id="rId29"/>
    <p:sldId id="714" r:id="rId30"/>
    <p:sldId id="676" r:id="rId31"/>
    <p:sldId id="715" r:id="rId32"/>
    <p:sldId id="720" r:id="rId33"/>
    <p:sldId id="716" r:id="rId34"/>
    <p:sldId id="678" r:id="rId35"/>
    <p:sldId id="717" r:id="rId36"/>
    <p:sldId id="718" r:id="rId37"/>
    <p:sldId id="608" r:id="rId38"/>
    <p:sldId id="719" r:id="rId39"/>
  </p:sldIdLst>
  <p:sldSz cx="1219835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2">
          <p15:clr>
            <a:srgbClr val="A4A3A4"/>
          </p15:clr>
        </p15:guide>
        <p15:guide id="2" pos="384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9E47"/>
    <a:srgbClr val="3366FF"/>
    <a:srgbClr val="8AC739"/>
    <a:srgbClr val="FF9933"/>
    <a:srgbClr val="FF9900"/>
    <a:srgbClr val="CC9900"/>
    <a:srgbClr val="3399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6004" autoAdjust="0"/>
    <p:restoredTop sz="94660"/>
  </p:normalViewPr>
  <p:slideViewPr>
    <p:cSldViewPr>
      <p:cViewPr varScale="1">
        <p:scale>
          <a:sx n="72" d="100"/>
          <a:sy n="72" d="100"/>
        </p:scale>
        <p:origin x="630" y="72"/>
      </p:cViewPr>
      <p:guideLst>
        <p:guide orient="horz" pos="2102"/>
        <p:guide pos="384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454"/>
    </p:cViewPr>
  </p:sorterViewPr>
  <p:notesViewPr>
    <p:cSldViewPr>
      <p:cViewPr varScale="1">
        <p:scale>
          <a:sx n="54" d="100"/>
          <a:sy n="54" d="100"/>
        </p:scale>
        <p:origin x="-2880" y="-84"/>
      </p:cViewPr>
      <p:guideLst>
        <p:guide orient="horz" pos="2880"/>
        <p:guide pos="2160"/>
      </p:guideLst>
    </p:cSldViewPr>
  </p:notesViewPr>
  <p:gridSpacing cx="72005" cy="72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020A6DD3-7DA8-9A28-FCBC-11C4D6B997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buFont typeface="Arial" charset="0"/>
              <a:buNone/>
              <a:defRPr sz="1200"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B685068-C923-980C-5EED-7B53453397A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buFont typeface="Arial" charset="0"/>
              <a:buNone/>
              <a:defRPr sz="1200"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CD0493E-F833-49CA-BBC3-8E9C5E0B37CB}" type="datetimeFigureOut">
              <a:rPr lang="zh-CN" altLang="en-US"/>
              <a:pPr>
                <a:defRPr/>
              </a:pPr>
              <a:t>2026/9/22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B1053A2-EEEC-1484-4A0A-37483F1AE76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buFont typeface="Arial" charset="0"/>
              <a:buNone/>
              <a:defRPr sz="1200"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3901FF6-B632-8317-1A8D-8E686E0C3D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buFont typeface="Arial" panose="020B0604020202020204" pitchFamily="34" charset="0"/>
              <a:buNone/>
              <a:defRPr sz="1200" smtClean="0"/>
            </a:lvl1pPr>
          </a:lstStyle>
          <a:p>
            <a:pPr>
              <a:defRPr/>
            </a:pPr>
            <a:fld id="{7425AD25-C09B-44F6-8830-AB6CBC33788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>
            <a:extLst>
              <a:ext uri="{FF2B5EF4-FFF2-40B4-BE49-F238E27FC236}">
                <a16:creationId xmlns:a16="http://schemas.microsoft.com/office/drawing/2014/main" id="{54D7B93C-2E7A-817F-53B9-BF4CB2837A5D}"/>
              </a:ext>
            </a:extLst>
          </p:cNvPr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>
            <a:extLst>
              <a:ext uri="{FF2B5EF4-FFF2-40B4-BE49-F238E27FC236}">
                <a16:creationId xmlns:a16="http://schemas.microsoft.com/office/drawing/2014/main" id="{9291EBDE-3B64-D652-CD46-D555F98F074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589AA496-1590-4B61-8E07-105A3CAC5461}" type="datetime1">
              <a:rPr lang="zh-CN" altLang="en-US"/>
              <a:pPr>
                <a:defRPr/>
              </a:pPr>
              <a:t>2026/9/22</a:t>
            </a:fld>
            <a:endParaRPr lang="en-US" altLang="zh-CN" sz="1200"/>
          </a:p>
        </p:txBody>
      </p:sp>
      <p:sp>
        <p:nvSpPr>
          <p:cNvPr id="3076" name="幻灯片图像占位符 3">
            <a:extLst>
              <a:ext uri="{FF2B5EF4-FFF2-40B4-BE49-F238E27FC236}">
                <a16:creationId xmlns:a16="http://schemas.microsoft.com/office/drawing/2014/main" id="{4E5DA4B4-80A9-4CD4-BDD7-1D708011E711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4821" name="备注占位符 4">
            <a:extLst>
              <a:ext uri="{FF2B5EF4-FFF2-40B4-BE49-F238E27FC236}">
                <a16:creationId xmlns:a16="http://schemas.microsoft.com/office/drawing/2014/main" id="{F05679DE-282B-A894-36DC-60B5B791C4B1}"/>
              </a:ext>
            </a:extLst>
          </p:cNvPr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30000"/>
              </a:spcBef>
              <a:buFont typeface="Arial" charset="0"/>
              <a:buNone/>
              <a:defRPr/>
            </a:pPr>
            <a:r>
              <a:rPr lang="zh-CN" altLang="en-US" sz="1200">
                <a:solidFill>
                  <a:srgbClr val="000000"/>
                </a:solidFill>
              </a:rPr>
              <a:t>单击此处编辑母版文本样式</a:t>
            </a:r>
          </a:p>
          <a:p>
            <a:pPr>
              <a:spcBef>
                <a:spcPct val="30000"/>
              </a:spcBef>
              <a:buFont typeface="Arial" charset="0"/>
              <a:buNone/>
              <a:defRPr/>
            </a:pPr>
            <a:r>
              <a:rPr lang="zh-CN" altLang="en-US" sz="1200">
                <a:solidFill>
                  <a:srgbClr val="000000"/>
                </a:solidFill>
              </a:rPr>
              <a:t>第二级</a:t>
            </a:r>
          </a:p>
          <a:p>
            <a:pPr>
              <a:spcBef>
                <a:spcPct val="30000"/>
              </a:spcBef>
              <a:buFont typeface="Arial" charset="0"/>
              <a:buNone/>
              <a:defRPr/>
            </a:pPr>
            <a:r>
              <a:rPr lang="zh-CN" altLang="en-US" sz="1200">
                <a:solidFill>
                  <a:srgbClr val="000000"/>
                </a:solidFill>
              </a:rPr>
              <a:t>第三级</a:t>
            </a:r>
          </a:p>
          <a:p>
            <a:pPr>
              <a:spcBef>
                <a:spcPct val="30000"/>
              </a:spcBef>
              <a:buFont typeface="Arial" charset="0"/>
              <a:buNone/>
              <a:defRPr/>
            </a:pPr>
            <a:r>
              <a:rPr lang="zh-CN" altLang="en-US" sz="1200">
                <a:solidFill>
                  <a:srgbClr val="000000"/>
                </a:solidFill>
              </a:rPr>
              <a:t>第四级</a:t>
            </a:r>
          </a:p>
          <a:p>
            <a:pPr>
              <a:spcBef>
                <a:spcPct val="30000"/>
              </a:spcBef>
              <a:buFont typeface="Arial" charset="0"/>
              <a:buNone/>
              <a:defRPr/>
            </a:pPr>
            <a:r>
              <a:rPr lang="zh-CN" altLang="en-US" sz="1200">
                <a:solidFill>
                  <a:srgbClr val="000000"/>
                </a:solidFill>
              </a:rPr>
              <a:t>第五级</a:t>
            </a:r>
            <a:endParaRPr lang="zh-CN" altLang="en-US"/>
          </a:p>
        </p:txBody>
      </p:sp>
      <p:sp>
        <p:nvSpPr>
          <p:cNvPr id="2054" name="页脚占位符 5">
            <a:extLst>
              <a:ext uri="{FF2B5EF4-FFF2-40B4-BE49-F238E27FC236}">
                <a16:creationId xmlns:a16="http://schemas.microsoft.com/office/drawing/2014/main" id="{C86BB58E-0887-0285-A191-4859764AFB0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>
            <a:extLst>
              <a:ext uri="{FF2B5EF4-FFF2-40B4-BE49-F238E27FC236}">
                <a16:creationId xmlns:a16="http://schemas.microsoft.com/office/drawing/2014/main" id="{7B5877B6-7E24-FE2D-421E-E175138D78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buFont typeface="Arial" panose="020B0604020202020204" pitchFamily="34" charset="0"/>
              <a:buNone/>
              <a:defRPr smtClean="0"/>
            </a:lvl1pPr>
          </a:lstStyle>
          <a:p>
            <a:pPr>
              <a:defRPr/>
            </a:pPr>
            <a:fld id="{BA3A397D-679C-4E09-8ED9-74B2EEE810AC}" type="slidenum">
              <a:rPr lang="zh-CN" altLang="en-US"/>
              <a:pPr>
                <a:defRPr/>
              </a:pPr>
              <a:t>‹#›</a:t>
            </a:fld>
            <a:endParaRPr lang="en-US" altLang="zh-CN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1C6162CB-30AA-0FA3-2697-CA3E9D2DFE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ED5A9B00-CA9E-B461-05AA-1137C52310E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" name="日期占位符 3">
            <a:extLst>
              <a:ext uri="{FF2B5EF4-FFF2-40B4-BE49-F238E27FC236}">
                <a16:creationId xmlns:a16="http://schemas.microsoft.com/office/drawing/2014/main" id="{D6A7DBA7-D6DF-6D19-3C20-6C96482D8B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87E8EB0-A9BE-44B5-A961-01E65DBBEDE5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6149" name="灯片编号占位符 4">
            <a:extLst>
              <a:ext uri="{FF2B5EF4-FFF2-40B4-BE49-F238E27FC236}">
                <a16:creationId xmlns:a16="http://schemas.microsoft.com/office/drawing/2014/main" id="{82A9BF80-C8F3-9E92-1FD0-C911F0A180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ADBFDF3-D9EE-4EA8-8933-8F0EB5F6DAC7}" type="slidenum">
              <a:rPr lang="zh-CN" altLang="en-US"/>
              <a:pPr/>
              <a:t>1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E65453C9-0DB1-FEEE-D22E-67BB19357C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1530DF1D-F90D-61F0-A010-B4299B1491C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0" name="日期占位符 3">
            <a:extLst>
              <a:ext uri="{FF2B5EF4-FFF2-40B4-BE49-F238E27FC236}">
                <a16:creationId xmlns:a16="http://schemas.microsoft.com/office/drawing/2014/main" id="{707E0819-8DE6-C161-878B-EE6811D3E87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B48C50E-7CF7-429A-9C3B-A45A6698C882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9221" name="灯片编号占位符 4">
            <a:extLst>
              <a:ext uri="{FF2B5EF4-FFF2-40B4-BE49-F238E27FC236}">
                <a16:creationId xmlns:a16="http://schemas.microsoft.com/office/drawing/2014/main" id="{BE3A0D73-1D8F-9C63-0FD5-F857C23C3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E125A62-686C-43D8-B5F4-7CBE5E93E4BB}" type="slidenum">
              <a:rPr lang="zh-CN" altLang="en-US"/>
              <a:pPr/>
              <a:t>3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>
            <a:extLst>
              <a:ext uri="{FF2B5EF4-FFF2-40B4-BE49-F238E27FC236}">
                <a16:creationId xmlns:a16="http://schemas.microsoft.com/office/drawing/2014/main" id="{159EC592-AEA1-149B-9955-A4308D9BF3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7" name="备注占位符 2">
            <a:extLst>
              <a:ext uri="{FF2B5EF4-FFF2-40B4-BE49-F238E27FC236}">
                <a16:creationId xmlns:a16="http://schemas.microsoft.com/office/drawing/2014/main" id="{4854105C-F3CE-F1AD-D9AD-02E44AAF581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8" name="日期占位符 3">
            <a:extLst>
              <a:ext uri="{FF2B5EF4-FFF2-40B4-BE49-F238E27FC236}">
                <a16:creationId xmlns:a16="http://schemas.microsoft.com/office/drawing/2014/main" id="{3B0509E7-A8D5-5C81-1981-9CCDD5E190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A4E8DFF-A463-4B44-90E6-F18A5894E544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11269" name="灯片编号占位符 4">
            <a:extLst>
              <a:ext uri="{FF2B5EF4-FFF2-40B4-BE49-F238E27FC236}">
                <a16:creationId xmlns:a16="http://schemas.microsoft.com/office/drawing/2014/main" id="{889DDDAE-F5FA-0D65-28F1-6BAB76594B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7559694-550B-434B-8C3F-F3254F69110C}" type="slidenum">
              <a:rPr lang="zh-CN" altLang="en-US"/>
              <a:pPr/>
              <a:t>4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>
            <a:extLst>
              <a:ext uri="{FF2B5EF4-FFF2-40B4-BE49-F238E27FC236}">
                <a16:creationId xmlns:a16="http://schemas.microsoft.com/office/drawing/2014/main" id="{193381C0-317D-A393-B2E4-C0C097E430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5" name="备注占位符 2">
            <a:extLst>
              <a:ext uri="{FF2B5EF4-FFF2-40B4-BE49-F238E27FC236}">
                <a16:creationId xmlns:a16="http://schemas.microsoft.com/office/drawing/2014/main" id="{DD66AD70-6584-5FBB-0E45-281B2BFAFB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6" name="日期占位符 3">
            <a:extLst>
              <a:ext uri="{FF2B5EF4-FFF2-40B4-BE49-F238E27FC236}">
                <a16:creationId xmlns:a16="http://schemas.microsoft.com/office/drawing/2014/main" id="{A64E83BC-A7D5-7305-CD11-5A1AC8424B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4CBCB35-7446-40BE-8E70-3AA70809B594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13317" name="灯片编号占位符 4">
            <a:extLst>
              <a:ext uri="{FF2B5EF4-FFF2-40B4-BE49-F238E27FC236}">
                <a16:creationId xmlns:a16="http://schemas.microsoft.com/office/drawing/2014/main" id="{82C52C1B-ADD8-B19F-0359-B5F9D80FEC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2F6E4B2-5998-4C72-9C68-4C4CD930B468}" type="slidenum">
              <a:rPr lang="zh-CN" altLang="en-US"/>
              <a:pPr/>
              <a:t>5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>
            <a:extLst>
              <a:ext uri="{FF2B5EF4-FFF2-40B4-BE49-F238E27FC236}">
                <a16:creationId xmlns:a16="http://schemas.microsoft.com/office/drawing/2014/main" id="{4C0F9C83-547F-0774-1AD8-A81F9759EB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3" name="备注占位符 2">
            <a:extLst>
              <a:ext uri="{FF2B5EF4-FFF2-40B4-BE49-F238E27FC236}">
                <a16:creationId xmlns:a16="http://schemas.microsoft.com/office/drawing/2014/main" id="{A61B0D5A-1AA9-F0CB-8BDF-FA13C67FA58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4" name="日期占位符 3">
            <a:extLst>
              <a:ext uri="{FF2B5EF4-FFF2-40B4-BE49-F238E27FC236}">
                <a16:creationId xmlns:a16="http://schemas.microsoft.com/office/drawing/2014/main" id="{3E98DADF-5A05-07E7-EB5A-71FC6EC7BAA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5564382-DDBF-4559-A39B-F1FA1219ED1C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15365" name="灯片编号占位符 4">
            <a:extLst>
              <a:ext uri="{FF2B5EF4-FFF2-40B4-BE49-F238E27FC236}">
                <a16:creationId xmlns:a16="http://schemas.microsoft.com/office/drawing/2014/main" id="{4E8A5056-DC83-D36F-6693-904FA47E03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2867993-46A6-460F-B592-1127F09D603F}" type="slidenum">
              <a:rPr lang="zh-CN" altLang="en-US"/>
              <a:pPr/>
              <a:t>6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>
            <a:extLst>
              <a:ext uri="{FF2B5EF4-FFF2-40B4-BE49-F238E27FC236}">
                <a16:creationId xmlns:a16="http://schemas.microsoft.com/office/drawing/2014/main" id="{54558C0F-4C27-B6C7-EA1E-1EEF2219D1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411" name="备注占位符 2">
            <a:extLst>
              <a:ext uri="{FF2B5EF4-FFF2-40B4-BE49-F238E27FC236}">
                <a16:creationId xmlns:a16="http://schemas.microsoft.com/office/drawing/2014/main" id="{4DDD566C-C155-4B28-D96E-BB9A0CB3F6B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2" name="日期占位符 3">
            <a:extLst>
              <a:ext uri="{FF2B5EF4-FFF2-40B4-BE49-F238E27FC236}">
                <a16:creationId xmlns:a16="http://schemas.microsoft.com/office/drawing/2014/main" id="{A019932A-D1C4-73F2-503B-D0E9374F2A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DCD7B12-9BE0-48CF-A42F-2E7E9ACD28D1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17413" name="灯片编号占位符 4">
            <a:extLst>
              <a:ext uri="{FF2B5EF4-FFF2-40B4-BE49-F238E27FC236}">
                <a16:creationId xmlns:a16="http://schemas.microsoft.com/office/drawing/2014/main" id="{32B6534F-B4B8-4CFD-CC3E-1C512D984C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30E131F-7D39-4006-89EC-831B6368058E}" type="slidenum">
              <a:rPr lang="zh-CN" altLang="en-US"/>
              <a:pPr/>
              <a:t>7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>
            <a:extLst>
              <a:ext uri="{FF2B5EF4-FFF2-40B4-BE49-F238E27FC236}">
                <a16:creationId xmlns:a16="http://schemas.microsoft.com/office/drawing/2014/main" id="{84201F35-45B3-3195-32B8-CBBAE03E0B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59" name="备注占位符 2">
            <a:extLst>
              <a:ext uri="{FF2B5EF4-FFF2-40B4-BE49-F238E27FC236}">
                <a16:creationId xmlns:a16="http://schemas.microsoft.com/office/drawing/2014/main" id="{90A37CF5-ECA6-B4BE-E6DE-328BAF7DA13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0" name="日期占位符 3">
            <a:extLst>
              <a:ext uri="{FF2B5EF4-FFF2-40B4-BE49-F238E27FC236}">
                <a16:creationId xmlns:a16="http://schemas.microsoft.com/office/drawing/2014/main" id="{426A3585-8806-420D-F25E-6560DF7EFFD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4619F01-CE12-4F3A-B83B-C830D63D25EE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19461" name="灯片编号占位符 4">
            <a:extLst>
              <a:ext uri="{FF2B5EF4-FFF2-40B4-BE49-F238E27FC236}">
                <a16:creationId xmlns:a16="http://schemas.microsoft.com/office/drawing/2014/main" id="{CCDF71D8-A57E-2F7D-6060-6D1C081263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36D4486-6EC2-4C29-A1B1-817B26FDBA0C}" type="slidenum">
              <a:rPr lang="zh-CN" altLang="en-US"/>
              <a:pPr/>
              <a:t>8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>
            <a:extLst>
              <a:ext uri="{FF2B5EF4-FFF2-40B4-BE49-F238E27FC236}">
                <a16:creationId xmlns:a16="http://schemas.microsoft.com/office/drawing/2014/main" id="{E754C93F-D1F9-0754-ECCA-67358B0CC4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67CAD920-6607-5342-A281-70A8C8108C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8" name="日期占位符 3">
            <a:extLst>
              <a:ext uri="{FF2B5EF4-FFF2-40B4-BE49-F238E27FC236}">
                <a16:creationId xmlns:a16="http://schemas.microsoft.com/office/drawing/2014/main" id="{C859C3DF-85F1-B9E7-B22E-68F96BBB61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EB910A3-F0D4-4C94-8983-375F9C282B62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21509" name="灯片编号占位符 4">
            <a:extLst>
              <a:ext uri="{FF2B5EF4-FFF2-40B4-BE49-F238E27FC236}">
                <a16:creationId xmlns:a16="http://schemas.microsoft.com/office/drawing/2014/main" id="{D52B2E4F-909C-8591-805A-802FBA6240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8B80B9E-5552-4530-B880-D5DF7540C691}" type="slidenum">
              <a:rPr lang="zh-CN" altLang="en-US"/>
              <a:pPr/>
              <a:t>9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A7FE5657-2396-5522-818B-81EFC645A9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798DFF22-248C-72AE-C4C1-C2268F0C491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6" name="日期占位符 3">
            <a:extLst>
              <a:ext uri="{FF2B5EF4-FFF2-40B4-BE49-F238E27FC236}">
                <a16:creationId xmlns:a16="http://schemas.microsoft.com/office/drawing/2014/main" id="{9A6A8E8F-D1C8-CD52-57F4-71B0C36A818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C5F9332-0DC8-4DDB-8CC5-0726E5F295F1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23557" name="灯片编号占位符 4">
            <a:extLst>
              <a:ext uri="{FF2B5EF4-FFF2-40B4-BE49-F238E27FC236}">
                <a16:creationId xmlns:a16="http://schemas.microsoft.com/office/drawing/2014/main" id="{900FC592-97BC-D294-1604-BB07E62DD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DCA4428-C354-4CF2-9F35-014004AE169D}" type="slidenum">
              <a:rPr lang="zh-CN" altLang="en-US"/>
              <a:pPr/>
              <a:t>10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>
            <a:extLst>
              <a:ext uri="{FF2B5EF4-FFF2-40B4-BE49-F238E27FC236}">
                <a16:creationId xmlns:a16="http://schemas.microsoft.com/office/drawing/2014/main" id="{BAE68F02-581D-2F2D-396A-455639A5BF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3" name="备注占位符 2">
            <a:extLst>
              <a:ext uri="{FF2B5EF4-FFF2-40B4-BE49-F238E27FC236}">
                <a16:creationId xmlns:a16="http://schemas.microsoft.com/office/drawing/2014/main" id="{2E66B614-9798-7B04-7275-26E9C6333C4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4" name="日期占位符 3">
            <a:extLst>
              <a:ext uri="{FF2B5EF4-FFF2-40B4-BE49-F238E27FC236}">
                <a16:creationId xmlns:a16="http://schemas.microsoft.com/office/drawing/2014/main" id="{FCE9231A-8343-0FD1-6B4B-F1CC59AE46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5195F56-124B-4852-B6D9-A96AD4EF24EC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25605" name="灯片编号占位符 4">
            <a:extLst>
              <a:ext uri="{FF2B5EF4-FFF2-40B4-BE49-F238E27FC236}">
                <a16:creationId xmlns:a16="http://schemas.microsoft.com/office/drawing/2014/main" id="{D20ECB33-928C-3F03-A2E0-E16E9916CA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1B41E21-9C38-4715-8296-0DF9848553DE}" type="slidenum">
              <a:rPr lang="zh-CN" altLang="en-US"/>
              <a:pPr/>
              <a:t>11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>
            <a:extLst>
              <a:ext uri="{FF2B5EF4-FFF2-40B4-BE49-F238E27FC236}">
                <a16:creationId xmlns:a16="http://schemas.microsoft.com/office/drawing/2014/main" id="{E442B3E8-5160-2510-3088-0F0FA6242B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651" name="备注占位符 2">
            <a:extLst>
              <a:ext uri="{FF2B5EF4-FFF2-40B4-BE49-F238E27FC236}">
                <a16:creationId xmlns:a16="http://schemas.microsoft.com/office/drawing/2014/main" id="{B3E2DF75-6FDC-AD01-6EBB-69DF61FCA55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2" name="日期占位符 3">
            <a:extLst>
              <a:ext uri="{FF2B5EF4-FFF2-40B4-BE49-F238E27FC236}">
                <a16:creationId xmlns:a16="http://schemas.microsoft.com/office/drawing/2014/main" id="{AFBA7A35-E939-93EA-879F-0E1CC2F19F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43BE06C-450E-4394-BD6D-848AA2BB7AA7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27653" name="灯片编号占位符 4">
            <a:extLst>
              <a:ext uri="{FF2B5EF4-FFF2-40B4-BE49-F238E27FC236}">
                <a16:creationId xmlns:a16="http://schemas.microsoft.com/office/drawing/2014/main" id="{625CB7BF-05A8-229C-0299-C5640E3683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57D75FA-D10D-403E-B779-51DA86C7F656}" type="slidenum">
              <a:rPr lang="zh-CN" altLang="en-US"/>
              <a:pPr/>
              <a:t>12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>
            <a:extLst>
              <a:ext uri="{FF2B5EF4-FFF2-40B4-BE49-F238E27FC236}">
                <a16:creationId xmlns:a16="http://schemas.microsoft.com/office/drawing/2014/main" id="{484BA67B-5DB1-EAA0-6F19-933EE8750A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699" name="备注占位符 2">
            <a:extLst>
              <a:ext uri="{FF2B5EF4-FFF2-40B4-BE49-F238E27FC236}">
                <a16:creationId xmlns:a16="http://schemas.microsoft.com/office/drawing/2014/main" id="{EE981F98-3A45-3F83-8732-2F80C67D233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0" name="日期占位符 3">
            <a:extLst>
              <a:ext uri="{FF2B5EF4-FFF2-40B4-BE49-F238E27FC236}">
                <a16:creationId xmlns:a16="http://schemas.microsoft.com/office/drawing/2014/main" id="{7D446F40-13B1-C71D-0863-3C0BC3E585C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E265111-0E51-4B8D-90AD-E5054D0B023E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29701" name="灯片编号占位符 4">
            <a:extLst>
              <a:ext uri="{FF2B5EF4-FFF2-40B4-BE49-F238E27FC236}">
                <a16:creationId xmlns:a16="http://schemas.microsoft.com/office/drawing/2014/main" id="{B088AF54-1244-D5C2-5E11-C1A13BA44E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6FFF792-E554-41A7-95EF-F3F3BB3FAAD6}" type="slidenum">
              <a:rPr lang="zh-CN" altLang="en-US"/>
              <a:pPr/>
              <a:t>13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>
            <a:extLst>
              <a:ext uri="{FF2B5EF4-FFF2-40B4-BE49-F238E27FC236}">
                <a16:creationId xmlns:a16="http://schemas.microsoft.com/office/drawing/2014/main" id="{121EBEAF-6321-5A8E-137F-4079FC3AFA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备注占位符 2">
            <a:extLst>
              <a:ext uri="{FF2B5EF4-FFF2-40B4-BE49-F238E27FC236}">
                <a16:creationId xmlns:a16="http://schemas.microsoft.com/office/drawing/2014/main" id="{0677DD23-B107-332D-F0FE-688D1149D71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8" name="日期占位符 3">
            <a:extLst>
              <a:ext uri="{FF2B5EF4-FFF2-40B4-BE49-F238E27FC236}">
                <a16:creationId xmlns:a16="http://schemas.microsoft.com/office/drawing/2014/main" id="{2983C8B4-E403-EDBE-1A6C-B16AF60048C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F63BB7F-C65D-4AC9-B420-6712620ED89F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31749" name="灯片编号占位符 4">
            <a:extLst>
              <a:ext uri="{FF2B5EF4-FFF2-40B4-BE49-F238E27FC236}">
                <a16:creationId xmlns:a16="http://schemas.microsoft.com/office/drawing/2014/main" id="{6EAF247E-8DB9-AD3E-2929-1B863C2025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EEEB30E-2B62-4312-AEB8-C025046B33FB}" type="slidenum">
              <a:rPr lang="zh-CN" altLang="en-US"/>
              <a:pPr/>
              <a:t>14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DE36D240-B834-2304-D125-A4B8E8DBC9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3D2739C5-9227-0BC7-0CB4-00E057626C9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6" name="日期占位符 3">
            <a:extLst>
              <a:ext uri="{FF2B5EF4-FFF2-40B4-BE49-F238E27FC236}">
                <a16:creationId xmlns:a16="http://schemas.microsoft.com/office/drawing/2014/main" id="{2272BCAE-309D-1D95-C1F2-9044174C1FC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EE5F03A-46F2-471F-AFAE-69633986B8C1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33797" name="灯片编号占位符 4">
            <a:extLst>
              <a:ext uri="{FF2B5EF4-FFF2-40B4-BE49-F238E27FC236}">
                <a16:creationId xmlns:a16="http://schemas.microsoft.com/office/drawing/2014/main" id="{72417A38-4AF4-3607-3F14-5EE1D1CA98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53FAC79-8304-4E4F-AF85-F675EC4F4D2D}" type="slidenum">
              <a:rPr lang="zh-CN" altLang="en-US"/>
              <a:pPr/>
              <a:t>15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>
            <a:extLst>
              <a:ext uri="{FF2B5EF4-FFF2-40B4-BE49-F238E27FC236}">
                <a16:creationId xmlns:a16="http://schemas.microsoft.com/office/drawing/2014/main" id="{C22F7514-BF8A-9BA0-FA1D-60300CE4E4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3" name="备注占位符 2">
            <a:extLst>
              <a:ext uri="{FF2B5EF4-FFF2-40B4-BE49-F238E27FC236}">
                <a16:creationId xmlns:a16="http://schemas.microsoft.com/office/drawing/2014/main" id="{C7517869-2053-1223-CCB7-76B0BA29D3F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4" name="日期占位符 3">
            <a:extLst>
              <a:ext uri="{FF2B5EF4-FFF2-40B4-BE49-F238E27FC236}">
                <a16:creationId xmlns:a16="http://schemas.microsoft.com/office/drawing/2014/main" id="{18FD108E-0677-1ACE-F25A-1F4054886D8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C6AEB54-C3FF-4716-9AE7-FB48810FC4EE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35845" name="灯片编号占位符 4">
            <a:extLst>
              <a:ext uri="{FF2B5EF4-FFF2-40B4-BE49-F238E27FC236}">
                <a16:creationId xmlns:a16="http://schemas.microsoft.com/office/drawing/2014/main" id="{9B0CD58E-CB24-FD7C-CAE4-F9365CC173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FDA9BB4-7A6B-45DA-BFBD-CDF564785A3B}" type="slidenum">
              <a:rPr lang="zh-CN" altLang="en-US"/>
              <a:pPr/>
              <a:t>16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>
            <a:extLst>
              <a:ext uri="{FF2B5EF4-FFF2-40B4-BE49-F238E27FC236}">
                <a16:creationId xmlns:a16="http://schemas.microsoft.com/office/drawing/2014/main" id="{4C97E20B-BECE-4222-3624-7ADD57BD34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1" name="备注占位符 2">
            <a:extLst>
              <a:ext uri="{FF2B5EF4-FFF2-40B4-BE49-F238E27FC236}">
                <a16:creationId xmlns:a16="http://schemas.microsoft.com/office/drawing/2014/main" id="{5CB9A874-10EF-18DD-079B-BB1BC546A2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2" name="日期占位符 3">
            <a:extLst>
              <a:ext uri="{FF2B5EF4-FFF2-40B4-BE49-F238E27FC236}">
                <a16:creationId xmlns:a16="http://schemas.microsoft.com/office/drawing/2014/main" id="{01FD3AB0-B308-2715-F7AE-7498BC7B91B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98C93E8-B930-4D25-8B65-2B2E50E2751A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37893" name="灯片编号占位符 4">
            <a:extLst>
              <a:ext uri="{FF2B5EF4-FFF2-40B4-BE49-F238E27FC236}">
                <a16:creationId xmlns:a16="http://schemas.microsoft.com/office/drawing/2014/main" id="{A9609A10-B41F-7590-EEE0-AB04B74FF1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5FBA583-ADC1-4158-A54A-5F04BD1EDE46}" type="slidenum">
              <a:rPr lang="zh-CN" altLang="en-US"/>
              <a:pPr/>
              <a:t>17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>
            <a:extLst>
              <a:ext uri="{FF2B5EF4-FFF2-40B4-BE49-F238E27FC236}">
                <a16:creationId xmlns:a16="http://schemas.microsoft.com/office/drawing/2014/main" id="{18E7FB2A-DEE6-C02A-4968-38DF5715C6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939" name="备注占位符 2">
            <a:extLst>
              <a:ext uri="{FF2B5EF4-FFF2-40B4-BE49-F238E27FC236}">
                <a16:creationId xmlns:a16="http://schemas.microsoft.com/office/drawing/2014/main" id="{039A18B6-EBAB-7870-A508-C2A0DC58C0A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0" name="日期占位符 3">
            <a:extLst>
              <a:ext uri="{FF2B5EF4-FFF2-40B4-BE49-F238E27FC236}">
                <a16:creationId xmlns:a16="http://schemas.microsoft.com/office/drawing/2014/main" id="{D1580439-86CB-923A-43CA-53F738C625E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6F12B86-889F-4358-8340-FB023F35D072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39941" name="灯片编号占位符 4">
            <a:extLst>
              <a:ext uri="{FF2B5EF4-FFF2-40B4-BE49-F238E27FC236}">
                <a16:creationId xmlns:a16="http://schemas.microsoft.com/office/drawing/2014/main" id="{DB9D15B5-C227-2D44-6692-A5B9D0AF04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27D1E1D-004A-4A4D-9F98-3837A3B88487}" type="slidenum">
              <a:rPr lang="zh-CN" altLang="en-US"/>
              <a:pPr/>
              <a:t>18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>
            <a:extLst>
              <a:ext uri="{FF2B5EF4-FFF2-40B4-BE49-F238E27FC236}">
                <a16:creationId xmlns:a16="http://schemas.microsoft.com/office/drawing/2014/main" id="{0F388702-00DA-27D0-BBA9-8934F74628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987" name="备注占位符 2">
            <a:extLst>
              <a:ext uri="{FF2B5EF4-FFF2-40B4-BE49-F238E27FC236}">
                <a16:creationId xmlns:a16="http://schemas.microsoft.com/office/drawing/2014/main" id="{CBAB075A-A7B4-BB66-177C-FB391B5D91B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88" name="日期占位符 3">
            <a:extLst>
              <a:ext uri="{FF2B5EF4-FFF2-40B4-BE49-F238E27FC236}">
                <a16:creationId xmlns:a16="http://schemas.microsoft.com/office/drawing/2014/main" id="{F36C0C38-036C-7E59-4101-DFDDEB87D47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421A29B-0717-405F-87E9-D55EDDFF895B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41989" name="灯片编号占位符 4">
            <a:extLst>
              <a:ext uri="{FF2B5EF4-FFF2-40B4-BE49-F238E27FC236}">
                <a16:creationId xmlns:a16="http://schemas.microsoft.com/office/drawing/2014/main" id="{C36EBF03-988C-A404-4397-89B1340D7D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D4270B7-4504-4C81-AC19-4E3E544C393B}" type="slidenum">
              <a:rPr lang="zh-CN" altLang="en-US"/>
              <a:pPr/>
              <a:t>19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>
            <a:extLst>
              <a:ext uri="{FF2B5EF4-FFF2-40B4-BE49-F238E27FC236}">
                <a16:creationId xmlns:a16="http://schemas.microsoft.com/office/drawing/2014/main" id="{86710778-53C6-2172-FF40-70DEC51A11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5" name="备注占位符 2">
            <a:extLst>
              <a:ext uri="{FF2B5EF4-FFF2-40B4-BE49-F238E27FC236}">
                <a16:creationId xmlns:a16="http://schemas.microsoft.com/office/drawing/2014/main" id="{571E98DE-CE2E-F047-8DBF-37BBB3B4FF6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36" name="日期占位符 3">
            <a:extLst>
              <a:ext uri="{FF2B5EF4-FFF2-40B4-BE49-F238E27FC236}">
                <a16:creationId xmlns:a16="http://schemas.microsoft.com/office/drawing/2014/main" id="{FC8623F6-929E-7F32-821A-DB53F425F02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47E3F57-5EE6-4EE0-AEBB-8AE07EE1A0DF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44037" name="灯片编号占位符 4">
            <a:extLst>
              <a:ext uri="{FF2B5EF4-FFF2-40B4-BE49-F238E27FC236}">
                <a16:creationId xmlns:a16="http://schemas.microsoft.com/office/drawing/2014/main" id="{A82E281B-3E3E-545C-29A6-AF2D690D6E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A3B39A8-2D94-408D-8426-9C70F3ADE517}" type="slidenum">
              <a:rPr lang="zh-CN" altLang="en-US"/>
              <a:pPr/>
              <a:t>20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>
            <a:extLst>
              <a:ext uri="{FF2B5EF4-FFF2-40B4-BE49-F238E27FC236}">
                <a16:creationId xmlns:a16="http://schemas.microsoft.com/office/drawing/2014/main" id="{D06908FB-5878-5FCF-C799-8ADF181C6B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083" name="备注占位符 2">
            <a:extLst>
              <a:ext uri="{FF2B5EF4-FFF2-40B4-BE49-F238E27FC236}">
                <a16:creationId xmlns:a16="http://schemas.microsoft.com/office/drawing/2014/main" id="{995A08FB-C4B6-1E17-FBEE-04E7B0EE9A2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4" name="日期占位符 3">
            <a:extLst>
              <a:ext uri="{FF2B5EF4-FFF2-40B4-BE49-F238E27FC236}">
                <a16:creationId xmlns:a16="http://schemas.microsoft.com/office/drawing/2014/main" id="{805F0DFE-AC19-28B1-6E5B-8DE26583F71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9B5E49A-1EA1-4C2C-A696-A6A085EE3DFD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46085" name="灯片编号占位符 4">
            <a:extLst>
              <a:ext uri="{FF2B5EF4-FFF2-40B4-BE49-F238E27FC236}">
                <a16:creationId xmlns:a16="http://schemas.microsoft.com/office/drawing/2014/main" id="{477F8706-2ADA-A039-2B5D-31AF5F51D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EEAC660-4CFC-48AA-8C9A-EBBE85FBC1EB}" type="slidenum">
              <a:rPr lang="zh-CN" altLang="en-US"/>
              <a:pPr/>
              <a:t>21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3EE466C7-1802-45A4-EFB8-1B16DD748B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13572FD0-1098-5E67-DB00-39701245C8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2" name="日期占位符 3">
            <a:extLst>
              <a:ext uri="{FF2B5EF4-FFF2-40B4-BE49-F238E27FC236}">
                <a16:creationId xmlns:a16="http://schemas.microsoft.com/office/drawing/2014/main" id="{700725CF-4246-770A-F66B-4B5374A87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16F9303-EDB6-47C8-941D-91E24BDBE9DA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48133" name="灯片编号占位符 4">
            <a:extLst>
              <a:ext uri="{FF2B5EF4-FFF2-40B4-BE49-F238E27FC236}">
                <a16:creationId xmlns:a16="http://schemas.microsoft.com/office/drawing/2014/main" id="{CBD1967E-6CA7-F0F9-E7EA-64F615F19D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4F318B-6116-4B4C-BE87-E72A1C2FB5D1}" type="slidenum">
              <a:rPr lang="zh-CN" altLang="en-US"/>
              <a:pPr/>
              <a:t>22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>
            <a:extLst>
              <a:ext uri="{FF2B5EF4-FFF2-40B4-BE49-F238E27FC236}">
                <a16:creationId xmlns:a16="http://schemas.microsoft.com/office/drawing/2014/main" id="{32F8AF2E-BDE5-A344-3811-91B5E4782C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79" name="备注占位符 2">
            <a:extLst>
              <a:ext uri="{FF2B5EF4-FFF2-40B4-BE49-F238E27FC236}">
                <a16:creationId xmlns:a16="http://schemas.microsoft.com/office/drawing/2014/main" id="{25FBDCB4-A72E-51AB-F047-83EA1E76E6B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0" name="日期占位符 3">
            <a:extLst>
              <a:ext uri="{FF2B5EF4-FFF2-40B4-BE49-F238E27FC236}">
                <a16:creationId xmlns:a16="http://schemas.microsoft.com/office/drawing/2014/main" id="{147FBC73-825A-FF5E-7326-F724357EA9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BC8DEBE-A15F-4C59-AA13-E373BA098F45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50181" name="灯片编号占位符 4">
            <a:extLst>
              <a:ext uri="{FF2B5EF4-FFF2-40B4-BE49-F238E27FC236}">
                <a16:creationId xmlns:a16="http://schemas.microsoft.com/office/drawing/2014/main" id="{BFD8EA7A-64A3-F53A-E3B6-7714FAD8AB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6866BCF-8980-40B3-ACD9-C19C95FE4FD1}" type="slidenum">
              <a:rPr lang="zh-CN" altLang="en-US"/>
              <a:pPr/>
              <a:t>23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>
            <a:extLst>
              <a:ext uri="{FF2B5EF4-FFF2-40B4-BE49-F238E27FC236}">
                <a16:creationId xmlns:a16="http://schemas.microsoft.com/office/drawing/2014/main" id="{116C17E8-BCA7-75BC-E17B-0597BD8F23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7" name="备注占位符 2">
            <a:extLst>
              <a:ext uri="{FF2B5EF4-FFF2-40B4-BE49-F238E27FC236}">
                <a16:creationId xmlns:a16="http://schemas.microsoft.com/office/drawing/2014/main" id="{036A4196-499A-67FF-16B9-3D82DF0B623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28" name="日期占位符 3">
            <a:extLst>
              <a:ext uri="{FF2B5EF4-FFF2-40B4-BE49-F238E27FC236}">
                <a16:creationId xmlns:a16="http://schemas.microsoft.com/office/drawing/2014/main" id="{61A328C0-4334-74FB-1D16-F3B2ED3E1E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34F8CCF-6D80-43F0-9245-FFEF41CEAED2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52229" name="灯片编号占位符 4">
            <a:extLst>
              <a:ext uri="{FF2B5EF4-FFF2-40B4-BE49-F238E27FC236}">
                <a16:creationId xmlns:a16="http://schemas.microsoft.com/office/drawing/2014/main" id="{6419D6CF-80D8-7B91-9543-8D30E47319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7A81C35-C774-4193-81DA-AF3867BFD230}" type="slidenum">
              <a:rPr lang="zh-CN" altLang="en-US"/>
              <a:pPr/>
              <a:t>24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>
            <a:extLst>
              <a:ext uri="{FF2B5EF4-FFF2-40B4-BE49-F238E27FC236}">
                <a16:creationId xmlns:a16="http://schemas.microsoft.com/office/drawing/2014/main" id="{B9F3B2CC-7F33-D4C3-9DE1-B8F6285C3C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4275" name="备注占位符 2">
            <a:extLst>
              <a:ext uri="{FF2B5EF4-FFF2-40B4-BE49-F238E27FC236}">
                <a16:creationId xmlns:a16="http://schemas.microsoft.com/office/drawing/2014/main" id="{0312E09E-07DF-A0C7-F496-B5023DCE32F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76" name="日期占位符 3">
            <a:extLst>
              <a:ext uri="{FF2B5EF4-FFF2-40B4-BE49-F238E27FC236}">
                <a16:creationId xmlns:a16="http://schemas.microsoft.com/office/drawing/2014/main" id="{076EC6F9-106A-48B7-B043-5625C2A9E66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5E57706-4E4C-42C2-AF5F-993EC1B95E61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54277" name="灯片编号占位符 4">
            <a:extLst>
              <a:ext uri="{FF2B5EF4-FFF2-40B4-BE49-F238E27FC236}">
                <a16:creationId xmlns:a16="http://schemas.microsoft.com/office/drawing/2014/main" id="{98FA9367-B42C-0434-D2D2-361959CB3D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78D9F02-BC73-4D13-93B0-3ABD1C786E49}" type="slidenum">
              <a:rPr lang="zh-CN" altLang="en-US"/>
              <a:pPr/>
              <a:t>25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>
            <a:extLst>
              <a:ext uri="{FF2B5EF4-FFF2-40B4-BE49-F238E27FC236}">
                <a16:creationId xmlns:a16="http://schemas.microsoft.com/office/drawing/2014/main" id="{FFB7C2BA-3580-4376-12C4-650B56035A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6323" name="备注占位符 2">
            <a:extLst>
              <a:ext uri="{FF2B5EF4-FFF2-40B4-BE49-F238E27FC236}">
                <a16:creationId xmlns:a16="http://schemas.microsoft.com/office/drawing/2014/main" id="{B1DADA17-5B8E-8073-339F-1A5CA795E1B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24" name="日期占位符 3">
            <a:extLst>
              <a:ext uri="{FF2B5EF4-FFF2-40B4-BE49-F238E27FC236}">
                <a16:creationId xmlns:a16="http://schemas.microsoft.com/office/drawing/2014/main" id="{C8173B68-2DEE-FC8B-25ED-C3749E76D1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684F741-9C75-42E7-8A50-1E0DB6E9A58E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56325" name="灯片编号占位符 4">
            <a:extLst>
              <a:ext uri="{FF2B5EF4-FFF2-40B4-BE49-F238E27FC236}">
                <a16:creationId xmlns:a16="http://schemas.microsoft.com/office/drawing/2014/main" id="{172EBA72-69B7-87AE-97D3-3AC66B1DEA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FC822F-9B9C-48B4-8D3E-C75DA1565E07}" type="slidenum">
              <a:rPr lang="zh-CN" altLang="en-US"/>
              <a:pPr/>
              <a:t>26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>
            <a:extLst>
              <a:ext uri="{FF2B5EF4-FFF2-40B4-BE49-F238E27FC236}">
                <a16:creationId xmlns:a16="http://schemas.microsoft.com/office/drawing/2014/main" id="{8461CC23-3C5E-074D-E70F-03FCBF011A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1" name="备注占位符 2">
            <a:extLst>
              <a:ext uri="{FF2B5EF4-FFF2-40B4-BE49-F238E27FC236}">
                <a16:creationId xmlns:a16="http://schemas.microsoft.com/office/drawing/2014/main" id="{6E9F688B-4C9C-3E1D-B23D-6224FB3C3F3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72" name="日期占位符 3">
            <a:extLst>
              <a:ext uri="{FF2B5EF4-FFF2-40B4-BE49-F238E27FC236}">
                <a16:creationId xmlns:a16="http://schemas.microsoft.com/office/drawing/2014/main" id="{8120A3DA-15EC-D8B1-1D56-2CE2A843EA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D22E0B8-603F-48C6-9295-6B5408412189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58373" name="灯片编号占位符 4">
            <a:extLst>
              <a:ext uri="{FF2B5EF4-FFF2-40B4-BE49-F238E27FC236}">
                <a16:creationId xmlns:a16="http://schemas.microsoft.com/office/drawing/2014/main" id="{22FCA7B9-CEFA-8A1D-6408-0F01C6CE0B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156C1E8-A525-409B-8E8D-3A272512A324}" type="slidenum">
              <a:rPr lang="zh-CN" altLang="en-US"/>
              <a:pPr/>
              <a:t>27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>
            <a:extLst>
              <a:ext uri="{FF2B5EF4-FFF2-40B4-BE49-F238E27FC236}">
                <a16:creationId xmlns:a16="http://schemas.microsoft.com/office/drawing/2014/main" id="{5538160F-9F8F-24A0-E34D-94CFCBA4E9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419" name="备注占位符 2">
            <a:extLst>
              <a:ext uri="{FF2B5EF4-FFF2-40B4-BE49-F238E27FC236}">
                <a16:creationId xmlns:a16="http://schemas.microsoft.com/office/drawing/2014/main" id="{660A3F4A-C3FE-F7FB-1ED3-20A5E1C0BBF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0" name="日期占位符 3">
            <a:extLst>
              <a:ext uri="{FF2B5EF4-FFF2-40B4-BE49-F238E27FC236}">
                <a16:creationId xmlns:a16="http://schemas.microsoft.com/office/drawing/2014/main" id="{6A88EF4C-D422-146D-018E-F7D018B3F9D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D87AAA6-F379-40F2-BA20-9EADD4CA6223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60421" name="灯片编号占位符 4">
            <a:extLst>
              <a:ext uri="{FF2B5EF4-FFF2-40B4-BE49-F238E27FC236}">
                <a16:creationId xmlns:a16="http://schemas.microsoft.com/office/drawing/2014/main" id="{8D735AAA-8702-4B08-BA12-F8DBDF90E5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1BAB259-5926-41DC-93A6-2E05E57CA1BE}" type="slidenum">
              <a:rPr lang="zh-CN" altLang="en-US"/>
              <a:pPr/>
              <a:t>28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>
            <a:extLst>
              <a:ext uri="{FF2B5EF4-FFF2-40B4-BE49-F238E27FC236}">
                <a16:creationId xmlns:a16="http://schemas.microsoft.com/office/drawing/2014/main" id="{BE184578-7AAA-672C-5F89-E24D11782B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2467" name="备注占位符 2">
            <a:extLst>
              <a:ext uri="{FF2B5EF4-FFF2-40B4-BE49-F238E27FC236}">
                <a16:creationId xmlns:a16="http://schemas.microsoft.com/office/drawing/2014/main" id="{9901FE3A-618B-E235-C2CB-788BF904A54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68" name="日期占位符 3">
            <a:extLst>
              <a:ext uri="{FF2B5EF4-FFF2-40B4-BE49-F238E27FC236}">
                <a16:creationId xmlns:a16="http://schemas.microsoft.com/office/drawing/2014/main" id="{FD4D63DC-4B4A-955F-3752-45EEF9A70E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0403D20-E2C0-4C75-A66B-FD3163634286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62469" name="灯片编号占位符 4">
            <a:extLst>
              <a:ext uri="{FF2B5EF4-FFF2-40B4-BE49-F238E27FC236}">
                <a16:creationId xmlns:a16="http://schemas.microsoft.com/office/drawing/2014/main" id="{77D1E97C-1DE8-E0B2-8C3F-720993857A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3AE72DD-F172-41BA-BFDA-A37C95AD22E4}" type="slidenum">
              <a:rPr lang="zh-CN" altLang="en-US"/>
              <a:pPr/>
              <a:t>29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>
            <a:extLst>
              <a:ext uri="{FF2B5EF4-FFF2-40B4-BE49-F238E27FC236}">
                <a16:creationId xmlns:a16="http://schemas.microsoft.com/office/drawing/2014/main" id="{719F4B7A-F1F2-A171-5E6C-27FBF5430F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4515" name="备注占位符 2">
            <a:extLst>
              <a:ext uri="{FF2B5EF4-FFF2-40B4-BE49-F238E27FC236}">
                <a16:creationId xmlns:a16="http://schemas.microsoft.com/office/drawing/2014/main" id="{09CC813A-495D-F616-C2DC-79D91E076EF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16" name="日期占位符 3">
            <a:extLst>
              <a:ext uri="{FF2B5EF4-FFF2-40B4-BE49-F238E27FC236}">
                <a16:creationId xmlns:a16="http://schemas.microsoft.com/office/drawing/2014/main" id="{D5A4201D-C064-BF30-0A06-11649DEEF36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FE0E6E4-A85D-46E3-9746-ABA5EBDEEB49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64517" name="灯片编号占位符 4">
            <a:extLst>
              <a:ext uri="{FF2B5EF4-FFF2-40B4-BE49-F238E27FC236}">
                <a16:creationId xmlns:a16="http://schemas.microsoft.com/office/drawing/2014/main" id="{BCB3CBF7-74FF-9254-3E9B-2540F92AEF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CDD9568-AF12-41B8-95E6-7CE0F4F2216A}" type="slidenum">
              <a:rPr lang="zh-CN" altLang="en-US"/>
              <a:pPr/>
              <a:t>30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>
            <a:extLst>
              <a:ext uri="{FF2B5EF4-FFF2-40B4-BE49-F238E27FC236}">
                <a16:creationId xmlns:a16="http://schemas.microsoft.com/office/drawing/2014/main" id="{C8B9D406-41BB-DD57-6803-8E06EA7154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6563" name="备注占位符 2">
            <a:extLst>
              <a:ext uri="{FF2B5EF4-FFF2-40B4-BE49-F238E27FC236}">
                <a16:creationId xmlns:a16="http://schemas.microsoft.com/office/drawing/2014/main" id="{659E020C-0963-BF00-7D36-396495F2CB3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564" name="日期占位符 3">
            <a:extLst>
              <a:ext uri="{FF2B5EF4-FFF2-40B4-BE49-F238E27FC236}">
                <a16:creationId xmlns:a16="http://schemas.microsoft.com/office/drawing/2014/main" id="{F2679776-6575-4E23-7B84-1F4735F2AB9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9824379-531D-40DB-8D5D-FF0DF6633E8D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66565" name="灯片编号占位符 4">
            <a:extLst>
              <a:ext uri="{FF2B5EF4-FFF2-40B4-BE49-F238E27FC236}">
                <a16:creationId xmlns:a16="http://schemas.microsoft.com/office/drawing/2014/main" id="{DB5888A3-879E-7ECE-2AC5-76FD82E6F3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9EC92C8-BE09-4B79-8D27-339055C52287}" type="slidenum">
              <a:rPr lang="zh-CN" altLang="en-US"/>
              <a:pPr/>
              <a:t>31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>
            <a:extLst>
              <a:ext uri="{FF2B5EF4-FFF2-40B4-BE49-F238E27FC236}">
                <a16:creationId xmlns:a16="http://schemas.microsoft.com/office/drawing/2014/main" id="{5FBFC81F-9B80-D189-3E8A-6978130D02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11" name="备注占位符 2">
            <a:extLst>
              <a:ext uri="{FF2B5EF4-FFF2-40B4-BE49-F238E27FC236}">
                <a16:creationId xmlns:a16="http://schemas.microsoft.com/office/drawing/2014/main" id="{EECBE9D4-F6F4-0406-6571-BEF7ECE36F8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12" name="日期占位符 3">
            <a:extLst>
              <a:ext uri="{FF2B5EF4-FFF2-40B4-BE49-F238E27FC236}">
                <a16:creationId xmlns:a16="http://schemas.microsoft.com/office/drawing/2014/main" id="{7FB04DC5-815A-AEB8-A3D1-C9EFABEACE1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49E6A80-B84E-4C98-B606-8E41C50AD76C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68613" name="灯片编号占位符 4">
            <a:extLst>
              <a:ext uri="{FF2B5EF4-FFF2-40B4-BE49-F238E27FC236}">
                <a16:creationId xmlns:a16="http://schemas.microsoft.com/office/drawing/2014/main" id="{C19A3CDB-9D82-FB1B-29A4-D95B033ECE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68557C6-D3BE-4429-B15D-B1806C9228FF}" type="slidenum">
              <a:rPr lang="zh-CN" altLang="en-US"/>
              <a:pPr/>
              <a:t>32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>
            <a:extLst>
              <a:ext uri="{FF2B5EF4-FFF2-40B4-BE49-F238E27FC236}">
                <a16:creationId xmlns:a16="http://schemas.microsoft.com/office/drawing/2014/main" id="{FDA382E8-7B6B-044D-956E-53641E3C9F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0659" name="备注占位符 2">
            <a:extLst>
              <a:ext uri="{FF2B5EF4-FFF2-40B4-BE49-F238E27FC236}">
                <a16:creationId xmlns:a16="http://schemas.microsoft.com/office/drawing/2014/main" id="{0FC6D8B3-8ECC-F081-0B10-92AA80DE875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60" name="日期占位符 3">
            <a:extLst>
              <a:ext uri="{FF2B5EF4-FFF2-40B4-BE49-F238E27FC236}">
                <a16:creationId xmlns:a16="http://schemas.microsoft.com/office/drawing/2014/main" id="{6CE67D28-8023-9043-E178-18EED008670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2268F28-E869-4BE6-8FF8-213FCD51C8CC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70661" name="灯片编号占位符 4">
            <a:extLst>
              <a:ext uri="{FF2B5EF4-FFF2-40B4-BE49-F238E27FC236}">
                <a16:creationId xmlns:a16="http://schemas.microsoft.com/office/drawing/2014/main" id="{D99B83C1-96D6-36FC-431B-DAC2A21C1F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B490951-C8FF-4268-BAF2-2795FC3329B0}" type="slidenum">
              <a:rPr lang="zh-CN" altLang="en-US"/>
              <a:pPr/>
              <a:t>33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>
            <a:extLst>
              <a:ext uri="{FF2B5EF4-FFF2-40B4-BE49-F238E27FC236}">
                <a16:creationId xmlns:a16="http://schemas.microsoft.com/office/drawing/2014/main" id="{A804B669-0DD7-3C90-0CBA-39BC8BD8CA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7" name="备注占位符 2">
            <a:extLst>
              <a:ext uri="{FF2B5EF4-FFF2-40B4-BE49-F238E27FC236}">
                <a16:creationId xmlns:a16="http://schemas.microsoft.com/office/drawing/2014/main" id="{75829567-8783-E3EC-5EA1-FA36ACD7C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08" name="日期占位符 3">
            <a:extLst>
              <a:ext uri="{FF2B5EF4-FFF2-40B4-BE49-F238E27FC236}">
                <a16:creationId xmlns:a16="http://schemas.microsoft.com/office/drawing/2014/main" id="{ACEC709F-9881-0795-FEBF-C9653B5595F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854F7B4-85B3-406E-A2B5-E6D2915D97BE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72709" name="灯片编号占位符 4">
            <a:extLst>
              <a:ext uri="{FF2B5EF4-FFF2-40B4-BE49-F238E27FC236}">
                <a16:creationId xmlns:a16="http://schemas.microsoft.com/office/drawing/2014/main" id="{E6863D2C-7FAB-0C98-6D1A-2BB13F81BF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8439FD3-99E6-4201-BEFB-B07D08AE8666}" type="slidenum">
              <a:rPr lang="zh-CN" altLang="en-US"/>
              <a:pPr/>
              <a:t>34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>
            <a:extLst>
              <a:ext uri="{FF2B5EF4-FFF2-40B4-BE49-F238E27FC236}">
                <a16:creationId xmlns:a16="http://schemas.microsoft.com/office/drawing/2014/main" id="{9E8DA3AC-1DAB-B378-D0E5-935AF572C6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5" name="备注占位符 2">
            <a:extLst>
              <a:ext uri="{FF2B5EF4-FFF2-40B4-BE49-F238E27FC236}">
                <a16:creationId xmlns:a16="http://schemas.microsoft.com/office/drawing/2014/main" id="{A183229E-819C-CA20-7F96-35350DF2AFD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756" name="日期占位符 3">
            <a:extLst>
              <a:ext uri="{FF2B5EF4-FFF2-40B4-BE49-F238E27FC236}">
                <a16:creationId xmlns:a16="http://schemas.microsoft.com/office/drawing/2014/main" id="{D4066677-7732-DE1A-961B-C6724209A2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DC5C6FA-36F6-4B88-9149-7DB771D835F5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74757" name="灯片编号占位符 4">
            <a:extLst>
              <a:ext uri="{FF2B5EF4-FFF2-40B4-BE49-F238E27FC236}">
                <a16:creationId xmlns:a16="http://schemas.microsoft.com/office/drawing/2014/main" id="{DEC0371A-2C52-01AC-1453-763683C5D6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0D34ED4-FE11-4614-861F-5A56C58F63B4}" type="slidenum">
              <a:rPr lang="zh-CN" altLang="en-US"/>
              <a:pPr/>
              <a:t>35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>
            <a:extLst>
              <a:ext uri="{FF2B5EF4-FFF2-40B4-BE49-F238E27FC236}">
                <a16:creationId xmlns:a16="http://schemas.microsoft.com/office/drawing/2014/main" id="{0409C135-B3DE-49A4-6EC6-3F58DD8352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803" name="备注占位符 2">
            <a:extLst>
              <a:ext uri="{FF2B5EF4-FFF2-40B4-BE49-F238E27FC236}">
                <a16:creationId xmlns:a16="http://schemas.microsoft.com/office/drawing/2014/main" id="{BCB12B19-56A8-F8AE-0F8D-BD163D98BC6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04" name="日期占位符 3">
            <a:extLst>
              <a:ext uri="{FF2B5EF4-FFF2-40B4-BE49-F238E27FC236}">
                <a16:creationId xmlns:a16="http://schemas.microsoft.com/office/drawing/2014/main" id="{6CDC11A8-F54E-6CBB-3524-F9064C37942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CA1E628-96B9-49E0-BF44-876229CE2973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76805" name="灯片编号占位符 4">
            <a:extLst>
              <a:ext uri="{FF2B5EF4-FFF2-40B4-BE49-F238E27FC236}">
                <a16:creationId xmlns:a16="http://schemas.microsoft.com/office/drawing/2014/main" id="{770E3695-F880-90DC-9989-79B090012D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30AEFA4-0D5E-4E80-92A9-7D46B0FAF96C}" type="slidenum">
              <a:rPr lang="zh-CN" altLang="en-US"/>
              <a:pPr/>
              <a:t>36</a:t>
            </a:fld>
            <a:endParaRPr lang="en-US" alt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955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30388" y="3886200"/>
            <a:ext cx="8537575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276615055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915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17707289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7962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7962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82523476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337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5375" y="1600200"/>
            <a:ext cx="541337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20825013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956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956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013" y="1535113"/>
            <a:ext cx="539273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013" y="2174875"/>
            <a:ext cx="539273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88925487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430811129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0889972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3200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8850" y="273050"/>
            <a:ext cx="68199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3200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69358085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775" y="4800600"/>
            <a:ext cx="7319963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775" y="612775"/>
            <a:ext cx="7319963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775" y="5367338"/>
            <a:ext cx="7319963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66039487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915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83944093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274638"/>
            <a:ext cx="2744787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8196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0822361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燕尾形 7">
            <a:extLst>
              <a:ext uri="{FF2B5EF4-FFF2-40B4-BE49-F238E27FC236}">
                <a16:creationId xmlns:a16="http://schemas.microsoft.com/office/drawing/2014/main" id="{5BCDCCEF-FCCC-77B8-1D69-18D27143F34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0300" y="0"/>
            <a:ext cx="7718425" cy="846138"/>
          </a:xfrm>
          <a:prstGeom prst="chevron">
            <a:avLst>
              <a:gd name="adj" fmla="val 24616"/>
            </a:avLst>
          </a:prstGeom>
          <a:solidFill>
            <a:srgbClr val="CD1F06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sz="3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045378E-01C7-F513-51F7-C17BE4A4A8CD}"/>
              </a:ext>
            </a:extLst>
          </p:cNvPr>
          <p:cNvSpPr/>
          <p:nvPr userDrawn="1"/>
        </p:nvSpPr>
        <p:spPr>
          <a:xfrm>
            <a:off x="8848725" y="0"/>
            <a:ext cx="2484000" cy="707886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4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数据库</a:t>
            </a:r>
          </a:p>
        </p:txBody>
      </p:sp>
    </p:spTree>
    <p:extLst>
      <p:ext uri="{BB962C8B-B14F-4D97-AF65-F5344CB8AC3E}">
        <p14:creationId xmlns:p14="http://schemas.microsoft.com/office/powerpoint/2010/main" val="86354290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609600" y="1600200"/>
            <a:ext cx="1097915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459828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1">
          <a:gsLst>
            <a:gs pos="0">
              <a:srgbClr val="FAFAFA"/>
            </a:gs>
            <a:gs pos="50000">
              <a:srgbClr val="FBFBFB"/>
            </a:gs>
            <a:gs pos="100000">
              <a:srgbClr val="FCFCF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2">
            <a:extLst>
              <a:ext uri="{FF2B5EF4-FFF2-40B4-BE49-F238E27FC236}">
                <a16:creationId xmlns:a16="http://schemas.microsoft.com/office/drawing/2014/main" id="{0BD0998D-DB59-D0E7-6EB3-22F22765C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54075"/>
            <a:ext cx="12198350" cy="115888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buFont typeface="Arial" charset="0"/>
              <a:buNone/>
              <a:defRPr/>
            </a:pPr>
            <a:endParaRPr lang="zh-CN" altLang="en-US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027" name="椭圆 14">
            <a:extLst>
              <a:ext uri="{FF2B5EF4-FFF2-40B4-BE49-F238E27FC236}">
                <a16:creationId xmlns:a16="http://schemas.microsoft.com/office/drawing/2014/main" id="{1D620AFA-B41F-FCF1-EA15-67AD977E6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863" y="866775"/>
            <a:ext cx="85725" cy="87313"/>
          </a:xfrm>
          <a:prstGeom prst="ellipse">
            <a:avLst/>
          </a:prstGeom>
          <a:solidFill>
            <a:srgbClr val="F6F6F6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buFont typeface="Arial" charset="0"/>
              <a:buNone/>
              <a:defRPr/>
            </a:pPr>
            <a:endParaRPr lang="zh-CN" altLang="en-US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028" name="椭圆 14">
            <a:extLst>
              <a:ext uri="{FF2B5EF4-FFF2-40B4-BE49-F238E27FC236}">
                <a16:creationId xmlns:a16="http://schemas.microsoft.com/office/drawing/2014/main" id="{08B63B40-6B5B-DD36-1D34-2EC1BFA509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5150" y="188913"/>
            <a:ext cx="563563" cy="719137"/>
          </a:xfrm>
          <a:custGeom>
            <a:avLst/>
            <a:gdLst>
              <a:gd name="T0" fmla="*/ 7 w 683568"/>
              <a:gd name="T1" fmla="*/ 0 h 864094"/>
              <a:gd name="T2" fmla="*/ 14 w 683568"/>
              <a:gd name="T3" fmla="*/ 12 h 864094"/>
              <a:gd name="T4" fmla="*/ 12 w 683568"/>
              <a:gd name="T5" fmla="*/ 20 h 864094"/>
              <a:gd name="T6" fmla="*/ 7 w 683568"/>
              <a:gd name="T7" fmla="*/ 30 h 864094"/>
              <a:gd name="T8" fmla="*/ 2 w 683568"/>
              <a:gd name="T9" fmla="*/ 20 h 864094"/>
              <a:gd name="T10" fmla="*/ 2 w 683568"/>
              <a:gd name="T11" fmla="*/ 18 h 864094"/>
              <a:gd name="T12" fmla="*/ 2 w 683568"/>
              <a:gd name="T13" fmla="*/ 18 h 864094"/>
              <a:gd name="T14" fmla="*/ 2 w 683568"/>
              <a:gd name="T15" fmla="*/ 18 h 864094"/>
              <a:gd name="T16" fmla="*/ 0 w 683568"/>
              <a:gd name="T17" fmla="*/ 12 h 864094"/>
              <a:gd name="T18" fmla="*/ 7 w 683568"/>
              <a:gd name="T19" fmla="*/ 0 h 86409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683568"/>
              <a:gd name="T31" fmla="*/ 0 h 864094"/>
              <a:gd name="T32" fmla="*/ 683568 w 683568"/>
              <a:gd name="T33" fmla="*/ 864094 h 86409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683568" h="864094">
                <a:moveTo>
                  <a:pt x="341784" y="0"/>
                </a:moveTo>
                <a:cubicBezTo>
                  <a:pt x="530546" y="0"/>
                  <a:pt x="683568" y="153022"/>
                  <a:pt x="683568" y="341784"/>
                </a:cubicBezTo>
                <a:cubicBezTo>
                  <a:pt x="683568" y="439085"/>
                  <a:pt x="642909" y="526890"/>
                  <a:pt x="577183" y="588642"/>
                </a:cubicBezTo>
                <a:lnTo>
                  <a:pt x="341597" y="864094"/>
                </a:lnTo>
                <a:lnTo>
                  <a:pt x="105111" y="587591"/>
                </a:lnTo>
                <a:cubicBezTo>
                  <a:pt x="87976" y="571864"/>
                  <a:pt x="72869" y="554041"/>
                  <a:pt x="59857" y="534679"/>
                </a:cubicBezTo>
                <a:lnTo>
                  <a:pt x="59306" y="534035"/>
                </a:lnTo>
                <a:lnTo>
                  <a:pt x="59325" y="534035"/>
                </a:lnTo>
                <a:cubicBezTo>
                  <a:pt x="21845" y="479324"/>
                  <a:pt x="0" y="413105"/>
                  <a:pt x="0" y="341784"/>
                </a:cubicBezTo>
                <a:cubicBezTo>
                  <a:pt x="0" y="153022"/>
                  <a:pt x="153022" y="0"/>
                  <a:pt x="341784" y="0"/>
                </a:cubicBezTo>
                <a:close/>
              </a:path>
            </a:pathLst>
          </a:cu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029" name="Text Box 7">
            <a:extLst>
              <a:ext uri="{FF2B5EF4-FFF2-40B4-BE49-F238E27FC236}">
                <a16:creationId xmlns:a16="http://schemas.microsoft.com/office/drawing/2014/main" id="{D9043772-8F33-BA4B-F360-17CE9090E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" y="288925"/>
            <a:ext cx="692150" cy="365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fld id="{66C7E2BD-C80E-44B8-AED2-B0DA82F77ACF}" type="slidenum">
              <a:rPr lang="zh-CN" altLang="en-US" smtClean="0">
                <a:solidFill>
                  <a:schemeClr val="bg1"/>
                </a:solidFill>
                <a:sym typeface="Calibri" panose="020F0502020204030204" pitchFamily="34" charset="0"/>
              </a:rPr>
              <a:pPr>
                <a:buFont typeface="Arial" panose="020B0604020202020204" pitchFamily="34" charset="0"/>
                <a:buNone/>
                <a:defRPr/>
              </a:pPr>
              <a:t>‹#›</a:t>
            </a:fld>
            <a:endParaRPr lang="en-US" altLang="zh-CN">
              <a:solidFill>
                <a:schemeClr val="bg1"/>
              </a:solidFill>
              <a:sym typeface="Calibri" panose="020F0502020204030204" pitchFamily="34" charset="0"/>
            </a:endParaRPr>
          </a:p>
        </p:txBody>
      </p:sp>
      <p:sp>
        <p:nvSpPr>
          <p:cNvPr id="1030" name="燕尾形 1">
            <a:extLst>
              <a:ext uri="{FF2B5EF4-FFF2-40B4-BE49-F238E27FC236}">
                <a16:creationId xmlns:a16="http://schemas.microsoft.com/office/drawing/2014/main" id="{AA10EF6A-061C-19AB-B9EF-B17B37B1C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79250" y="692150"/>
            <a:ext cx="215900" cy="431800"/>
          </a:xfrm>
          <a:prstGeom prst="chevron">
            <a:avLst>
              <a:gd name="adj" fmla="val 50000"/>
            </a:avLst>
          </a:prstGeom>
          <a:solidFill>
            <a:srgbClr val="CD1F06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buFont typeface="Arial" charset="0"/>
              <a:buNone/>
              <a:defRPr/>
            </a:pPr>
            <a:endParaRPr lang="zh-CN" altLang="en-US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031" name="燕尾形 9">
            <a:extLst>
              <a:ext uri="{FF2B5EF4-FFF2-40B4-BE49-F238E27FC236}">
                <a16:creationId xmlns:a16="http://schemas.microsoft.com/office/drawing/2014/main" id="{ECA94064-F29A-825C-224A-5EEE895FA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1650" y="692150"/>
            <a:ext cx="215900" cy="431800"/>
          </a:xfrm>
          <a:prstGeom prst="chevron">
            <a:avLst>
              <a:gd name="adj" fmla="val 50000"/>
            </a:avLst>
          </a:prstGeom>
          <a:solidFill>
            <a:srgbClr val="CD1F06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buFont typeface="Arial" charset="0"/>
              <a:buNone/>
              <a:defRPr/>
            </a:pPr>
            <a:endParaRPr lang="zh-CN" altLang="en-US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91" r:id="rId1"/>
    <p:sldLayoutId id="2147484392" r:id="rId2"/>
    <p:sldLayoutId id="2147484393" r:id="rId3"/>
    <p:sldLayoutId id="2147484394" r:id="rId4"/>
    <p:sldLayoutId id="2147484395" r:id="rId5"/>
    <p:sldLayoutId id="2147484396" r:id="rId6"/>
    <p:sldLayoutId id="2147484397" r:id="rId7"/>
    <p:sldLayoutId id="2147484398" r:id="rId8"/>
    <p:sldLayoutId id="2147484399" r:id="rId9"/>
    <p:sldLayoutId id="2147484400" r:id="rId10"/>
    <p:sldLayoutId id="2147484401" r:id="rId11"/>
    <p:sldLayoutId id="2147484403" r:id="rId12"/>
    <p:sldLayoutId id="2147484402" r:id="rId13"/>
  </p:sldLayoutIdLst>
  <p:transition spd="slow"/>
  <p:txStyles>
    <p:titleStyle>
      <a:lvl1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  <a:ea typeface="微软雅黑" pitchFamily="34" charset="-122"/>
          <a:sym typeface="Calibri" panose="020F0502020204030204" pitchFamily="34" charset="0"/>
        </a:defRPr>
      </a:lvl2pPr>
      <a:lvl3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  <a:ea typeface="微软雅黑" pitchFamily="34" charset="-122"/>
          <a:sym typeface="Calibri" panose="020F0502020204030204" pitchFamily="34" charset="0"/>
        </a:defRPr>
      </a:lvl3pPr>
      <a:lvl4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  <a:ea typeface="微软雅黑" pitchFamily="34" charset="-122"/>
          <a:sym typeface="Calibri" panose="020F0502020204030204" pitchFamily="34" charset="0"/>
        </a:defRPr>
      </a:lvl4pPr>
      <a:lvl5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  <a:ea typeface="微软雅黑" pitchFamily="34" charset="-122"/>
          <a:sym typeface="Calibri" panose="020F0502020204030204" pitchFamily="34" charset="0"/>
        </a:defRPr>
      </a:lvl5pPr>
      <a:lvl6pPr marL="13716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fengmian">
            <a:extLst>
              <a:ext uri="{FF2B5EF4-FFF2-40B4-BE49-F238E27FC236}">
                <a16:creationId xmlns:a16="http://schemas.microsoft.com/office/drawing/2014/main" id="{732E861A-526E-6A70-E4F9-A4C72FB55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0"/>
            <a:ext cx="12230100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TextBox 5">
            <a:extLst>
              <a:ext uri="{FF2B5EF4-FFF2-40B4-BE49-F238E27FC236}">
                <a16:creationId xmlns:a16="http://schemas.microsoft.com/office/drawing/2014/main" id="{DB6D81B1-2E8E-6DEB-1306-EE9667E82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613" y="4076700"/>
            <a:ext cx="7920037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3200" b="1">
                <a:solidFill>
                  <a:srgbClr val="002060"/>
                </a:solidFill>
                <a:latin typeface="宋体" panose="02010600030101010101" pitchFamily="2" charset="-122"/>
                <a:cs typeface="Aharoni" panose="02010803020104030203" pitchFamily="2" charset="-79"/>
              </a:rPr>
              <a:t>数据库虚拟教研室 制作</a:t>
            </a:r>
            <a:endParaRPr lang="zh-CN" altLang="zh-CN" sz="3200" b="1">
              <a:solidFill>
                <a:srgbClr val="002060"/>
              </a:solidFill>
              <a:latin typeface="宋体" panose="02010600030101010101" pitchFamily="2" charset="-122"/>
              <a:cs typeface="Aharoni" panose="02010803020104030203" pitchFamily="2" charset="-79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92DCAC-69BE-B60E-0077-2B267A5EC75E}"/>
              </a:ext>
            </a:extLst>
          </p:cNvPr>
          <p:cNvSpPr/>
          <p:nvPr/>
        </p:nvSpPr>
        <p:spPr>
          <a:xfrm>
            <a:off x="1130830" y="46256"/>
            <a:ext cx="2484000" cy="707886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4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数据库</a:t>
            </a:r>
          </a:p>
        </p:txBody>
      </p:sp>
      <p:sp>
        <p:nvSpPr>
          <p:cNvPr id="5125" name="TextBox 5">
            <a:extLst>
              <a:ext uri="{FF2B5EF4-FFF2-40B4-BE49-F238E27FC236}">
                <a16:creationId xmlns:a16="http://schemas.microsoft.com/office/drawing/2014/main" id="{49D8FF88-6055-04A2-0D06-AFAF41946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0" y="1860550"/>
            <a:ext cx="7218363" cy="108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5400" b="1">
                <a:solidFill>
                  <a:srgbClr val="002060"/>
                </a:solidFill>
                <a:latin typeface="宋体" panose="02010600030101010101" pitchFamily="2" charset="-122"/>
                <a:cs typeface="Aharoni" panose="02010803020104030203" pitchFamily="2" charset="-79"/>
              </a:rPr>
              <a:t>《</a:t>
            </a:r>
            <a:r>
              <a:rPr lang="zh-CN" altLang="en-US" sz="5400" b="1">
                <a:solidFill>
                  <a:srgbClr val="00206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Aharoni" panose="02010803020104030203" pitchFamily="2" charset="-79"/>
              </a:rPr>
              <a:t>数据库原理及应用</a:t>
            </a:r>
            <a:r>
              <a:rPr lang="en-US" altLang="zh-CN" sz="5400" b="1">
                <a:solidFill>
                  <a:srgbClr val="002060"/>
                </a:solidFill>
                <a:latin typeface="宋体" panose="02010600030101010101" pitchFamily="2" charset="-122"/>
                <a:cs typeface="Aharoni" panose="02010803020104030203" pitchFamily="2" charset="-79"/>
              </a:rPr>
              <a:t>》</a:t>
            </a:r>
            <a:endParaRPr lang="zh-CN" altLang="zh-CN" sz="5400" b="1">
              <a:solidFill>
                <a:srgbClr val="002060"/>
              </a:solidFill>
              <a:latin typeface="宋体" panose="02010600030101010101" pitchFamily="2" charset="-122"/>
              <a:cs typeface="Aharoni" panose="02010803020104030203" pitchFamily="2" charset="-79"/>
            </a:endParaRPr>
          </a:p>
        </p:txBody>
      </p:sp>
    </p:spTree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6">
            <a:extLst>
              <a:ext uri="{FF2B5EF4-FFF2-40B4-BE49-F238E27FC236}">
                <a16:creationId xmlns:a16="http://schemas.microsoft.com/office/drawing/2014/main" id="{279B0B37-8C73-C979-C0CB-63D7B0471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113" y="-3175"/>
            <a:ext cx="3003551" cy="6865938"/>
          </a:xfrm>
          <a:prstGeom prst="rect">
            <a:avLst/>
          </a:pr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endParaRPr lang="zh-CN" altLang="en-US"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171" name="TextBox 11">
            <a:extLst>
              <a:ext uri="{FF2B5EF4-FFF2-40B4-BE49-F238E27FC236}">
                <a16:creationId xmlns:a16="http://schemas.microsoft.com/office/drawing/2014/main" id="{4AFFEBCD-6A74-0EBD-3792-341C76C7E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8775" y="3381375"/>
            <a:ext cx="669607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3200" b="1">
                <a:solidFill>
                  <a:srgbClr val="CD1F06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0</a:t>
            </a:r>
            <a:r>
              <a:rPr lang="en-US" altLang="zh-CN" sz="3200" b="1">
                <a:solidFill>
                  <a:srgbClr val="CD1F06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3  </a:t>
            </a:r>
            <a:r>
              <a:rPr lang="en-US" altLang="zh-CN" sz="3200" b="1">
                <a:solidFill>
                  <a:schemeClr val="tx2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DDL</a:t>
            </a:r>
            <a:r>
              <a:rPr lang="zh-CN" altLang="en-US" sz="3200" b="1">
                <a:solidFill>
                  <a:schemeClr val="tx2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和</a:t>
            </a:r>
            <a:r>
              <a:rPr lang="en-US" altLang="zh-CN" sz="3200" b="1">
                <a:solidFill>
                  <a:schemeClr val="tx2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DML</a:t>
            </a:r>
            <a:r>
              <a:rPr lang="zh-CN" altLang="en-US" sz="3200" b="1">
                <a:solidFill>
                  <a:schemeClr val="tx2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中的子查询</a:t>
            </a:r>
            <a:endParaRPr lang="zh-CN" altLang="en-US" sz="3200" b="1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7172" name="TextBox 10">
            <a:extLst>
              <a:ext uri="{FF2B5EF4-FFF2-40B4-BE49-F238E27FC236}">
                <a16:creationId xmlns:a16="http://schemas.microsoft.com/office/drawing/2014/main" id="{E71E7BC7-AFF2-67D4-885D-50342EFDB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8775" y="1587500"/>
            <a:ext cx="669607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3200" b="1">
                <a:solidFill>
                  <a:srgbClr val="CD1F06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0</a:t>
            </a:r>
            <a:r>
              <a:rPr lang="en-US" altLang="zh-CN" sz="3200" b="1">
                <a:solidFill>
                  <a:srgbClr val="CD1F06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1</a:t>
            </a:r>
            <a:r>
              <a:rPr lang="zh-CN" altLang="en-US" sz="3200" b="1">
                <a:solidFill>
                  <a:srgbClr val="CD1F06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  </a:t>
            </a:r>
            <a:r>
              <a:rPr lang="zh-CN" altLang="en-US" sz="3200" b="1">
                <a:solidFill>
                  <a:schemeClr val="tx2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连接查询</a:t>
            </a:r>
            <a:endParaRPr lang="zh-CN" altLang="en-US" sz="3200" b="1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7173" name="TextBox 10">
            <a:extLst>
              <a:ext uri="{FF2B5EF4-FFF2-40B4-BE49-F238E27FC236}">
                <a16:creationId xmlns:a16="http://schemas.microsoft.com/office/drawing/2014/main" id="{37CAB10A-E639-3111-ED39-7A37F5A51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7188" y="2487613"/>
            <a:ext cx="669607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3200" b="1">
                <a:solidFill>
                  <a:srgbClr val="CD1F06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0</a:t>
            </a:r>
            <a:r>
              <a:rPr lang="en-US" altLang="zh-CN" sz="3200" b="1">
                <a:solidFill>
                  <a:srgbClr val="CD1F06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2  </a:t>
            </a:r>
            <a:r>
              <a:rPr lang="zh-CN" altLang="en-US" sz="3200" b="1">
                <a:solidFill>
                  <a:schemeClr val="tx2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子查询</a:t>
            </a:r>
            <a:endParaRPr lang="zh-CN" altLang="en-US" sz="3200" b="1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7174" name="TextBox 11">
            <a:extLst>
              <a:ext uri="{FF2B5EF4-FFF2-40B4-BE49-F238E27FC236}">
                <a16:creationId xmlns:a16="http://schemas.microsoft.com/office/drawing/2014/main" id="{D913C261-4B18-C760-BC9A-1D71A9476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4488" y="4176713"/>
            <a:ext cx="669607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3200" b="1">
                <a:solidFill>
                  <a:srgbClr val="CD1F06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0</a:t>
            </a:r>
            <a:r>
              <a:rPr lang="en-US" altLang="zh-CN" sz="3200" b="1">
                <a:solidFill>
                  <a:srgbClr val="CD1F06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4  </a:t>
            </a:r>
            <a:r>
              <a:rPr lang="zh-CN" altLang="en-US" sz="3200" b="1">
                <a:solidFill>
                  <a:schemeClr val="tx2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传统的集合运算</a:t>
            </a:r>
            <a:endParaRPr lang="zh-CN" altLang="en-US" sz="3200" b="1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11" name="文本框 52">
            <a:extLst>
              <a:ext uri="{FF2B5EF4-FFF2-40B4-BE49-F238E27FC236}">
                <a16:creationId xmlns:a16="http://schemas.microsoft.com/office/drawing/2014/main" id="{47F8DBE9-C629-8210-928B-ED4B10DC1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625" y="1408113"/>
            <a:ext cx="2376488" cy="37861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目</a:t>
            </a:r>
            <a:endParaRPr lang="en-US" altLang="zh-CN" sz="4000" b="1" dirty="0">
              <a:solidFill>
                <a:schemeClr val="bg1"/>
              </a:solidFill>
              <a:latin typeface="+mn-ea"/>
              <a:ea typeface="+mn-ea"/>
            </a:endParaRPr>
          </a:p>
          <a:p>
            <a:pPr algn="ctr">
              <a:buFont typeface="Arial" charset="0"/>
              <a:buNone/>
              <a:defRPr/>
            </a:pPr>
            <a:endParaRPr lang="en-US" altLang="zh-CN" sz="4000" b="1" dirty="0">
              <a:solidFill>
                <a:schemeClr val="bg1"/>
              </a:solidFill>
              <a:latin typeface="宋体" pitchFamily="2" charset="-122"/>
            </a:endParaRPr>
          </a:p>
          <a:p>
            <a:pPr algn="ctr">
              <a:buFont typeface="Arial" charset="0"/>
              <a:buNone/>
              <a:defRPr/>
            </a:pPr>
            <a:endParaRPr lang="en-US" altLang="zh-CN" sz="4000" b="1" dirty="0">
              <a:solidFill>
                <a:schemeClr val="bg1"/>
              </a:solidFill>
              <a:latin typeface="宋体" pitchFamily="2" charset="-122"/>
            </a:endParaRPr>
          </a:p>
          <a:p>
            <a:pPr algn="ctr">
              <a:buFont typeface="Arial" charset="0"/>
              <a:buNone/>
              <a:defRPr/>
            </a:pPr>
            <a:endParaRPr lang="en-US" altLang="zh-CN" sz="4000" b="1" dirty="0">
              <a:solidFill>
                <a:schemeClr val="bg1"/>
              </a:solidFill>
              <a:latin typeface="宋体" pitchFamily="2" charset="-122"/>
            </a:endParaRPr>
          </a:p>
          <a:p>
            <a:pPr algn="ctr">
              <a:buFont typeface="Arial" charset="0"/>
              <a:buNone/>
              <a:defRPr/>
            </a:pPr>
            <a:endParaRPr lang="en-US" altLang="zh-CN" sz="4000" b="1" dirty="0">
              <a:solidFill>
                <a:schemeClr val="bg1"/>
              </a:solidFill>
              <a:latin typeface="宋体" pitchFamily="2" charset="-122"/>
            </a:endParaRPr>
          </a:p>
          <a:p>
            <a:pPr algn="ctr"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录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B8E7513C-B7F5-5AB2-7BAA-0464A46B8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115888"/>
            <a:ext cx="5627687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itchFamily="34" charset="0"/>
              </a:rPr>
              <a:t>第六章 多表查询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0C982C05-0445-A741-8EFA-8390435D7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连接查询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0002644-88A2-C9B7-0028-ED27837F8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25" y="1628775"/>
            <a:ext cx="10828338" cy="3754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28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     </a:t>
            </a:r>
            <a:endParaRPr lang="zh-CN" altLang="en-US" sz="2800" dirty="0">
              <a:latin typeface="Arial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  <a:buFont typeface="Arial" charset="0"/>
              <a:buNone/>
              <a:defRPr/>
            </a:pPr>
            <a:r>
              <a:rPr lang="zh-CN" altLang="en-US" sz="2800" dirty="0">
                <a:latin typeface="Arial" charset="0"/>
              </a:rPr>
              <a:t> 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 若一个查询同时涉及两个以上的关系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则称之为连接查询。连接查询是关系数据库中最主要的查询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包括：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u"/>
              <a:defRPr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交叉连接查询</a:t>
            </a:r>
            <a:endParaRPr lang="en-US" altLang="zh-CN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u"/>
              <a:defRPr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内连接查询</a:t>
            </a:r>
            <a:endParaRPr lang="en-US" altLang="zh-CN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u"/>
              <a:defRPr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外连接查询。</a:t>
            </a:r>
            <a:endParaRPr lang="en-US" altLang="zh-CN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ED4DA77B-6A20-224A-A8A5-93CCB71EB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738" y="77788"/>
            <a:ext cx="6083300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连接查询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-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交叉连接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83522B7-39E8-0AE4-05EC-7AC065728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963" y="1616075"/>
            <a:ext cx="10828337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交叉连接查询</a:t>
            </a:r>
            <a:r>
              <a:rPr lang="zh-CN" altLang="en-US" sz="2800" b="1" dirty="0">
                <a:solidFill>
                  <a:srgbClr val="002060"/>
                </a:solidFill>
                <a:latin typeface="Arial" charset="0"/>
              </a:rPr>
              <a:t>：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又称广义笛卡儿积，是不带连接谓词的查询。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E8811AA7-5415-A148-D202-EA1182D71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963" y="2492375"/>
            <a:ext cx="10828337" cy="227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CN" sz="2800" b="1"/>
              <a:t>【</a:t>
            </a:r>
            <a:r>
              <a:rPr lang="zh-CN" altLang="en-US" sz="2800" b="1"/>
              <a:t>例</a:t>
            </a:r>
            <a:r>
              <a:rPr lang="en-US" altLang="zh-CN" sz="2800" b="1"/>
              <a:t>6.1】</a:t>
            </a:r>
            <a:r>
              <a:rPr lang="zh-CN" altLang="en-US" sz="2800" b="1"/>
              <a:t>求学生表</a:t>
            </a:r>
            <a:r>
              <a:rPr lang="en-US" altLang="zh-CN" sz="2800" b="1"/>
              <a:t>student</a:t>
            </a:r>
            <a:r>
              <a:rPr lang="zh-CN" altLang="en-US" sz="2800" b="1"/>
              <a:t>和课程表</a:t>
            </a:r>
            <a:r>
              <a:rPr lang="en-US" altLang="zh-CN" sz="2800" b="1"/>
              <a:t>course</a:t>
            </a:r>
            <a:r>
              <a:rPr lang="zh-CN" altLang="en-US" sz="2800" b="1"/>
              <a:t>的广义笛卡儿积。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2060"/>
                </a:solidFill>
              </a:rPr>
              <a:t>SELECT * FROM student,course;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2060"/>
                </a:solidFill>
              </a:rPr>
              <a:t>-- </a:t>
            </a:r>
            <a:r>
              <a:rPr lang="zh-CN" altLang="en-US" sz="2800" b="1">
                <a:solidFill>
                  <a:srgbClr val="002060"/>
                </a:solidFill>
              </a:rPr>
              <a:t>或</a:t>
            </a:r>
            <a:endParaRPr lang="en-US" altLang="zh-CN" sz="2800" b="1">
              <a:solidFill>
                <a:srgbClr val="002060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2060"/>
                </a:solidFill>
              </a:rPr>
              <a:t>SELECT * FROM student CROSS JOIN course; </a:t>
            </a:r>
          </a:p>
        </p:txBody>
      </p:sp>
    </p:spTree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FE14E592-659B-6B3B-886D-C9A62D216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738" y="77788"/>
            <a:ext cx="6083300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连接查询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-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交叉连接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688B875-5C24-E55C-69DA-6E2AE6058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0" y="1196975"/>
            <a:ext cx="10828338" cy="18161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+mn-ea"/>
                <a:ea typeface="+mn-ea"/>
              </a:rPr>
              <a:t>交叉连接查询的原理</a:t>
            </a:r>
            <a:r>
              <a:rPr lang="zh-CN" altLang="en-US" sz="2800" b="1" dirty="0">
                <a:solidFill>
                  <a:srgbClr val="002060"/>
                </a:solidFill>
                <a:latin typeface="+mn-ea"/>
                <a:ea typeface="+mn-ea"/>
              </a:rPr>
              <a:t>：</a:t>
            </a:r>
            <a:r>
              <a:rPr lang="zh-CN" altLang="en-US" sz="2800" b="1" dirty="0">
                <a:solidFill>
                  <a:srgbClr val="002060"/>
                </a:solidFill>
                <a:latin typeface="Arial" charset="0"/>
              </a:rPr>
              <a:t>按照表在</a:t>
            </a:r>
            <a:r>
              <a:rPr lang="en-US" altLang="zh-CN" sz="2800" b="1" dirty="0">
                <a:solidFill>
                  <a:srgbClr val="002060"/>
                </a:solidFill>
                <a:latin typeface="Arial" charset="0"/>
              </a:rPr>
              <a:t>from</a:t>
            </a:r>
            <a:r>
              <a:rPr lang="zh-CN" altLang="en-US" sz="2800" b="1" dirty="0">
                <a:solidFill>
                  <a:srgbClr val="002060"/>
                </a:solidFill>
                <a:latin typeface="Arial" charset="0"/>
              </a:rPr>
              <a:t>后面出现顺序，第一个表叫驱动表，第二个表叫被驱动表，当两表连接时，执行双重循环进行记录连接，第一个表的记录用做外循环，第二个表的记录用做内循，返回两条记录连接的结果。</a:t>
            </a:r>
            <a:endParaRPr lang="en-US" altLang="zh-CN" sz="2800" b="1" dirty="0">
              <a:solidFill>
                <a:srgbClr val="002060"/>
              </a:solidFill>
              <a:latin typeface="Arial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F25C733-4FFB-6658-75E6-0B699A4A0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" y="3048000"/>
            <a:ext cx="10828338" cy="353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 sz="2800" b="1">
                <a:solidFill>
                  <a:srgbClr val="002060"/>
                </a:solidFill>
              </a:rPr>
              <a:t>SELECT * FROM student, course;</a:t>
            </a:r>
          </a:p>
          <a:p>
            <a:pPr lvl="2"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2060"/>
                </a:solidFill>
              </a:rPr>
              <a:t>for t in student  </a:t>
            </a:r>
          </a:p>
          <a:p>
            <a:pPr lvl="2"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2060"/>
                </a:solidFill>
              </a:rPr>
              <a:t>{  </a:t>
            </a:r>
          </a:p>
          <a:p>
            <a:pPr lvl="2"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2060"/>
                </a:solidFill>
              </a:rPr>
              <a:t>    for s in course </a:t>
            </a:r>
          </a:p>
          <a:p>
            <a:pPr lvl="2"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2060"/>
                </a:solidFill>
              </a:rPr>
              <a:t>    {  </a:t>
            </a:r>
          </a:p>
          <a:p>
            <a:pPr lvl="2"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2060"/>
                </a:solidFill>
              </a:rPr>
              <a:t>         output  t+s;  </a:t>
            </a:r>
          </a:p>
          <a:p>
            <a:pPr lvl="2"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2060"/>
                </a:solidFill>
              </a:rPr>
              <a:t>    }  </a:t>
            </a:r>
          </a:p>
          <a:p>
            <a:pPr lvl="2"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2060"/>
                </a:solidFill>
              </a:rPr>
              <a:t>}  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DEFC15-E3C8-CC72-D00D-AF6CC4502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738" y="77788"/>
            <a:ext cx="6083300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连接查询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-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内连接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8284671-4923-2701-4D9D-C5E475898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38" y="1341438"/>
            <a:ext cx="10828337" cy="528478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内连接查询</a:t>
            </a:r>
            <a:r>
              <a:rPr lang="zh-CN" altLang="en-US" sz="2800" b="1" dirty="0">
                <a:solidFill>
                  <a:srgbClr val="002060"/>
                </a:solidFill>
                <a:latin typeface="+mn-ea"/>
                <a:ea typeface="+mn-ea"/>
              </a:rPr>
              <a:t>：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内连接查询中用来连接两个表的条件称为连接条件或连接谓词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其一般格式为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:</a:t>
            </a:r>
          </a:p>
          <a:p>
            <a:pPr algn="ctr">
              <a:lnSpc>
                <a:spcPts val="4500"/>
              </a:lnSpc>
              <a:defRPr/>
            </a:pP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表名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1&gt;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 [INNER] JOIN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表名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2&gt;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 </a:t>
            </a:r>
          </a:p>
          <a:p>
            <a:pPr algn="ctr">
              <a:lnSpc>
                <a:spcPts val="4500"/>
              </a:lnSpc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ON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表名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1&gt;.&lt;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列名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1&gt; 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&lt;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比较运算符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&gt;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表名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2&gt;.&lt;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列名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2&gt;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 marL="457200" indent="-457200">
              <a:lnSpc>
                <a:spcPts val="45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其中比较运算符主要有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: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、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&lt;&gt;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、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、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&gt;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、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&lt;=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、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&gt;=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。</a:t>
            </a:r>
          </a:p>
          <a:p>
            <a:pPr marL="457200" indent="-457200">
              <a:lnSpc>
                <a:spcPts val="45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当连接运算符为“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=”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时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称为等值连接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使用其他运算符称为非等值连接。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 marL="457200" indent="-457200">
              <a:lnSpc>
                <a:spcPts val="45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连接谓词中的列名称为连接字段。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 marL="457200" indent="-457200">
              <a:lnSpc>
                <a:spcPts val="45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连接条件中的各连接字段类型必须是可比的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但不必是相同的。</a:t>
            </a:r>
          </a:p>
        </p:txBody>
      </p:sp>
    </p:spTree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1781837A-9743-1615-B7D0-407965BDF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738" y="77788"/>
            <a:ext cx="6083300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连接查询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-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内连接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3212508-E40C-D2B0-E389-96A595254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3" y="1341438"/>
            <a:ext cx="11042650" cy="41306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等值连接</a:t>
            </a:r>
            <a:r>
              <a:rPr lang="zh-CN" altLang="en-US" sz="2800" b="1" dirty="0">
                <a:solidFill>
                  <a:srgbClr val="002060"/>
                </a:solidFill>
                <a:latin typeface="Arial" charset="0"/>
              </a:rPr>
              <a:t>：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当比较运算符为“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=”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时，称为等值连接，其一般格式为：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 algn="ctr">
              <a:lnSpc>
                <a:spcPts val="4500"/>
              </a:lnSpc>
              <a:defRPr/>
            </a:pP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表名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1&gt;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 [INNER] JOIN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表名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2&gt;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 </a:t>
            </a:r>
          </a:p>
          <a:p>
            <a:pPr algn="ctr">
              <a:lnSpc>
                <a:spcPts val="4500"/>
              </a:lnSpc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ON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表名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1&gt;.&lt;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列名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1&gt; 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表名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2&gt;.&lt;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列名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2&gt;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连接条件也可以放在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WHERE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子句中，其格式为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:</a:t>
            </a:r>
          </a:p>
          <a:p>
            <a:pPr algn="ctr"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表名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1&gt;.&lt;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列名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1&gt; =&lt;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表名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2&gt;.&lt;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列名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2&gt;</a:t>
            </a:r>
          </a:p>
          <a:p>
            <a:pPr>
              <a:lnSpc>
                <a:spcPts val="4500"/>
              </a:lnSpc>
              <a:defRPr/>
            </a:pP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>
              <a:lnSpc>
                <a:spcPts val="4500"/>
              </a:lnSpc>
              <a:defRPr/>
            </a:pPr>
            <a:endParaRPr lang="zh-CN" alt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8FA2399C-E30C-9964-0C60-F07B5F30F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738" y="77788"/>
            <a:ext cx="6083300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连接查询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-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内连接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4699FBC-D790-08CA-6F43-46815EF15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38" y="1341438"/>
            <a:ext cx="10828337" cy="24003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【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6.2】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　求学生以及其选修课程的情况。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-- </a:t>
            </a:r>
            <a:r>
              <a:rPr lang="zh-CN" alt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格式</a:t>
            </a:r>
            <a:r>
              <a:rPr lang="en-US" altLang="zh-CN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1</a:t>
            </a:r>
            <a:r>
              <a:rPr lang="zh-CN" alt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：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SELECT student.*,score.* FROM student JOIN score ON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student.sno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score.sno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;</a:t>
            </a:r>
            <a:endParaRPr lang="zh-CN" alt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484359F-621B-FE4F-65F6-B480D2567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8" y="3933825"/>
            <a:ext cx="10828337" cy="18224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-- </a:t>
            </a:r>
            <a:r>
              <a:rPr lang="zh-CN" alt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格式</a:t>
            </a:r>
            <a:r>
              <a:rPr lang="en-US" altLang="zh-CN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2</a:t>
            </a:r>
            <a:r>
              <a:rPr lang="zh-CN" alt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：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SELECT student.*,score.*  FROM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student,score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WHERE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student.sno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score.sno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;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FD390D60-7AC4-8E21-B643-2CB786820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738" y="77788"/>
            <a:ext cx="6083300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连接查询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-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内连接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04BF630-DF3A-CB2B-7921-A04F562FA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3" y="1341438"/>
            <a:ext cx="11042650" cy="41306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自然连接</a:t>
            </a:r>
            <a:r>
              <a:rPr lang="zh-CN" altLang="en-US" sz="2800" b="1" dirty="0">
                <a:solidFill>
                  <a:srgbClr val="002060"/>
                </a:solidFill>
                <a:latin typeface="Arial" charset="0"/>
              </a:rPr>
              <a:t>：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当进行连接的两个表中有同名列时，可以使用自然连接来完成，其一般格式为：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 algn="ctr">
              <a:lnSpc>
                <a:spcPts val="4500"/>
              </a:lnSpc>
              <a:defRPr/>
            </a:pP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表名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1&gt;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 NATURAL JOIN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表名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2&gt;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 </a:t>
            </a:r>
          </a:p>
          <a:p>
            <a:pPr>
              <a:lnSpc>
                <a:spcPts val="4500"/>
              </a:lnSpc>
              <a:defRPr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也可以使用格式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:</a:t>
            </a:r>
          </a:p>
          <a:p>
            <a:pPr algn="ctr"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表名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1&gt; 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JOIN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表名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2&gt; 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USING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字段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&gt;</a:t>
            </a:r>
          </a:p>
          <a:p>
            <a:pPr>
              <a:lnSpc>
                <a:spcPts val="4500"/>
              </a:lnSpc>
              <a:defRPr/>
            </a:pP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>
              <a:lnSpc>
                <a:spcPts val="4500"/>
              </a:lnSpc>
              <a:defRPr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注意：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自然连接与其他连接的区别是去掉重复的列。</a:t>
            </a:r>
          </a:p>
        </p:txBody>
      </p:sp>
    </p:spTree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1D81FE2A-B90A-EBF9-A6E7-8019CE413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738" y="77788"/>
            <a:ext cx="6083300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连接查询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-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内连接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8539997-EAA8-44F5-AC7E-4E712673E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38" y="1341438"/>
            <a:ext cx="10828337" cy="6032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【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6.3】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　用自然连接完成：求学生以及其选修课程的情况。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8489961-AD49-21F7-997E-CEA7F2660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8" y="3933825"/>
            <a:ext cx="10828337" cy="12461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-- </a:t>
            </a:r>
            <a:r>
              <a:rPr lang="zh-CN" alt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格式</a:t>
            </a:r>
            <a:r>
              <a:rPr lang="en-US" altLang="zh-CN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2</a:t>
            </a:r>
            <a:r>
              <a:rPr lang="zh-CN" alt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：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SELECT * FROM student JOIN score USING(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);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FFEF8A1-C1E3-F177-8ACD-F7B9AB570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38" y="2133600"/>
            <a:ext cx="10828337" cy="12461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-- </a:t>
            </a:r>
            <a:r>
              <a:rPr lang="zh-CN" alt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格式</a:t>
            </a:r>
            <a:r>
              <a:rPr lang="en-US" altLang="zh-CN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1</a:t>
            </a:r>
            <a:r>
              <a:rPr lang="zh-CN" alt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：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SELECT * FROM student NATURAL JOIN score ;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8AA4E002-5557-6DD1-5BED-1B8F489F1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738" y="77788"/>
            <a:ext cx="6083300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连接查询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-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内连接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7295159-39F0-F47A-6BE8-F0F7F9538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3" y="1341438"/>
            <a:ext cx="11042650" cy="47085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自身连接</a:t>
            </a:r>
            <a:r>
              <a:rPr lang="zh-CN" altLang="en-US" sz="2800" b="1" dirty="0">
                <a:solidFill>
                  <a:srgbClr val="002060"/>
                </a:solidFill>
                <a:latin typeface="Arial" charset="0"/>
              </a:rPr>
              <a:t>：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连接操作不仅可以在两个表之间进行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也可以是一个表与其自身进行连接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称为表的自身连接。当表进行自身连接时，为了区别两个表，必须给他们取不同的别名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表取别名的方式为：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 algn="ctr"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表名 别名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     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进行自身连接时，由于所有属性名都是同名属性，因此必须使用别名前缀。其一般格式为：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 algn="ctr">
              <a:lnSpc>
                <a:spcPts val="4500"/>
              </a:lnSpc>
              <a:defRPr/>
            </a:pP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表名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&gt;  a 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JOIN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表名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&gt;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b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ON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a. 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字段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&gt; 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&lt;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较比运算符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&gt; b. 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字段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&gt;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>
              <a:lnSpc>
                <a:spcPts val="4500"/>
              </a:lnSpc>
              <a:defRPr/>
            </a:pPr>
            <a:endParaRPr lang="zh-CN" alt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  <p:transition spd="slow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1737339F-44C2-4F66-AEF0-5B797C92F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738" y="77788"/>
            <a:ext cx="6083300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连接查询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-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内连接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8ED173-10B4-939D-1C26-DB030AD67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38" y="1341438"/>
            <a:ext cx="11233150" cy="66833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【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6.4】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　求年龄大于王燕的所有学生的姓名、专业名和出生日期。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EF20978-743D-5FBE-B159-F53C53A3B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425" y="2560638"/>
            <a:ext cx="10080625" cy="182403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SELECT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b.sname,b.dept,b.birthday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FROM student a JOIN student b ON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a.birthday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&gt;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b.birthday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WHERE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a.sname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='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王燕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'  ;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C061E2BF-818F-81D7-540D-5E6C2BE97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738" y="77788"/>
            <a:ext cx="6083300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连接查询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-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外连接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A409191-3CE1-3558-C13F-D3741FA9F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0" y="1196975"/>
            <a:ext cx="11042650" cy="52863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     在通常的连接操作中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只有满足连接条件的记录才能作为结果输出，有些用户需要的信息可能在结果中就无法出现，可使用外连接解决这个问题，外连接的格式为：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 algn="ctr"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表名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1&gt; 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{LEFT|RIGHT|FULL} OUTER JOIN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表名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2&gt;</a:t>
            </a:r>
          </a:p>
          <a:p>
            <a:pPr algn="ctr"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ON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连接条件</a:t>
            </a:r>
            <a:endParaRPr lang="en-US" altLang="zh-CN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 marL="457200" indent="-457200">
              <a:lnSpc>
                <a:spcPts val="45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solidFill>
                  <a:srgbClr val="002060"/>
                </a:solidFill>
                <a:latin typeface="Arial" charset="0"/>
              </a:rPr>
              <a:t>LEFT </a:t>
            </a:r>
            <a:r>
              <a:rPr lang="zh-CN" altLang="en-US" sz="2800" b="1" dirty="0">
                <a:solidFill>
                  <a:srgbClr val="002060"/>
                </a:solidFill>
                <a:latin typeface="Arial" charset="0"/>
              </a:rPr>
              <a:t>表示左边的表中所有记录都出现在结果中；</a:t>
            </a:r>
            <a:endParaRPr lang="en-US" altLang="zh-CN" sz="2800" b="1" dirty="0">
              <a:solidFill>
                <a:srgbClr val="002060"/>
              </a:solidFill>
              <a:latin typeface="Arial" charset="0"/>
            </a:endParaRPr>
          </a:p>
          <a:p>
            <a:pPr marL="457200" indent="-457200">
              <a:lnSpc>
                <a:spcPts val="45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solidFill>
                  <a:srgbClr val="002060"/>
                </a:solidFill>
                <a:latin typeface="Arial" charset="0"/>
              </a:rPr>
              <a:t>RIGHT</a:t>
            </a:r>
            <a:r>
              <a:rPr lang="zh-CN" altLang="en-US" sz="2800" b="1" dirty="0">
                <a:solidFill>
                  <a:srgbClr val="002060"/>
                </a:solidFill>
                <a:latin typeface="Arial" charset="0"/>
              </a:rPr>
              <a:t>表示左边的表中所有记录都出现在结果中；</a:t>
            </a:r>
            <a:endParaRPr lang="en-US" altLang="zh-CN" sz="2800" b="1" dirty="0">
              <a:solidFill>
                <a:srgbClr val="002060"/>
              </a:solidFill>
              <a:latin typeface="Arial" charset="0"/>
            </a:endParaRPr>
          </a:p>
          <a:p>
            <a:pPr marL="457200" indent="-457200">
              <a:lnSpc>
                <a:spcPts val="45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solidFill>
                  <a:srgbClr val="002060"/>
                </a:solidFill>
                <a:latin typeface="Arial" charset="0"/>
              </a:rPr>
              <a:t>FULL</a:t>
            </a:r>
            <a:r>
              <a:rPr lang="zh-CN" altLang="en-US" sz="2800" b="1" dirty="0">
                <a:solidFill>
                  <a:srgbClr val="002060"/>
                </a:solidFill>
                <a:latin typeface="Arial" charset="0"/>
              </a:rPr>
              <a:t>表示左边的表中所有记录都出现在结果中；</a:t>
            </a:r>
            <a:endParaRPr lang="en-US" altLang="zh-CN" sz="2800" b="1" dirty="0">
              <a:solidFill>
                <a:srgbClr val="002060"/>
              </a:solidFill>
              <a:latin typeface="Arial" charset="0"/>
            </a:endParaRPr>
          </a:p>
          <a:p>
            <a:pPr>
              <a:lnSpc>
                <a:spcPts val="4500"/>
              </a:lnSpc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注意：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不符合连接条件的连接空记录。</a:t>
            </a:r>
          </a:p>
        </p:txBody>
      </p:sp>
    </p:spTree>
  </p:cSld>
  <p:clrMapOvr>
    <a:masterClrMapping/>
  </p:clrMapOvr>
  <p:transition spd="slow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ACE52A01-7B54-1DBB-2FAF-BC3B7D5E7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738" y="77788"/>
            <a:ext cx="6083300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连接查询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-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内连接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9B4B2A3-4E69-27D0-0DA5-987787BB8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38" y="1341438"/>
            <a:ext cx="11233150" cy="6032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【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6.5】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　查找未选修任何课程的学生。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DDD8C57-00DD-24F9-D944-7202BBEB5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425" y="2560638"/>
            <a:ext cx="10080625" cy="182403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SELECT *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FROM student a LEFT JOIN score b on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a.sno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b.sno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WHERE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b.sno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is null;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3EC7A5-3A07-F363-919D-9AF2E537D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738" y="77788"/>
            <a:ext cx="6083300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子查询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6F0A707-91BE-03FA-C18A-A727DC58E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1196975"/>
            <a:ext cx="11449050" cy="47085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       在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SQL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中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一个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SELECT-FROM-WHERE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语句嵌套在另一个查询中的查询称为嵌套查询（或子查询），如：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 algn="ctr"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SELECT-FROM-WHERE (SELECT-FROM-WHERE)</a:t>
            </a:r>
          </a:p>
          <a:p>
            <a:pPr marL="457200" indent="-457200">
              <a:lnSpc>
                <a:spcPts val="45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上层的查询块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A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称为外层查询或父查询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下层查询块称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B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为内层查询或子查询。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 marL="457200" indent="-457200">
              <a:lnSpc>
                <a:spcPts val="45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SQL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语句允许多层嵌套查询，即一个子查询还可以嵌套其他子查询。</a:t>
            </a:r>
          </a:p>
          <a:p>
            <a:pPr marL="457200" indent="-457200">
              <a:lnSpc>
                <a:spcPts val="45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嵌套查询时，根据内层查询条件是否依赖外层查询，可以将子查询分为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不相关子查询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和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相关子查询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两种。</a:t>
            </a:r>
          </a:p>
        </p:txBody>
      </p:sp>
    </p:spTree>
  </p:cSld>
  <p:clrMapOvr>
    <a:masterClrMapping/>
  </p:clrMapOvr>
  <p:transition spd="slow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116FFB18-7D49-9285-D9D5-1FDB209F5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738" y="77788"/>
            <a:ext cx="6083300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不相关子查询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916DFF6-3283-1B06-64A6-0BB612D59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8" y="1412875"/>
            <a:ext cx="11449050" cy="26416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None/>
              <a:defRPr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     若子查询的查询条件不依赖于父查询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则这类查询称为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不相关子查询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。内层子查询根据其返回值的不同可以分为：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 marL="457200" indent="-457200">
              <a:lnSpc>
                <a:spcPts val="45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  <a:defRPr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返回单值的子查询（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标量子查询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）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 marL="457200" indent="-457200">
              <a:lnSpc>
                <a:spcPts val="45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  <a:defRPr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返回一组值的子查询（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列子查询、表子查询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）。</a:t>
            </a:r>
          </a:p>
        </p:txBody>
      </p:sp>
    </p:spTree>
  </p:cSld>
  <p:clrMapOvr>
    <a:masterClrMapping/>
  </p:clrMapOvr>
  <p:transition spd="slow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23AE52A-03CD-6DAF-425C-0FDA05C1A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738" y="77788"/>
            <a:ext cx="6083300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不相关子查询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-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标量子查询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6D3B26-BA2C-71DB-090B-1AFBCDE14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8" y="1268413"/>
            <a:ext cx="11449050" cy="124618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None/>
              <a:defRPr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标量子查询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为返回的结果是一个单值的子查询，可以使用比较运算符（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=, &gt;, &lt;, &gt;=, &lt;=, !=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）将父查询和子查询连接起来。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D2E3ABE-CFDE-3D85-625E-D86CF3068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463" y="2641600"/>
            <a:ext cx="11233150" cy="6032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【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6.6】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查找选修离散数学的学生的学号。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D434F7B-CD56-321F-363F-4F3F2C230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" y="3357563"/>
            <a:ext cx="10080625" cy="11795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SELECT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FROM score WHERE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(SELECT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FROM course WHERE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cname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='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离散数学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');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CC6D77C-BF60-D0C0-5A52-7A5871B1E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463" y="4657725"/>
            <a:ext cx="11233150" cy="6032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【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6.7】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求年龄大于王燕的所有学生的姓名、专业名和出生日期。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4A4D2C6-6713-7068-8773-9CCBB083B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" y="5373688"/>
            <a:ext cx="11060113" cy="124618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SELECT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sname,dept,birthday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FROM student WHERE birthday&lt;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(SELECT birthday FROM student WHERE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sname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='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王燕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');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1DAF6B37-0BFE-4C23-551E-6B0866B32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738" y="77788"/>
            <a:ext cx="6083300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不相关子查询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-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列子查询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92964FD-1601-B48B-6A4D-6D5532A6E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8" y="1268413"/>
            <a:ext cx="11449050" cy="11811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None/>
              <a:defRPr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列子查询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当子查询返回的结果不是一个值而是一列多行的集合时，必须使用多值比较运算符。</a:t>
            </a:r>
          </a:p>
        </p:txBody>
      </p:sp>
      <p:graphicFrame>
        <p:nvGraphicFramePr>
          <p:cNvPr id="38916" name="对象 1">
            <a:extLst>
              <a:ext uri="{FF2B5EF4-FFF2-40B4-BE49-F238E27FC236}">
                <a16:creationId xmlns:a16="http://schemas.microsoft.com/office/drawing/2014/main" id="{BFB3464B-64F5-CD28-A383-0362128D93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8950" y="3136900"/>
          <a:ext cx="11493500" cy="223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3" imgW="5443923" imgH="1056891" progId="Word.Document.12">
                  <p:embed/>
                </p:oleObj>
              </mc:Choice>
              <mc:Fallback>
                <p:oleObj name="文档" r:id="rId3" imgW="5443923" imgH="1056891" progId="Word.Document.12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" y="3136900"/>
                        <a:ext cx="11493500" cy="223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24FBEE47-F578-1565-9574-2A4A8B091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738" y="77788"/>
            <a:ext cx="6083300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不相关子查询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-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列子查询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689CD31-B4E4-5FE3-A1C8-55AC5E520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25" y="1268413"/>
            <a:ext cx="10917238" cy="19780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None/>
              <a:defRPr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）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属性名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&gt; [NOT] IN (SELECT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子查询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)</a:t>
            </a:r>
          </a:p>
          <a:p>
            <a:pPr>
              <a:lnSpc>
                <a:spcPts val="45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None/>
              <a:defRPr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无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[NOT]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时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只要属性值在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SELECT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子查询结果中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条件表达式的值为真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否则为假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;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有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[NOT]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时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则相反。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3B37429-4ADF-F88E-745E-C9447D8C7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429000"/>
            <a:ext cx="11231563" cy="6032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【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6.8】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查找选修离散数学的学生的姓名。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C3144E7-DF07-1BD2-2F94-A2975923F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563" y="4292600"/>
            <a:ext cx="11060112" cy="18240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SELECT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sname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  FROM student   WHERE  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  IN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    (SELECT 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 FROM  score  WHERE 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         (SELECT  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 FROM  course WHERE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cname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='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离散数学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'));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3CCE8057-4561-3359-EDCA-108BEECE1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738" y="77788"/>
            <a:ext cx="6083300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不相关子查询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-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列子查询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90C3DD9-322E-2ABB-6CC6-DB57E747A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25" y="1268413"/>
            <a:ext cx="10917238" cy="19780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None/>
              <a:defRPr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2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）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属性名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&gt; </a:t>
            </a:r>
            <a:r>
              <a:rPr lang="el-GR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θ [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ANY|ALL] (SELECT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子查询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)</a:t>
            </a:r>
          </a:p>
          <a:p>
            <a:pPr>
              <a:lnSpc>
                <a:spcPts val="45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θ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表示比较运算符（如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&gt;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、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&gt;=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、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&lt;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、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&lt;=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、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、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&lt;&gt;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），使用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ANY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或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ALL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谓词时必须同时使用比较运算符。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8C73207-6F24-DFC1-CD76-9D7D55E29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429000"/>
            <a:ext cx="11231563" cy="6032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【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6.9】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查找比所有通信工程系的学生年龄都大的学生。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01AB08A-74D9-A0F2-86EB-598F87513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563" y="4292600"/>
            <a:ext cx="11060112" cy="18240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SELECT  * FROM student WHERE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dept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&lt;&gt;'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通信工程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' AND  birthday&lt;ALL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(SELECT birthday FROM student WHERE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dept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='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通信工程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');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ABCE90AF-0883-8B13-FF4B-C25831E3C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738" y="77788"/>
            <a:ext cx="6083300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不相关子查询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-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列子查询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3FD04C3-EBE2-9800-D52E-C70901DDE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25" y="1268413"/>
            <a:ext cx="10917238" cy="6032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None/>
              <a:defRPr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3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）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ANY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或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ALL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谓词与组函数及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IN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谓词的等价转换关系</a:t>
            </a:r>
            <a:endParaRPr lang="en-US" altLang="zh-CN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graphicFrame>
        <p:nvGraphicFramePr>
          <p:cNvPr id="45060" name="对象 1">
            <a:extLst>
              <a:ext uri="{FF2B5EF4-FFF2-40B4-BE49-F238E27FC236}">
                <a16:creationId xmlns:a16="http://schemas.microsoft.com/office/drawing/2014/main" id="{DBA7A681-583A-94C5-EC7E-7EB3C4DCBA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2420938"/>
          <a:ext cx="9917113" cy="153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3" imgW="5443923" imgH="842778" progId="Word.Document.12">
                  <p:embed/>
                </p:oleObj>
              </mc:Choice>
              <mc:Fallback>
                <p:oleObj name="文档" r:id="rId3" imgW="5443923" imgH="842778" progId="Word.Document.12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420938"/>
                        <a:ext cx="9917113" cy="153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73C2C30-A38B-CC48-F5C4-B2B2F7BC2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38" y="1341438"/>
            <a:ext cx="11233150" cy="11795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【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6.10】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查找课程号为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206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的成绩不低于课程号为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101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的最低成绩的学生的学号。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87BAE2B-5E1C-3370-A79F-36DB5976A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425" y="2560638"/>
            <a:ext cx="10080625" cy="182403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SELECT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sno,grade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FROM score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WHERE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='206' AND grade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&gt;=ANY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(SELECT grade FROM score WHERE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='101');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04D89B24-BAA8-55F8-8391-1ACE39590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738" y="77788"/>
            <a:ext cx="6083300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不相关子查询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-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列子查询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079723B-6DF2-84B8-1E1E-830D96870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3" y="4652963"/>
            <a:ext cx="11233150" cy="182403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SELECT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sno,grade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FROM score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WHERE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='206' AND grade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&gt;=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(SELECT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MIN(grade)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FROM score WHERE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='101');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AB9871DD-E567-7C17-1852-F21BD1A51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738" y="77788"/>
            <a:ext cx="6083300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不相关子查询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-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表子查询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4A736B4-1CA3-7D9E-C3B0-D9A727B61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8" y="1268413"/>
            <a:ext cx="11449050" cy="124618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None/>
              <a:defRPr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表子查询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返回一个表时（多行多列），表子查询可以在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FROM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后面当做数据源。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82ED8F3-C39A-DBCB-7741-B67A46500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463" y="2641600"/>
            <a:ext cx="11233150" cy="6032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【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6.11】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求计算机专业总学分排名前三的学生信息。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D381AFE-69C4-FE7B-1C84-23E651D88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" y="3357563"/>
            <a:ext cx="11056938" cy="24003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SELECT *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FROM (SELECT * FROM student WHERE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dept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='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计算机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')  AS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cs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ORDER BY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totalcredit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DESC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LIMIT 3;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61F0F09B-7350-7ADA-2371-84FD4E34D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738" y="77788"/>
            <a:ext cx="6083300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用于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DDL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和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DML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中的子查询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46F036B-B366-EF1A-E2FD-72F97465C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8" y="1268413"/>
            <a:ext cx="11449050" cy="6032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None/>
              <a:defRPr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）用子查询的结果创建表</a:t>
            </a:r>
            <a:endParaRPr lang="zh-CN" alt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1C24242-0A73-A82B-D6D2-C0068D0A8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" y="2066925"/>
            <a:ext cx="11339513" cy="6683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【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6.12】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将计算机专业的所有学生保存到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stu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表中（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stu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表不存在）。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9ADF065-CDDC-8654-172A-2D28984A7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363" y="3141663"/>
            <a:ext cx="11056937" cy="11795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CREATE TABLE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stu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(SELECT * FROM student WHERE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dept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='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计算机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');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0D056BC4-434B-48D5-FE37-ED9AD3BB5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738" y="77788"/>
            <a:ext cx="6083300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用于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DDL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和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DML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中的子查询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C9B1A16-69CA-AD81-D3C1-4BA675CCC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8" y="1268413"/>
            <a:ext cx="11449050" cy="6699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None/>
              <a:defRPr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2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）将子查询的结果保存到已有表中。</a:t>
            </a:r>
            <a:endParaRPr lang="zh-CN" alt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E79A8FE-40B8-E92E-6030-642770BF4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" y="2066925"/>
            <a:ext cx="11339513" cy="6032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【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6.13】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将计算机专业的所有学生保存到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stu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表中（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stu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表已存在）。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A6F9755-CF29-612C-AB62-B6B0C97F8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363" y="3141663"/>
            <a:ext cx="11056937" cy="11795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INSERT INTO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stu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(SELECT * FROM student WHERE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dept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='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计算机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');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0E7BC4BA-57F1-91DC-1979-82CED546B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738" y="77788"/>
            <a:ext cx="6083300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用于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DDL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和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DML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中的子查询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E31D1F4-9917-7C87-E6EF-73AA48A19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8" y="1268413"/>
            <a:ext cx="11449050" cy="6699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None/>
              <a:defRPr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3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）用子查询的结果更新表。</a:t>
            </a:r>
            <a:endParaRPr lang="zh-CN" alt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915C272-7E23-4D00-7C1A-2DC88452F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" y="2066925"/>
            <a:ext cx="11339513" cy="11795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【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6.14】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将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stu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表中的所有学生的总学生更新为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student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表中的平均学分。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EE6FD1F-CA1D-4C28-64A4-0C53BA082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363" y="3476625"/>
            <a:ext cx="11461750" cy="6699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UPDATE </a:t>
            </a:r>
            <a:r>
              <a:rPr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stu</a:t>
            </a:r>
            <a:r>
              <a:rPr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SET </a:t>
            </a:r>
            <a:r>
              <a:rPr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totalcredit</a:t>
            </a:r>
            <a:r>
              <a:rPr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=(SELECT </a:t>
            </a:r>
            <a:r>
              <a:rPr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AVG</a:t>
            </a:r>
            <a:r>
              <a:rPr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(</a:t>
            </a:r>
            <a:r>
              <a:rPr lang="en-US" altLang="zh-CN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totalcredit</a:t>
            </a:r>
            <a:r>
              <a:rPr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) FROM student ) ;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11D5A7C1-2039-F47F-5F88-F7864AD96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738" y="77788"/>
            <a:ext cx="6083300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用于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DDL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和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DML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中的子查询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D4FBAC8-CEDE-D9BE-8169-105E8B702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8" y="1268413"/>
            <a:ext cx="11449050" cy="6699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None/>
              <a:defRPr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4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）用子查询的结果删除表。</a:t>
            </a:r>
            <a:endParaRPr lang="zh-CN" alt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D9A3A0B-76CC-61D6-B65B-13365BC91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" y="2066925"/>
            <a:ext cx="11339513" cy="6032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6.15】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从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stu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表中删除和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student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表中“王”姓同学相同学号的学生。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AC182C3-78EB-4E1A-A93B-B1C8A4872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363" y="3141663"/>
            <a:ext cx="11056937" cy="11795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DELETE FROM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stu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WHERE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IN(SELECT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FROM student WHERE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sname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LIKE '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王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%');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A4444F49-1BBE-DDB2-015A-943C6B0DA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738" y="77788"/>
            <a:ext cx="6083300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相关子查询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13D527-5DEB-4A5A-DA2A-51F7FA777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263" y="1125538"/>
            <a:ext cx="11736387" cy="53625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None/>
              <a:defRPr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相关子查询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是指子查询的查询条件依赖于其父查询的某属性值。相关子查询一般使用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EXISTS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关键字，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EXISTS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查询条件表达式格式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:</a:t>
            </a:r>
          </a:p>
          <a:p>
            <a:pPr algn="ctr">
              <a:lnSpc>
                <a:spcPts val="45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[NOT] EXISTS (SELECT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子查询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)</a:t>
            </a:r>
          </a:p>
          <a:p>
            <a:pPr marL="457200" indent="-457200">
              <a:lnSpc>
                <a:spcPts val="4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u"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EXISTS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代表存在量词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子查询不返回任何数据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子查询查到记录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条件表达式值为真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否则为假 。</a:t>
            </a:r>
          </a:p>
          <a:p>
            <a:pPr marL="457200" indent="-457200">
              <a:lnSpc>
                <a:spcPts val="4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u"/>
              <a:defRPr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子查询中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&lt;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目标列表达式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&gt;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一般都用“*”号。</a:t>
            </a:r>
          </a:p>
          <a:p>
            <a:pPr marL="457200" indent="-457200">
              <a:lnSpc>
                <a:spcPts val="4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u"/>
              <a:defRPr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求执行相关子查询的过程为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: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从外查询的关系中依次取一个记录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根据它的值在内查询进行检查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若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WHERE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子句为真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将此记录放入结果表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(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为假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则舍去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)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。这样反复处理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直至外查询关系的记录全部处理完为止。 </a:t>
            </a:r>
          </a:p>
        </p:txBody>
      </p:sp>
    </p:spTree>
  </p:cSld>
  <p:clrMapOvr>
    <a:masterClrMapping/>
  </p:clrMapOvr>
  <p:transition spd="slow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F3D023AE-F5A7-02DC-EDCC-5D896DDF2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738" y="77788"/>
            <a:ext cx="6083300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相关子查询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EF922EE-5268-0442-8931-65D25BB0B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8" y="1341438"/>
            <a:ext cx="11339512" cy="6032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【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6.16】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　查询选修了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102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号课程的学生姓名。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DD6695F-016E-8194-F52F-CC55FBB87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75" y="2276475"/>
            <a:ext cx="11056938" cy="24018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SELECT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sname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 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FROM student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WHERE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EXISTS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(SELECT * FROM score 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                            WHERE </a:t>
            </a:r>
            <a:r>
              <a:rPr lang="en-US" altLang="zh-CN" sz="2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sno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</a:t>
            </a:r>
            <a:r>
              <a:rPr lang="en-US" altLang="zh-CN" sz="2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student.sno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AND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='102');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26">
            <a:extLst>
              <a:ext uri="{FF2B5EF4-FFF2-40B4-BE49-F238E27FC236}">
                <a16:creationId xmlns:a16="http://schemas.microsoft.com/office/drawing/2014/main" id="{17D31585-FC1E-D385-03F8-181ED6717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1196975"/>
            <a:ext cx="10225088" cy="5889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spcAft>
                <a:spcPct val="40000"/>
              </a:spcAft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kumimoji="1" lang="en-US" altLang="zh-CN" sz="3200" b="1" dirty="0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  </a:t>
            </a:r>
            <a:r>
              <a:rPr kumimoji="1" lang="zh-CN" altLang="en-US" sz="3200" b="1" dirty="0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用 </a:t>
            </a:r>
            <a:r>
              <a:rPr kumimoji="1" lang="en-US" altLang="zh-CN" sz="3200" b="1" dirty="0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NOT EXISTS </a:t>
            </a:r>
            <a:r>
              <a:rPr kumimoji="1" lang="zh-CN" altLang="en-US" sz="3200" b="1" dirty="0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来实现除运算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A5A0AA6F-D6E3-7C91-EBD3-6938933DF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425" y="3262313"/>
            <a:ext cx="9709150" cy="73183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20000"/>
              </a:spcBef>
              <a:spcAft>
                <a:spcPct val="10000"/>
              </a:spcAft>
              <a:buFont typeface="Arial" charset="0"/>
              <a:buNone/>
              <a:defRPr/>
            </a:pPr>
            <a:r>
              <a:rPr lang="en-US" altLang="zh-CN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∏</a:t>
            </a:r>
            <a:r>
              <a:rPr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SNAME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(XS∞(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∏</a:t>
            </a:r>
            <a:r>
              <a:rPr lang="en-US" altLang="zh-CN" sz="32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SNO,CNO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(CJ)÷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∏</a:t>
            </a:r>
            <a:r>
              <a:rPr lang="en-US" altLang="zh-CN" sz="32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CNO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(KC)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))</a:t>
            </a:r>
            <a:endParaRPr lang="en-US" altLang="zh-CN" sz="32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EEDF6DC-80CF-49A9-3F36-36D82E3E4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875" y="2319338"/>
            <a:ext cx="9477375" cy="6143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【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例</a:t>
            </a: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6.17】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　查询选修了全部课程的学生姓名。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D05E6B2-41BC-20D7-8095-10D5E78BE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738" y="77788"/>
            <a:ext cx="6083300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相关子查询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724201C-73D0-2345-2E57-5896F553D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0313" y="4724400"/>
            <a:ext cx="9477375" cy="12477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defRPr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注意：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选修了全部课程的学生可以变成</a:t>
            </a: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——</a:t>
            </a:r>
            <a:r>
              <a:rPr lang="zh-CN" altLang="en-US" sz="32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没有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这样的一门课程，该学生</a:t>
            </a:r>
            <a:r>
              <a:rPr lang="zh-CN" altLang="en-US" sz="32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没有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选修。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AFAAA1DD-D056-C904-B5A1-4EABC9A92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738" y="77788"/>
            <a:ext cx="6083300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相关子查询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E0E957D-713B-6105-84E6-1436ED683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8" y="1125538"/>
            <a:ext cx="11339512" cy="6016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【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6.17】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　查询选修了全部课程的学生姓名。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BA1BE59-0E1B-5CE0-AED5-921CAC9ED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638" y="2060575"/>
            <a:ext cx="11056937" cy="47085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SELECT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sname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FROM  student 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WHERE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NOT EXISTS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  (SELECT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	FROM course 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	WHERE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NOT EXISTS 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               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(SELECT *  FROM score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		 WHERE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student.sno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AND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course.cno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));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6B2DFD3-44C4-8C5A-47D2-98839065A6EA}"/>
              </a:ext>
            </a:extLst>
          </p:cNvPr>
          <p:cNvGrpSpPr>
            <a:grpSpLocks/>
          </p:cNvGrpSpPr>
          <p:nvPr/>
        </p:nvGrpSpPr>
        <p:grpSpPr bwMode="auto">
          <a:xfrm>
            <a:off x="5162550" y="3351213"/>
            <a:ext cx="6437313" cy="2012950"/>
            <a:chOff x="5091113" y="2771775"/>
            <a:chExt cx="6437350" cy="2013274"/>
          </a:xfrm>
        </p:grpSpPr>
        <p:sp>
          <p:nvSpPr>
            <p:cNvPr id="65542" name="右箭头 8">
              <a:extLst>
                <a:ext uri="{FF2B5EF4-FFF2-40B4-BE49-F238E27FC236}">
                  <a16:creationId xmlns:a16="http://schemas.microsoft.com/office/drawing/2014/main" id="{229CE371-458B-48B0-5D51-32948EEFAA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1113" y="2938246"/>
              <a:ext cx="3528406" cy="149565"/>
            </a:xfrm>
            <a:prstGeom prst="rightArrow">
              <a:avLst>
                <a:gd name="adj1" fmla="val 50000"/>
                <a:gd name="adj2" fmla="val 50022"/>
              </a:avLst>
            </a:prstGeom>
            <a:solidFill>
              <a:srgbClr val="CD1F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endPara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543" name="右箭头 10">
              <a:extLst>
                <a:ext uri="{FF2B5EF4-FFF2-40B4-BE49-F238E27FC236}">
                  <a16:creationId xmlns:a16="http://schemas.microsoft.com/office/drawing/2014/main" id="{11856242-403F-2998-0A84-6B2CCCE14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1113" y="4487407"/>
              <a:ext cx="3384389" cy="144054"/>
            </a:xfrm>
            <a:prstGeom prst="rightArrow">
              <a:avLst>
                <a:gd name="adj1" fmla="val 50000"/>
                <a:gd name="adj2" fmla="val 50033"/>
              </a:avLst>
            </a:prstGeom>
            <a:solidFill>
              <a:srgbClr val="CD1F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endPara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8BCFBF6-491C-8E36-BC90-B8E2299A669D}"/>
                </a:ext>
              </a:extLst>
            </p:cNvPr>
            <p:cNvSpPr txBox="1"/>
            <p:nvPr/>
          </p:nvSpPr>
          <p:spPr bwMode="auto">
            <a:xfrm>
              <a:off x="8691584" y="2771775"/>
              <a:ext cx="2808304" cy="462036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rPr>
                <a:t>没有这样的课程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D3819B2-9A9F-AD76-5A04-E141E1AC1EFD}"/>
                </a:ext>
              </a:extLst>
            </p:cNvPr>
            <p:cNvSpPr txBox="1"/>
            <p:nvPr/>
          </p:nvSpPr>
          <p:spPr bwMode="auto">
            <a:xfrm>
              <a:off x="8718572" y="4323012"/>
              <a:ext cx="2809891" cy="46203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rPr>
                <a:t>该学生没有选修过</a:t>
              </a:r>
            </a:p>
          </p:txBody>
        </p:sp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A087A390-6F32-79FF-AF5F-28FD7F8E8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738" y="77788"/>
            <a:ext cx="6083300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相关子查询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288FBCF-62AE-4554-530A-75B4BA095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8" y="1125538"/>
            <a:ext cx="11339512" cy="6016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【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6.17】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　查询选修了全部课程的学生姓名。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59A9121-97E9-032E-9BFD-081D85539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63" y="1714500"/>
            <a:ext cx="11056937" cy="52863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SELECT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sname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FROM student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WHERE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IN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(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	SELECT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sno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	FROM score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	GROUP BY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sno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	HAVING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COUNT(</a:t>
            </a:r>
            <a:r>
              <a:rPr lang="en-US" altLang="zh-CN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sno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) = 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	(SELECT COUNT(*) FROM course)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);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A85C87F6-66E0-799C-FDCF-566A3E664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738" y="77788"/>
            <a:ext cx="6083300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相关子查询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4107391-1B10-8267-EFCE-D2CF9A2EC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8" y="960438"/>
            <a:ext cx="11339512" cy="6699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defRPr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思考题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: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求选修了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'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林一帆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'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同学选修的全部课程的学生的姓名。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8072610-C52C-7F48-C97D-1A0122559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8" y="1630363"/>
            <a:ext cx="11056937" cy="47085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SELECT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sname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FROM student a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WHERE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a.sname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&lt;&gt;'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林一帆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' AND NOT EXISTS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  (SELECT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  FROM (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SELECT </a:t>
            </a:r>
            <a:r>
              <a:rPr lang="en-US" altLang="zh-CN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cno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FROM student  NATURAL JOIN score 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            WHERE   </a:t>
            </a:r>
            <a:r>
              <a:rPr lang="en-US" altLang="zh-CN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student.sname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='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林一帆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') b 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  WHERE NOT EXISTS   (SELECT * FROM score WHERE 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                                             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a.sno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AND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b.cno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));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F5F777DF-7A44-43D2-5E98-7FE208F14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传统集合运算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DC33893-AC5C-8623-82F4-9106187E2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263" y="1341438"/>
            <a:ext cx="11449050" cy="459263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None/>
              <a:defRPr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       传统的集合运算有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并（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UNION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）、交（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INTERSECT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）、差（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MINUS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）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三种， 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Oracle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支持三种类型的集合运算符，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MySQL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只支持并运算。</a:t>
            </a:r>
          </a:p>
          <a:p>
            <a:pPr>
              <a:lnSpc>
                <a:spcPts val="45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None/>
              <a:defRPr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   并运算是将两个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SELECT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语句各自得到的结果集并为一个集。基本语法形式：</a:t>
            </a:r>
          </a:p>
          <a:p>
            <a:pPr algn="ctr">
              <a:lnSpc>
                <a:spcPts val="45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None/>
              <a:defRPr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      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子查询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&gt;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Union [ALL] &lt;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子查询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&gt;</a:t>
            </a:r>
            <a:endParaRPr lang="zh-CN" altLang="en-US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>
              <a:lnSpc>
                <a:spcPts val="45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None/>
              <a:defRPr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常情况下自动删除重复元组，若要保留重复的元组，则要带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ALL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。</a:t>
            </a:r>
          </a:p>
        </p:txBody>
      </p:sp>
    </p:spTree>
  </p:cSld>
  <p:clrMapOvr>
    <a:masterClrMapping/>
  </p:clrMapOvr>
  <p:transition spd="slow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6FA64232-CBCA-9676-D9C7-BE567E828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传统集合运算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CB8D5BB-1452-C426-EFB6-DC7C41A88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8" y="1125538"/>
            <a:ext cx="11339512" cy="6016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【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6.18】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查询所有选修了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101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或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102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号课程的学生学号。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962649F-3351-D5FB-579D-FC856BEAE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989138"/>
            <a:ext cx="10018713" cy="182403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SELECT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FROM score WHERE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='101'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UNION 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SELECT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FROM score WHERE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='102';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80A662E8-3A3D-2367-F877-B2D51CF4B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传统集合运算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24AD818-558D-A05F-4077-F50705640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8" y="1125538"/>
            <a:ext cx="11339512" cy="24003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【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6.19】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已知客户表和代理商表结构如下：</a:t>
            </a:r>
          </a:p>
          <a:p>
            <a:pPr algn="ctr">
              <a:lnSpc>
                <a:spcPts val="4500"/>
              </a:lnSpc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customer(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cid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 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cname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 city, address)</a:t>
            </a:r>
          </a:p>
          <a:p>
            <a:pPr algn="ctr">
              <a:lnSpc>
                <a:spcPts val="4500"/>
              </a:lnSpc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agent(aid, 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aname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 city, address)</a:t>
            </a:r>
          </a:p>
          <a:p>
            <a:pPr>
              <a:lnSpc>
                <a:spcPts val="4500"/>
              </a:lnSpc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求客户及代理商所在的城市。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3D390C5-8602-B01C-D03B-0E3F43DA3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063" y="3789363"/>
            <a:ext cx="10017125" cy="18224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SELECT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cname,city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FROM customer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UNION ALL</a:t>
            </a:r>
          </a:p>
          <a:p>
            <a:pPr>
              <a:lnSpc>
                <a:spcPts val="4500"/>
              </a:lnSpc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SELECT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aname,city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FROM agent ;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WordArt 3">
            <a:extLst>
              <a:ext uri="{FF2B5EF4-FFF2-40B4-BE49-F238E27FC236}">
                <a16:creationId xmlns:a16="http://schemas.microsoft.com/office/drawing/2014/main" id="{C6B44BD9-CE44-23E9-0652-8F33FEE60DCA}"/>
              </a:ext>
            </a:extLst>
          </p:cNvPr>
          <p:cNvSpPr>
            <a:spLocks noChangeArrowheads="1" noChangeShapeType="1" noTextEdit="1"/>
          </p:cNvSpPr>
          <p:nvPr/>
        </p:nvSpPr>
        <p:spPr bwMode="gray">
          <a:xfrm>
            <a:off x="312738" y="2205038"/>
            <a:ext cx="11304587" cy="3744912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endParaRPr lang="zh-CN" altLang="en-US" sz="2800" b="1" kern="10">
              <a:solidFill>
                <a:srgbClr val="002060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18B62F0E-4B37-0489-60B0-C31D486C6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练习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C8FA968-1600-4EE0-3350-B4A22A398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" y="1276350"/>
            <a:ext cx="10533063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lvl="1">
              <a:buFont typeface="Arial" charset="0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查询比计算机专业女生还少的专业。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EE9446-EBDC-488E-F017-AF748191CBF1}"/>
              </a:ext>
            </a:extLst>
          </p:cNvPr>
          <p:cNvSpPr/>
          <p:nvPr/>
        </p:nvSpPr>
        <p:spPr>
          <a:xfrm>
            <a:off x="752475" y="1989138"/>
            <a:ext cx="10747375" cy="26781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SELECT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dept,COUNT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(*)</a:t>
            </a:r>
          </a:p>
          <a:p>
            <a:pPr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FROM student</a:t>
            </a:r>
          </a:p>
          <a:p>
            <a:pPr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WHERE sex='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女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'</a:t>
            </a:r>
          </a:p>
          <a:p>
            <a:pPr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GROUP BY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dept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HAVING COUNT(*)&gt;(SELECT COUNT(*)  FROM student</a:t>
            </a:r>
          </a:p>
          <a:p>
            <a:pPr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                                   WHERE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dept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='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通信工程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' AND sex='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女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');</a:t>
            </a:r>
            <a:endParaRPr lang="zh-CN" alt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62F914E6-C32E-4E32-D503-552D93FC1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本讲内容回顾</a:t>
            </a:r>
          </a:p>
        </p:txBody>
      </p:sp>
      <p:sp>
        <p:nvSpPr>
          <p:cNvPr id="78851" name="椭圆 9">
            <a:extLst>
              <a:ext uri="{FF2B5EF4-FFF2-40B4-BE49-F238E27FC236}">
                <a16:creationId xmlns:a16="http://schemas.microsoft.com/office/drawing/2014/main" id="{B9C8AA72-8960-7DA0-B6BA-685DBE572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8" y="1458913"/>
            <a:ext cx="1819275" cy="865187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广义笛卡尔积</a:t>
            </a:r>
          </a:p>
        </p:txBody>
      </p:sp>
      <p:grpSp>
        <p:nvGrpSpPr>
          <p:cNvPr id="2" name="组合 45">
            <a:extLst>
              <a:ext uri="{FF2B5EF4-FFF2-40B4-BE49-F238E27FC236}">
                <a16:creationId xmlns:a16="http://schemas.microsoft.com/office/drawing/2014/main" id="{F706DA42-7E12-203D-4093-8C5C5774AEB0}"/>
              </a:ext>
            </a:extLst>
          </p:cNvPr>
          <p:cNvGrpSpPr>
            <a:grpSpLocks/>
          </p:cNvGrpSpPr>
          <p:nvPr/>
        </p:nvGrpSpPr>
        <p:grpSpPr bwMode="auto">
          <a:xfrm>
            <a:off x="6202363" y="1674813"/>
            <a:ext cx="3495675" cy="4657725"/>
            <a:chOff x="6137590" y="2003425"/>
            <a:chExt cx="3496801" cy="4223396"/>
          </a:xfrm>
        </p:grpSpPr>
        <p:sp>
          <p:nvSpPr>
            <p:cNvPr id="78882" name="椭圆 55">
              <a:extLst>
                <a:ext uri="{FF2B5EF4-FFF2-40B4-BE49-F238E27FC236}">
                  <a16:creationId xmlns:a16="http://schemas.microsoft.com/office/drawing/2014/main" id="{72F48638-270B-305C-5C48-5976F7A7A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98949" y="3848472"/>
              <a:ext cx="1635442" cy="93788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子查询的位置</a:t>
              </a:r>
            </a:p>
          </p:txBody>
        </p:sp>
        <p:sp>
          <p:nvSpPr>
            <p:cNvPr id="22" name="AutoShape 3">
              <a:extLst>
                <a:ext uri="{FF2B5EF4-FFF2-40B4-BE49-F238E27FC236}">
                  <a16:creationId xmlns:a16="http://schemas.microsoft.com/office/drawing/2014/main" id="{4D6C97EF-672E-93CA-F9C8-6ACD3E4EC9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9377" y="2321547"/>
              <a:ext cx="244554" cy="3378429"/>
            </a:xfrm>
            <a:prstGeom prst="leftBrace">
              <a:avLst>
                <a:gd name="adj1" fmla="val 60049"/>
                <a:gd name="adj2" fmla="val 50000"/>
              </a:avLst>
            </a:prstGeom>
            <a:noFill/>
            <a:ln w="38100">
              <a:solidFill>
                <a:srgbClr val="99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buFont typeface="Arial" charset="0"/>
                <a:buNone/>
                <a:defRPr/>
              </a:pPr>
              <a:endParaRPr lang="zh-TW" altLang="en-US" sz="2400">
                <a:solidFill>
                  <a:srgbClr val="99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78884" name="椭圆 34">
              <a:extLst>
                <a:ext uri="{FF2B5EF4-FFF2-40B4-BE49-F238E27FC236}">
                  <a16:creationId xmlns:a16="http://schemas.microsoft.com/office/drawing/2014/main" id="{C85FE632-02B8-B9CB-641C-2A19EC384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0715" y="5362627"/>
              <a:ext cx="1511910" cy="86419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相关子查询</a:t>
              </a:r>
            </a:p>
          </p:txBody>
        </p:sp>
        <p:sp>
          <p:nvSpPr>
            <p:cNvPr id="78885" name="椭圆 62">
              <a:extLst>
                <a:ext uri="{FF2B5EF4-FFF2-40B4-BE49-F238E27FC236}">
                  <a16:creationId xmlns:a16="http://schemas.microsoft.com/office/drawing/2014/main" id="{B6C25783-370F-0A7D-5A1E-78069DB46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7183" y="2003425"/>
              <a:ext cx="1511910" cy="86419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一般子查询</a:t>
              </a:r>
            </a:p>
          </p:txBody>
        </p:sp>
        <p:sp>
          <p:nvSpPr>
            <p:cNvPr id="78886" name="椭圆 63">
              <a:extLst>
                <a:ext uri="{FF2B5EF4-FFF2-40B4-BE49-F238E27FC236}">
                  <a16:creationId xmlns:a16="http://schemas.microsoft.com/office/drawing/2014/main" id="{B89B212C-30D2-900C-B4F7-EDF3C165B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7590" y="3640831"/>
              <a:ext cx="1511910" cy="86419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子查询</a:t>
              </a:r>
            </a:p>
          </p:txBody>
        </p:sp>
      </p:grpSp>
      <p:sp>
        <p:nvSpPr>
          <p:cNvPr id="27" name="椭圆 64">
            <a:extLst>
              <a:ext uri="{FF2B5EF4-FFF2-40B4-BE49-F238E27FC236}">
                <a16:creationId xmlns:a16="http://schemas.microsoft.com/office/drawing/2014/main" id="{CCF7BA53-A62E-9009-E259-213B25A48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063" y="3494088"/>
            <a:ext cx="1744662" cy="863600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连接查询</a:t>
            </a:r>
          </a:p>
        </p:txBody>
      </p:sp>
      <p:grpSp>
        <p:nvGrpSpPr>
          <p:cNvPr id="3" name="组合 1">
            <a:extLst>
              <a:ext uri="{FF2B5EF4-FFF2-40B4-BE49-F238E27FC236}">
                <a16:creationId xmlns:a16="http://schemas.microsoft.com/office/drawing/2014/main" id="{5603C8DC-0336-A46C-F59B-524A93C53B65}"/>
              </a:ext>
            </a:extLst>
          </p:cNvPr>
          <p:cNvGrpSpPr>
            <a:grpSpLocks/>
          </p:cNvGrpSpPr>
          <p:nvPr/>
        </p:nvGrpSpPr>
        <p:grpSpPr bwMode="auto">
          <a:xfrm>
            <a:off x="2414588" y="2133600"/>
            <a:ext cx="1792287" cy="3824288"/>
            <a:chOff x="2414101" y="2291108"/>
            <a:chExt cx="1792291" cy="3824776"/>
          </a:xfrm>
        </p:grpSpPr>
        <p:sp>
          <p:nvSpPr>
            <p:cNvPr id="28" name="AutoShape 3">
              <a:extLst>
                <a:ext uri="{FF2B5EF4-FFF2-40B4-BE49-F238E27FC236}">
                  <a16:creationId xmlns:a16="http://schemas.microsoft.com/office/drawing/2014/main" id="{EE59F37C-522D-04CE-AEAB-F6260FDF2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4101" y="2537202"/>
              <a:ext cx="414338" cy="3189694"/>
            </a:xfrm>
            <a:prstGeom prst="leftBrace">
              <a:avLst>
                <a:gd name="adj1" fmla="val 60049"/>
                <a:gd name="adj2" fmla="val 50000"/>
              </a:avLst>
            </a:prstGeom>
            <a:noFill/>
            <a:ln w="38100">
              <a:solidFill>
                <a:srgbClr val="99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buFont typeface="Arial" charset="0"/>
                <a:buNone/>
                <a:defRPr/>
              </a:pPr>
              <a:endParaRPr lang="zh-TW" altLang="en-US" sz="2400">
                <a:solidFill>
                  <a:srgbClr val="99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78878" name="椭圆 67">
              <a:extLst>
                <a:ext uri="{FF2B5EF4-FFF2-40B4-BE49-F238E27FC236}">
                  <a16:creationId xmlns:a16="http://schemas.microsoft.com/office/drawing/2014/main" id="{F18647B3-EA8A-6E97-BBCC-9E0220C7D3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0522" y="4515814"/>
              <a:ext cx="1405870" cy="64231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自连接</a:t>
              </a:r>
            </a:p>
          </p:txBody>
        </p:sp>
        <p:sp>
          <p:nvSpPr>
            <p:cNvPr id="78879" name="椭圆 68">
              <a:extLst>
                <a:ext uri="{FF2B5EF4-FFF2-40B4-BE49-F238E27FC236}">
                  <a16:creationId xmlns:a16="http://schemas.microsoft.com/office/drawing/2014/main" id="{04CE1948-DDB9-1DF2-D7E7-06632E7AE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0522" y="2291108"/>
              <a:ext cx="1405870" cy="64231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l-GR" altLang="zh-CN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Impact" panose="020B0806030902050204" pitchFamily="34" charset="0"/>
                </a:rPr>
                <a:t>θ</a:t>
              </a: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Impact" panose="020B0806030902050204" pitchFamily="34" charset="0"/>
                </a:rPr>
                <a:t>连接</a:t>
              </a:r>
              <a:endPara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Impact" panose="020B0806030902050204" pitchFamily="34" charset="0"/>
              </a:endParaRPr>
            </a:p>
          </p:txBody>
        </p:sp>
        <p:sp>
          <p:nvSpPr>
            <p:cNvPr id="78880" name="椭圆 69">
              <a:extLst>
                <a:ext uri="{FF2B5EF4-FFF2-40B4-BE49-F238E27FC236}">
                  <a16:creationId xmlns:a16="http://schemas.microsoft.com/office/drawing/2014/main" id="{2CC05AF7-56FA-8048-D9A4-6A5529B312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0522" y="3430609"/>
              <a:ext cx="1405870" cy="64231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表的别名</a:t>
              </a:r>
            </a:p>
          </p:txBody>
        </p:sp>
        <p:sp>
          <p:nvSpPr>
            <p:cNvPr id="78881" name="椭圆 67">
              <a:extLst>
                <a:ext uri="{FF2B5EF4-FFF2-40B4-BE49-F238E27FC236}">
                  <a16:creationId xmlns:a16="http://schemas.microsoft.com/office/drawing/2014/main" id="{AD2C517A-0486-757D-AF81-EC5462FA0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2794" y="5473565"/>
              <a:ext cx="1405870" cy="64231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外连接</a:t>
              </a:r>
            </a:p>
          </p:txBody>
        </p:sp>
      </p:grpSp>
      <p:grpSp>
        <p:nvGrpSpPr>
          <p:cNvPr id="4" name="组合 44">
            <a:extLst>
              <a:ext uri="{FF2B5EF4-FFF2-40B4-BE49-F238E27FC236}">
                <a16:creationId xmlns:a16="http://schemas.microsoft.com/office/drawing/2014/main" id="{07882EA4-D1AC-B5F1-D1BD-8C6E686677AA}"/>
              </a:ext>
            </a:extLst>
          </p:cNvPr>
          <p:cNvGrpSpPr>
            <a:grpSpLocks/>
          </p:cNvGrpSpPr>
          <p:nvPr/>
        </p:nvGrpSpPr>
        <p:grpSpPr bwMode="auto">
          <a:xfrm>
            <a:off x="4264025" y="4632325"/>
            <a:ext cx="2097088" cy="2095500"/>
            <a:chOff x="4264237" y="4790419"/>
            <a:chExt cx="2097197" cy="2094821"/>
          </a:xfrm>
        </p:grpSpPr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A8490C46-3618-E6AF-8F46-085B3BDAC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4237" y="4995141"/>
              <a:ext cx="292115" cy="1637769"/>
            </a:xfrm>
            <a:prstGeom prst="leftBrace">
              <a:avLst>
                <a:gd name="adj1" fmla="val 60049"/>
                <a:gd name="adj2" fmla="val 50000"/>
              </a:avLst>
            </a:prstGeom>
            <a:noFill/>
            <a:ln w="38100">
              <a:solidFill>
                <a:srgbClr val="99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buFont typeface="Arial" charset="0"/>
                <a:buNone/>
                <a:defRPr/>
              </a:pPr>
              <a:endParaRPr lang="zh-TW" altLang="en-US" sz="2400">
                <a:solidFill>
                  <a:srgbClr val="99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78874" name="椭圆 59">
              <a:extLst>
                <a:ext uri="{FF2B5EF4-FFF2-40B4-BE49-F238E27FC236}">
                  <a16:creationId xmlns:a16="http://schemas.microsoft.com/office/drawing/2014/main" id="{A17F3015-60AC-02B6-FC9F-2E3576386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0843" y="4790419"/>
              <a:ext cx="1790591" cy="642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左外连接</a:t>
              </a:r>
            </a:p>
          </p:txBody>
        </p:sp>
        <p:sp>
          <p:nvSpPr>
            <p:cNvPr id="78875" name="椭圆 59">
              <a:extLst>
                <a:ext uri="{FF2B5EF4-FFF2-40B4-BE49-F238E27FC236}">
                  <a16:creationId xmlns:a16="http://schemas.microsoft.com/office/drawing/2014/main" id="{6C64456F-EF77-0CC0-D406-9CAE3DBD3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5065" y="5509165"/>
              <a:ext cx="1790591" cy="642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右外连接</a:t>
              </a:r>
            </a:p>
          </p:txBody>
        </p:sp>
        <p:sp>
          <p:nvSpPr>
            <p:cNvPr id="78876" name="椭圆 59">
              <a:extLst>
                <a:ext uri="{FF2B5EF4-FFF2-40B4-BE49-F238E27FC236}">
                  <a16:creationId xmlns:a16="http://schemas.microsoft.com/office/drawing/2014/main" id="{B1146961-3578-7BFB-D007-E45F26AB0D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0842" y="6242690"/>
              <a:ext cx="1790591" cy="642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全外连接</a:t>
              </a:r>
            </a:p>
          </p:txBody>
        </p:sp>
      </p:grpSp>
      <p:grpSp>
        <p:nvGrpSpPr>
          <p:cNvPr id="5" name="组合 2">
            <a:extLst>
              <a:ext uri="{FF2B5EF4-FFF2-40B4-BE49-F238E27FC236}">
                <a16:creationId xmlns:a16="http://schemas.microsoft.com/office/drawing/2014/main" id="{C9EAC063-DDAE-18E6-5FA9-E6D606A8D596}"/>
              </a:ext>
            </a:extLst>
          </p:cNvPr>
          <p:cNvGrpSpPr>
            <a:grpSpLocks/>
          </p:cNvGrpSpPr>
          <p:nvPr/>
        </p:nvGrpSpPr>
        <p:grpSpPr bwMode="auto">
          <a:xfrm>
            <a:off x="4222750" y="1339850"/>
            <a:ext cx="1847850" cy="2254250"/>
            <a:chOff x="4222069" y="1497983"/>
            <a:chExt cx="1848165" cy="2253785"/>
          </a:xfrm>
        </p:grpSpPr>
        <p:sp>
          <p:nvSpPr>
            <p:cNvPr id="36" name="AutoShape 3">
              <a:extLst>
                <a:ext uri="{FF2B5EF4-FFF2-40B4-BE49-F238E27FC236}">
                  <a16:creationId xmlns:a16="http://schemas.microsoft.com/office/drawing/2014/main" id="{453218F3-CD0E-4172-DD08-1FC0DA8FB6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2069" y="1818592"/>
              <a:ext cx="292150" cy="1639550"/>
            </a:xfrm>
            <a:prstGeom prst="leftBrace">
              <a:avLst>
                <a:gd name="adj1" fmla="val 60049"/>
                <a:gd name="adj2" fmla="val 50000"/>
              </a:avLst>
            </a:prstGeom>
            <a:noFill/>
            <a:ln w="38100">
              <a:solidFill>
                <a:srgbClr val="99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buFont typeface="Arial" charset="0"/>
                <a:buNone/>
                <a:defRPr/>
              </a:pPr>
              <a:endParaRPr lang="zh-TW" altLang="en-US" sz="2400">
                <a:solidFill>
                  <a:srgbClr val="99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78871" name="椭圆 59">
              <a:extLst>
                <a:ext uri="{FF2B5EF4-FFF2-40B4-BE49-F238E27FC236}">
                  <a16:creationId xmlns:a16="http://schemas.microsoft.com/office/drawing/2014/main" id="{13786863-F582-DCEE-EC0D-57085EB508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5766" y="1497983"/>
              <a:ext cx="1499607" cy="642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等值连接</a:t>
              </a:r>
            </a:p>
          </p:txBody>
        </p:sp>
        <p:sp>
          <p:nvSpPr>
            <p:cNvPr id="78872" name="椭圆 59">
              <a:extLst>
                <a:ext uri="{FF2B5EF4-FFF2-40B4-BE49-F238E27FC236}">
                  <a16:creationId xmlns:a16="http://schemas.microsoft.com/office/drawing/2014/main" id="{2B1E4A7D-667C-1DFC-2250-28448F2D8B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4850" y="3109218"/>
              <a:ext cx="1555384" cy="642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非等值连接</a:t>
              </a:r>
            </a:p>
          </p:txBody>
        </p:sp>
      </p:grpSp>
      <p:grpSp>
        <p:nvGrpSpPr>
          <p:cNvPr id="7" name="组合 46">
            <a:extLst>
              <a:ext uri="{FF2B5EF4-FFF2-40B4-BE49-F238E27FC236}">
                <a16:creationId xmlns:a16="http://schemas.microsoft.com/office/drawing/2014/main" id="{7EBF1D20-6C9F-A695-01FA-AFD02319AF0F}"/>
              </a:ext>
            </a:extLst>
          </p:cNvPr>
          <p:cNvGrpSpPr>
            <a:grpSpLocks/>
          </p:cNvGrpSpPr>
          <p:nvPr/>
        </p:nvGrpSpPr>
        <p:grpSpPr bwMode="auto">
          <a:xfrm>
            <a:off x="9574213" y="1412875"/>
            <a:ext cx="1795462" cy="1554163"/>
            <a:chOff x="9542689" y="1625869"/>
            <a:chExt cx="1794882" cy="1553850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24E77402-2332-1F36-E499-FE78EB43D4D0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2689" y="1970288"/>
              <a:ext cx="233287" cy="920565"/>
            </a:xfrm>
            <a:prstGeom prst="leftBrace">
              <a:avLst>
                <a:gd name="adj1" fmla="val 60049"/>
                <a:gd name="adj2" fmla="val 50000"/>
              </a:avLst>
            </a:prstGeom>
            <a:noFill/>
            <a:ln w="38100">
              <a:solidFill>
                <a:srgbClr val="99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buFont typeface="Arial" charset="0"/>
                <a:buNone/>
                <a:defRPr/>
              </a:pPr>
              <a:endParaRPr lang="zh-TW" altLang="en-US" sz="2400">
                <a:solidFill>
                  <a:srgbClr val="99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78868" name="椭圆 59">
              <a:extLst>
                <a:ext uri="{FF2B5EF4-FFF2-40B4-BE49-F238E27FC236}">
                  <a16:creationId xmlns:a16="http://schemas.microsoft.com/office/drawing/2014/main" id="{A21F2E50-E097-9DBA-D9D3-68106D455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7964" y="1625869"/>
              <a:ext cx="1499607" cy="642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返回一个值</a:t>
              </a:r>
            </a:p>
          </p:txBody>
        </p:sp>
        <p:sp>
          <p:nvSpPr>
            <p:cNvPr id="78869" name="椭圆 59">
              <a:extLst>
                <a:ext uri="{FF2B5EF4-FFF2-40B4-BE49-F238E27FC236}">
                  <a16:creationId xmlns:a16="http://schemas.microsoft.com/office/drawing/2014/main" id="{EF0F207F-D645-A8D7-BC42-591D8A7D5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7964" y="2537169"/>
              <a:ext cx="1499607" cy="642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返回多个值</a:t>
              </a:r>
            </a:p>
          </p:txBody>
        </p:sp>
      </p:grpSp>
      <p:grpSp>
        <p:nvGrpSpPr>
          <p:cNvPr id="8" name="组合 47">
            <a:extLst>
              <a:ext uri="{FF2B5EF4-FFF2-40B4-BE49-F238E27FC236}">
                <a16:creationId xmlns:a16="http://schemas.microsoft.com/office/drawing/2014/main" id="{C25D2477-A25E-A8FA-C95F-F5B81C10DC7A}"/>
              </a:ext>
            </a:extLst>
          </p:cNvPr>
          <p:cNvGrpSpPr>
            <a:grpSpLocks/>
          </p:cNvGrpSpPr>
          <p:nvPr/>
        </p:nvGrpSpPr>
        <p:grpSpPr bwMode="auto">
          <a:xfrm>
            <a:off x="9672638" y="3044825"/>
            <a:ext cx="2259012" cy="2171700"/>
            <a:chOff x="9639980" y="3257258"/>
            <a:chExt cx="2259331" cy="2171653"/>
          </a:xfrm>
        </p:grpSpPr>
        <p:sp>
          <p:nvSpPr>
            <p:cNvPr id="41" name="AutoShape 3">
              <a:extLst>
                <a:ext uri="{FF2B5EF4-FFF2-40B4-BE49-F238E27FC236}">
                  <a16:creationId xmlns:a16="http://schemas.microsoft.com/office/drawing/2014/main" id="{80C4E263-BB8A-8EDB-246F-38E54EEA0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9980" y="3484266"/>
              <a:ext cx="271500" cy="1638265"/>
            </a:xfrm>
            <a:prstGeom prst="leftBrace">
              <a:avLst>
                <a:gd name="adj1" fmla="val 60049"/>
                <a:gd name="adj2" fmla="val 50000"/>
              </a:avLst>
            </a:prstGeom>
            <a:noFill/>
            <a:ln w="38100">
              <a:solidFill>
                <a:srgbClr val="99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buFont typeface="Arial" charset="0"/>
                <a:buNone/>
                <a:defRPr/>
              </a:pPr>
              <a:endParaRPr lang="zh-TW" altLang="en-US" sz="2400">
                <a:solidFill>
                  <a:srgbClr val="99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78864" name="椭圆 59">
              <a:extLst>
                <a:ext uri="{FF2B5EF4-FFF2-40B4-BE49-F238E27FC236}">
                  <a16:creationId xmlns:a16="http://schemas.microsoft.com/office/drawing/2014/main" id="{5751C906-E959-8EB3-C9B7-5CF24ED97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8720" y="3257258"/>
              <a:ext cx="1790591" cy="642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SELECT</a:t>
              </a:r>
              <a:endPara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865" name="椭圆 59">
              <a:extLst>
                <a:ext uri="{FF2B5EF4-FFF2-40B4-BE49-F238E27FC236}">
                  <a16:creationId xmlns:a16="http://schemas.microsoft.com/office/drawing/2014/main" id="{F2A7F7D0-A4D8-8010-D628-DD3001A6E7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52942" y="4010535"/>
              <a:ext cx="1790591" cy="642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FROM</a:t>
              </a:r>
              <a:endPara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866" name="椭圆 59">
              <a:extLst>
                <a:ext uri="{FF2B5EF4-FFF2-40B4-BE49-F238E27FC236}">
                  <a16:creationId xmlns:a16="http://schemas.microsoft.com/office/drawing/2014/main" id="{22438EE9-2A29-013A-5624-A70141E2B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8334" y="4786361"/>
              <a:ext cx="1790591" cy="642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WHERE</a:t>
              </a:r>
              <a:endPara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48">
            <a:extLst>
              <a:ext uri="{FF2B5EF4-FFF2-40B4-BE49-F238E27FC236}">
                <a16:creationId xmlns:a16="http://schemas.microsoft.com/office/drawing/2014/main" id="{8EA3D9C0-8BA8-A813-2C1D-F9ABAAA434AE}"/>
              </a:ext>
            </a:extLst>
          </p:cNvPr>
          <p:cNvGrpSpPr>
            <a:grpSpLocks/>
          </p:cNvGrpSpPr>
          <p:nvPr/>
        </p:nvGrpSpPr>
        <p:grpSpPr bwMode="auto">
          <a:xfrm>
            <a:off x="9756775" y="5216525"/>
            <a:ext cx="1795463" cy="1552575"/>
            <a:chOff x="9542689" y="1625869"/>
            <a:chExt cx="1794882" cy="1553850"/>
          </a:xfrm>
        </p:grpSpPr>
        <p:sp>
          <p:nvSpPr>
            <p:cNvPr id="50" name="AutoShape 3">
              <a:extLst>
                <a:ext uri="{FF2B5EF4-FFF2-40B4-BE49-F238E27FC236}">
                  <a16:creationId xmlns:a16="http://schemas.microsoft.com/office/drawing/2014/main" id="{56B9C5E3-C754-A5D2-B582-D83ACBE3E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2689" y="1970640"/>
              <a:ext cx="233287" cy="919917"/>
            </a:xfrm>
            <a:prstGeom prst="leftBrace">
              <a:avLst>
                <a:gd name="adj1" fmla="val 60049"/>
                <a:gd name="adj2" fmla="val 50000"/>
              </a:avLst>
            </a:prstGeom>
            <a:noFill/>
            <a:ln w="38100">
              <a:solidFill>
                <a:srgbClr val="99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buFont typeface="Arial" charset="0"/>
                <a:buNone/>
                <a:defRPr/>
              </a:pPr>
              <a:endParaRPr lang="zh-TW" altLang="en-US" sz="2400">
                <a:solidFill>
                  <a:srgbClr val="99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78861" name="椭圆 59">
              <a:extLst>
                <a:ext uri="{FF2B5EF4-FFF2-40B4-BE49-F238E27FC236}">
                  <a16:creationId xmlns:a16="http://schemas.microsoft.com/office/drawing/2014/main" id="{21DBB3D8-B7B5-08AD-02E0-64CB2D5F2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7964" y="1625869"/>
              <a:ext cx="1499607" cy="642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EXITS</a:t>
              </a:r>
              <a:endPara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862" name="椭圆 59">
              <a:extLst>
                <a:ext uri="{FF2B5EF4-FFF2-40B4-BE49-F238E27FC236}">
                  <a16:creationId xmlns:a16="http://schemas.microsoft.com/office/drawing/2014/main" id="{E8509274-A941-A1FA-BFFD-03A89F669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7964" y="2537169"/>
              <a:ext cx="1499607" cy="642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NOT EXITS</a:t>
              </a:r>
              <a:endPara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CD1F06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anchor="ctr"/>
      <a:lstStyle>
        <a:defPPr algn="ctr">
          <a:defRPr sz="3200" b="1" dirty="0">
            <a:solidFill>
              <a:schemeClr val="bg1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arrow"/>
          <a:tailEnd type="arrow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11725</TotalTime>
  <Pages>0</Pages>
  <Words>2693</Words>
  <Characters>0</Characters>
  <Application>Microsoft Office PowerPoint</Application>
  <DocSecurity>0</DocSecurity>
  <PresentationFormat>自定义</PresentationFormat>
  <Lines>0</Lines>
  <Paragraphs>327</Paragraphs>
  <Slides>38</Slides>
  <Notes>35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3" baseType="lpstr">
      <vt:lpstr>Arial</vt:lpstr>
      <vt:lpstr>宋体</vt:lpstr>
      <vt:lpstr>Franklin Gothic Medium</vt:lpstr>
      <vt:lpstr>微软雅黑</vt:lpstr>
      <vt:lpstr>Calibri</vt:lpstr>
      <vt:lpstr>Franklin Gothic Book</vt:lpstr>
      <vt:lpstr>黑体</vt:lpstr>
      <vt:lpstr>Aharoni</vt:lpstr>
      <vt:lpstr>华文行楷</vt:lpstr>
      <vt:lpstr>Impact</vt:lpstr>
      <vt:lpstr>仿宋_GB2312</vt:lpstr>
      <vt:lpstr>Wingdings</vt:lpstr>
      <vt:lpstr>Times New Roman</vt:lpstr>
      <vt:lpstr>Office 主题</vt:lpstr>
      <vt:lpstr>Microsoft Word Document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PC</dc:creator>
  <cp:lastModifiedBy>zhuigz Lc</cp:lastModifiedBy>
  <cp:revision>541</cp:revision>
  <dcterms:created xsi:type="dcterms:W3CDTF">2014-10-24T14:22:44Z</dcterms:created>
  <dcterms:modified xsi:type="dcterms:W3CDTF">2026-09-22T11:11:51Z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2052-9.1.0.4855</vt:lpwstr>
  </property>
</Properties>
</file>