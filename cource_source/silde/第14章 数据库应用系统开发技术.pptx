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654" r:id="rId2"/>
    <p:sldId id="257" r:id="rId3"/>
    <p:sldId id="584" r:id="rId4"/>
    <p:sldId id="625" r:id="rId5"/>
    <p:sldId id="629" r:id="rId6"/>
    <p:sldId id="627" r:id="rId7"/>
    <p:sldId id="630" r:id="rId8"/>
    <p:sldId id="631" r:id="rId9"/>
    <p:sldId id="632" r:id="rId10"/>
    <p:sldId id="633" r:id="rId11"/>
    <p:sldId id="634" r:id="rId12"/>
    <p:sldId id="635" r:id="rId13"/>
    <p:sldId id="636" r:id="rId14"/>
    <p:sldId id="637" r:id="rId15"/>
    <p:sldId id="638" r:id="rId16"/>
    <p:sldId id="639" r:id="rId17"/>
    <p:sldId id="640" r:id="rId18"/>
    <p:sldId id="641" r:id="rId19"/>
    <p:sldId id="642" r:id="rId20"/>
    <p:sldId id="643" r:id="rId21"/>
    <p:sldId id="644" r:id="rId22"/>
    <p:sldId id="645" r:id="rId23"/>
    <p:sldId id="646" r:id="rId24"/>
    <p:sldId id="647" r:id="rId25"/>
    <p:sldId id="648" r:id="rId26"/>
    <p:sldId id="649" r:id="rId27"/>
    <p:sldId id="650" r:id="rId28"/>
    <p:sldId id="651" r:id="rId29"/>
    <p:sldId id="652" r:id="rId30"/>
    <p:sldId id="653" r:id="rId31"/>
    <p:sldId id="655" r:id="rId32"/>
    <p:sldId id="656" r:id="rId33"/>
    <p:sldId id="608" r:id="rId34"/>
  </p:sldIdLst>
  <p:sldSz cx="1219835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2">
          <p15:clr>
            <a:srgbClr val="A4A3A4"/>
          </p15:clr>
        </p15:guide>
        <p15:guide id="2"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66FF"/>
    <a:srgbClr val="009E47"/>
    <a:srgbClr val="8AC739"/>
    <a:srgbClr val="FF9933"/>
    <a:srgbClr val="FF9900"/>
    <a:srgbClr val="CC9900"/>
    <a:srgbClr val="3399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4" autoAdjust="0"/>
    <p:restoredTop sz="94660"/>
  </p:normalViewPr>
  <p:slideViewPr>
    <p:cSldViewPr>
      <p:cViewPr varScale="1">
        <p:scale>
          <a:sx n="104" d="100"/>
          <a:sy n="104" d="100"/>
        </p:scale>
        <p:origin x="810" y="114"/>
      </p:cViewPr>
      <p:guideLst>
        <p:guide orient="horz" pos="2102"/>
        <p:guide pos="3841"/>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880"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DC2D61-536B-E3BA-8F29-D14550A808E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buFont typeface="Arial" charset="0"/>
              <a:buNone/>
              <a:defRPr sz="1200">
                <a:latin typeface="Arial" charset="0"/>
              </a:defRPr>
            </a:lvl1pPr>
          </a:lstStyle>
          <a:p>
            <a:pPr>
              <a:defRPr/>
            </a:pPr>
            <a:endParaRPr lang="zh-CN" altLang="en-US"/>
          </a:p>
        </p:txBody>
      </p:sp>
      <p:sp>
        <p:nvSpPr>
          <p:cNvPr id="3" name="日期占位符 2">
            <a:extLst>
              <a:ext uri="{FF2B5EF4-FFF2-40B4-BE49-F238E27FC236}">
                <a16:creationId xmlns:a16="http://schemas.microsoft.com/office/drawing/2014/main" id="{803C8D85-F99A-FED7-CD98-7D455EB28047}"/>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buFont typeface="Arial" charset="0"/>
              <a:buNone/>
              <a:defRPr sz="1200">
                <a:latin typeface="Arial" charset="0"/>
              </a:defRPr>
            </a:lvl1pPr>
          </a:lstStyle>
          <a:p>
            <a:pPr>
              <a:defRPr/>
            </a:pPr>
            <a:fld id="{2CD0493E-F833-49CA-BBC3-8E9C5E0B37CB}" type="datetimeFigureOut">
              <a:rPr lang="zh-CN" altLang="en-US"/>
              <a:pPr>
                <a:defRPr/>
              </a:pPr>
              <a:t>2026/9/22</a:t>
            </a:fld>
            <a:endParaRPr lang="zh-CN" altLang="en-US"/>
          </a:p>
        </p:txBody>
      </p:sp>
      <p:sp>
        <p:nvSpPr>
          <p:cNvPr id="4" name="页脚占位符 3">
            <a:extLst>
              <a:ext uri="{FF2B5EF4-FFF2-40B4-BE49-F238E27FC236}">
                <a16:creationId xmlns:a16="http://schemas.microsoft.com/office/drawing/2014/main" id="{FF7E99A6-3E64-7585-C604-9CD8F7C01E1E}"/>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buFont typeface="Arial" charset="0"/>
              <a:buNone/>
              <a:defRPr sz="1200">
                <a:latin typeface="Arial" charset="0"/>
              </a:defRPr>
            </a:lvl1pPr>
          </a:lstStyle>
          <a:p>
            <a:pPr>
              <a:defRPr/>
            </a:pPr>
            <a:endParaRPr lang="zh-CN" altLang="en-US"/>
          </a:p>
        </p:txBody>
      </p:sp>
      <p:sp>
        <p:nvSpPr>
          <p:cNvPr id="5" name="灯片编号占位符 4">
            <a:extLst>
              <a:ext uri="{FF2B5EF4-FFF2-40B4-BE49-F238E27FC236}">
                <a16:creationId xmlns:a16="http://schemas.microsoft.com/office/drawing/2014/main" id="{5142DDAB-F14E-0DE5-9C39-A064D6973102}"/>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sz="1200"/>
            </a:lvl1pPr>
          </a:lstStyle>
          <a:p>
            <a:fld id="{96E1E337-FF92-4566-AA9C-818A5B7070A5}" type="slidenum">
              <a:rPr lang="zh-CN" altLang="en-US"/>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a:extLst>
              <a:ext uri="{FF2B5EF4-FFF2-40B4-BE49-F238E27FC236}">
                <a16:creationId xmlns:a16="http://schemas.microsoft.com/office/drawing/2014/main" id="{EC34D4F9-403D-7EF0-CE47-BAC2D85412EA}"/>
              </a:ext>
            </a:extLst>
          </p:cNvPr>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1" name="日期占位符 2">
            <a:extLst>
              <a:ext uri="{FF2B5EF4-FFF2-40B4-BE49-F238E27FC236}">
                <a16:creationId xmlns:a16="http://schemas.microsoft.com/office/drawing/2014/main" id="{08124D9F-5639-7C46-3D0C-6F724CD08A31}"/>
              </a:ext>
            </a:extLst>
          </p:cNvPr>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buFont typeface="Arial" pitchFamily="34" charset="0"/>
              <a:buNone/>
              <a:defRPr>
                <a:latin typeface="Arial" pitchFamily="34" charset="0"/>
                <a:ea typeface="宋体" pitchFamily="2" charset="-122"/>
              </a:defRPr>
            </a:lvl1pPr>
          </a:lstStyle>
          <a:p>
            <a:pPr>
              <a:defRPr/>
            </a:pPr>
            <a:fld id="{4EC7E647-A5C0-40CC-B675-0679CB749891}" type="datetime1">
              <a:rPr lang="zh-CN" altLang="en-US"/>
              <a:pPr>
                <a:defRPr/>
              </a:pPr>
              <a:t>2026/9/22</a:t>
            </a:fld>
            <a:endParaRPr lang="en-US" altLang="zh-CN" sz="1200"/>
          </a:p>
        </p:txBody>
      </p:sp>
      <p:sp>
        <p:nvSpPr>
          <p:cNvPr id="36868" name="幻灯片图像占位符 3">
            <a:extLst>
              <a:ext uri="{FF2B5EF4-FFF2-40B4-BE49-F238E27FC236}">
                <a16:creationId xmlns:a16="http://schemas.microsoft.com/office/drawing/2014/main" id="{F06F05CD-1DE2-5555-559A-E21EC0D207C4}"/>
              </a:ext>
            </a:extLst>
          </p:cNvPr>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5845" name="备注占位符 4">
            <a:extLst>
              <a:ext uri="{FF2B5EF4-FFF2-40B4-BE49-F238E27FC236}">
                <a16:creationId xmlns:a16="http://schemas.microsoft.com/office/drawing/2014/main" id="{F07B2D12-C8CF-4CC5-9EB6-B361AB6F9832}"/>
              </a:ext>
            </a:extLst>
          </p:cNvPr>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30000"/>
              </a:spcBef>
              <a:buFont typeface="Arial" panose="020B0604020202020204" pitchFamily="34" charset="0"/>
              <a:buNone/>
              <a:defRPr/>
            </a:pPr>
            <a:r>
              <a:rPr lang="zh-CN" altLang="en-US" sz="1200">
                <a:solidFill>
                  <a:srgbClr val="000000"/>
                </a:solidFill>
              </a:rPr>
              <a:t>单击此处编辑母版文本样式</a:t>
            </a:r>
          </a:p>
          <a:p>
            <a:pPr>
              <a:spcBef>
                <a:spcPct val="30000"/>
              </a:spcBef>
              <a:buFont typeface="Arial" panose="020B0604020202020204" pitchFamily="34" charset="0"/>
              <a:buNone/>
              <a:defRPr/>
            </a:pPr>
            <a:r>
              <a:rPr lang="zh-CN" altLang="en-US" sz="1200">
                <a:solidFill>
                  <a:srgbClr val="000000"/>
                </a:solidFill>
              </a:rPr>
              <a:t>第二级</a:t>
            </a:r>
          </a:p>
          <a:p>
            <a:pPr>
              <a:spcBef>
                <a:spcPct val="30000"/>
              </a:spcBef>
              <a:buFont typeface="Arial" panose="020B0604020202020204" pitchFamily="34" charset="0"/>
              <a:buNone/>
              <a:defRPr/>
            </a:pPr>
            <a:r>
              <a:rPr lang="zh-CN" altLang="en-US" sz="1200">
                <a:solidFill>
                  <a:srgbClr val="000000"/>
                </a:solidFill>
              </a:rPr>
              <a:t>第三级</a:t>
            </a:r>
          </a:p>
          <a:p>
            <a:pPr>
              <a:spcBef>
                <a:spcPct val="30000"/>
              </a:spcBef>
              <a:buFont typeface="Arial" panose="020B0604020202020204" pitchFamily="34" charset="0"/>
              <a:buNone/>
              <a:defRPr/>
            </a:pPr>
            <a:r>
              <a:rPr lang="zh-CN" altLang="en-US" sz="1200">
                <a:solidFill>
                  <a:srgbClr val="000000"/>
                </a:solidFill>
              </a:rPr>
              <a:t>第四级</a:t>
            </a:r>
          </a:p>
          <a:p>
            <a:pPr>
              <a:spcBef>
                <a:spcPct val="30000"/>
              </a:spcBef>
              <a:buFont typeface="Arial" panose="020B0604020202020204" pitchFamily="34" charset="0"/>
              <a:buNone/>
              <a:defRPr/>
            </a:pPr>
            <a:r>
              <a:rPr lang="zh-CN" altLang="en-US" sz="1200">
                <a:solidFill>
                  <a:srgbClr val="000000"/>
                </a:solidFill>
              </a:rPr>
              <a:t>第五级</a:t>
            </a:r>
            <a:endParaRPr lang="zh-CN" altLang="en-US"/>
          </a:p>
        </p:txBody>
      </p:sp>
      <p:sp>
        <p:nvSpPr>
          <p:cNvPr id="2054" name="页脚占位符 5">
            <a:extLst>
              <a:ext uri="{FF2B5EF4-FFF2-40B4-BE49-F238E27FC236}">
                <a16:creationId xmlns:a16="http://schemas.microsoft.com/office/drawing/2014/main" id="{F121F41B-1BAF-2F6E-D55A-D2B1EAB2FBB4}"/>
              </a:ext>
            </a:extLst>
          </p:cNvPr>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buFont typeface="Arial" pitchFamily="34" charset="0"/>
              <a:buNone/>
              <a:defRPr sz="1200">
                <a:latin typeface="Arial" pitchFamily="34" charset="0"/>
                <a:ea typeface="宋体" pitchFamily="2" charset="-122"/>
              </a:defRPr>
            </a:lvl1pPr>
          </a:lstStyle>
          <a:p>
            <a:pPr>
              <a:defRPr/>
            </a:pPr>
            <a:endParaRPr lang="zh-CN" altLang="en-US"/>
          </a:p>
        </p:txBody>
      </p:sp>
      <p:sp>
        <p:nvSpPr>
          <p:cNvPr id="2055" name="灯片编号占位符 6">
            <a:extLst>
              <a:ext uri="{FF2B5EF4-FFF2-40B4-BE49-F238E27FC236}">
                <a16:creationId xmlns:a16="http://schemas.microsoft.com/office/drawing/2014/main" id="{F0461AB6-3875-BA8F-EE60-91E97687EA0E}"/>
              </a:ext>
            </a:extLst>
          </p:cNvPr>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a:lvl1pPr>
          </a:lstStyle>
          <a:p>
            <a:fld id="{543B860F-FCD0-4CDE-A1D0-136B12521989}" type="slidenum">
              <a:rPr lang="zh-CN" altLang="en-US"/>
              <a:pPr/>
              <a:t>‹#›</a:t>
            </a:fld>
            <a:endParaRPr lang="en-US" altLang="zh-CN"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1443D577-9C51-B3D1-8488-3C696B310DDD}"/>
              </a:ext>
            </a:extLst>
          </p:cNvPr>
          <p:cNvSpPr>
            <a:spLocks noGrp="1" noRot="1" noChangeAspect="1" noTextEdit="1"/>
          </p:cNvSpPr>
          <p:nvPr>
            <p:ph type="sldImg"/>
          </p:nvPr>
        </p:nvSpPr>
        <p:spPr/>
      </p:sp>
      <p:sp>
        <p:nvSpPr>
          <p:cNvPr id="37891" name="备注占位符 2">
            <a:extLst>
              <a:ext uri="{FF2B5EF4-FFF2-40B4-BE49-F238E27FC236}">
                <a16:creationId xmlns:a16="http://schemas.microsoft.com/office/drawing/2014/main" id="{92C2342B-2AE7-622F-820D-1B2E0CE2394B}"/>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7892" name="日期占位符 3">
            <a:extLst>
              <a:ext uri="{FF2B5EF4-FFF2-40B4-BE49-F238E27FC236}">
                <a16:creationId xmlns:a16="http://schemas.microsoft.com/office/drawing/2014/main" id="{0708F250-0CF4-48C9-604F-1777393C46E7}"/>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E2BB1D3-B3E2-4055-8095-2F94F624D9FC}" type="datetime1">
              <a:rPr lang="zh-CN" altLang="en-US" smtClean="0"/>
              <a:pPr/>
              <a:t>2026/9/22</a:t>
            </a:fld>
            <a:endParaRPr lang="en-US" altLang="zh-CN" sz="1200"/>
          </a:p>
        </p:txBody>
      </p:sp>
      <p:sp>
        <p:nvSpPr>
          <p:cNvPr id="37893" name="灯片编号占位符 4">
            <a:extLst>
              <a:ext uri="{FF2B5EF4-FFF2-40B4-BE49-F238E27FC236}">
                <a16:creationId xmlns:a16="http://schemas.microsoft.com/office/drawing/2014/main" id="{6C0CFB9F-0BC6-9D89-82DC-85CD00B01AC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AED57E1-AE57-4799-9690-3D181E09008E}" type="slidenum">
              <a:rPr lang="zh-CN" altLang="en-US"/>
              <a:pPr/>
              <a:t>1</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955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30388" y="3886200"/>
            <a:ext cx="8537575"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53291552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915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7148747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7962"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7962"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32994899"/>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375" y="1600200"/>
            <a:ext cx="541337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75483143"/>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956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956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273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273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11470440"/>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44102894"/>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5546869"/>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3200"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0"/>
            <a:ext cx="68199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3200"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53583749"/>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9963"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9963"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2390775" y="5367338"/>
            <a:ext cx="7319963"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658966337"/>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915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4751283"/>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274638"/>
            <a:ext cx="2744787"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81963"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94245725"/>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燕尾形 7">
            <a:extLst>
              <a:ext uri="{FF2B5EF4-FFF2-40B4-BE49-F238E27FC236}">
                <a16:creationId xmlns:a16="http://schemas.microsoft.com/office/drawing/2014/main" id="{5333AAC4-27A1-03AC-76D1-09FBE773CFC0}"/>
              </a:ext>
            </a:extLst>
          </p:cNvPr>
          <p:cNvSpPr>
            <a:spLocks noChangeArrowheads="1"/>
          </p:cNvSpPr>
          <p:nvPr userDrawn="1"/>
        </p:nvSpPr>
        <p:spPr bwMode="auto">
          <a:xfrm>
            <a:off x="1130300" y="0"/>
            <a:ext cx="7718425" cy="846138"/>
          </a:xfrm>
          <a:prstGeom prst="chevron">
            <a:avLst>
              <a:gd name="adj" fmla="val 24616"/>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defRPr/>
            </a:pPr>
            <a:endParaRPr lang="zh-CN" altLang="en-US" sz="3200" b="1" dirty="0">
              <a:solidFill>
                <a:schemeClr val="bg1"/>
              </a:solidFill>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BBF91064-CE77-6F96-02DA-737B42DD052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7520" y="101786"/>
            <a:ext cx="1014366" cy="642566"/>
          </a:xfrm>
          <a:prstGeom prst="rect">
            <a:avLst/>
          </a:prstGeom>
          <a:ln>
            <a:noFill/>
          </a:ln>
          <a:effectLst>
            <a:softEdge rad="112500"/>
          </a:effectLst>
        </p:spPr>
      </p:pic>
      <p:sp>
        <p:nvSpPr>
          <p:cNvPr id="4" name="矩形 3">
            <a:extLst>
              <a:ext uri="{FF2B5EF4-FFF2-40B4-BE49-F238E27FC236}">
                <a16:creationId xmlns:a16="http://schemas.microsoft.com/office/drawing/2014/main" id="{1FD9A74E-776A-624C-3319-ADBBAEA1E4FC}"/>
              </a:ext>
            </a:extLst>
          </p:cNvPr>
          <p:cNvSpPr/>
          <p:nvPr userDrawn="1"/>
        </p:nvSpPr>
        <p:spPr>
          <a:xfrm>
            <a:off x="8848725" y="0"/>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spTree>
    <p:extLst>
      <p:ext uri="{BB962C8B-B14F-4D97-AF65-F5344CB8AC3E}">
        <p14:creationId xmlns:p14="http://schemas.microsoft.com/office/powerpoint/2010/main" val="343463335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915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609600" y="1600200"/>
            <a:ext cx="10979150" cy="4525963"/>
          </a:xfrm>
          <a:prstGeom prst="rect">
            <a:avLst/>
          </a:prstGeom>
        </p:spPr>
        <p:txBody>
          <a:bodyPr/>
          <a:lstStyle/>
          <a:p>
            <a:pPr lvl="0"/>
            <a:endParaRPr lang="zh-CN" altLang="en-US" noProof="0">
              <a:sym typeface="Calibri" pitchFamily="34" charset="0"/>
            </a:endParaRPr>
          </a:p>
        </p:txBody>
      </p:sp>
    </p:spTree>
    <p:extLst>
      <p:ext uri="{BB962C8B-B14F-4D97-AF65-F5344CB8AC3E}">
        <p14:creationId xmlns:p14="http://schemas.microsoft.com/office/powerpoint/2010/main" val="107553273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FAFAFA"/>
            </a:gs>
            <a:gs pos="50000">
              <a:srgbClr val="FBFBFB"/>
            </a:gs>
            <a:gs pos="100000">
              <a:srgbClr val="FCFCFC"/>
            </a:gs>
          </a:gsLst>
          <a:lin ang="5400000" scaled="1"/>
        </a:gradFill>
        <a:effectLst/>
      </p:bgPr>
    </p:bg>
    <p:spTree>
      <p:nvGrpSpPr>
        <p:cNvPr id="1" name=""/>
        <p:cNvGrpSpPr/>
        <p:nvPr/>
      </p:nvGrpSpPr>
      <p:grpSpPr>
        <a:xfrm>
          <a:off x="0" y="0"/>
          <a:ext cx="0" cy="0"/>
          <a:chOff x="0" y="0"/>
          <a:chExt cx="0" cy="0"/>
        </a:xfrm>
      </p:grpSpPr>
      <p:sp>
        <p:nvSpPr>
          <p:cNvPr id="1026" name="矩形 2">
            <a:extLst>
              <a:ext uri="{FF2B5EF4-FFF2-40B4-BE49-F238E27FC236}">
                <a16:creationId xmlns:a16="http://schemas.microsoft.com/office/drawing/2014/main" id="{532D67E4-7CA9-2692-B44E-F856105EFF72}"/>
              </a:ext>
            </a:extLst>
          </p:cNvPr>
          <p:cNvSpPr>
            <a:spLocks noChangeArrowheads="1"/>
          </p:cNvSpPr>
          <p:nvPr/>
        </p:nvSpPr>
        <p:spPr bwMode="auto">
          <a:xfrm>
            <a:off x="0" y="854075"/>
            <a:ext cx="12198350" cy="115888"/>
          </a:xfrm>
          <a:prstGeom prst="rect">
            <a:avLst/>
          </a:prstGeom>
          <a:solidFill>
            <a:srgbClr val="A5A5A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defRPr/>
            </a:pPr>
            <a:endParaRPr lang="zh-CN" altLang="en-US">
              <a:solidFill>
                <a:srgbClr val="FFFFFF"/>
              </a:solidFill>
              <a:latin typeface="宋体" panose="02010600030101010101" pitchFamily="2" charset="-122"/>
              <a:sym typeface="宋体" panose="02010600030101010101" pitchFamily="2" charset="-122"/>
            </a:endParaRPr>
          </a:p>
        </p:txBody>
      </p:sp>
      <p:sp>
        <p:nvSpPr>
          <p:cNvPr id="1027" name="椭圆 14">
            <a:extLst>
              <a:ext uri="{FF2B5EF4-FFF2-40B4-BE49-F238E27FC236}">
                <a16:creationId xmlns:a16="http://schemas.microsoft.com/office/drawing/2014/main" id="{7E7E32C7-5E59-74F2-3C03-B28C5B002FD3}"/>
              </a:ext>
            </a:extLst>
          </p:cNvPr>
          <p:cNvSpPr>
            <a:spLocks noChangeArrowheads="1"/>
          </p:cNvSpPr>
          <p:nvPr/>
        </p:nvSpPr>
        <p:spPr bwMode="auto">
          <a:xfrm>
            <a:off x="804863" y="866775"/>
            <a:ext cx="85725" cy="87313"/>
          </a:xfrm>
          <a:prstGeom prst="ellipse">
            <a:avLst/>
          </a:prstGeom>
          <a:solidFill>
            <a:srgbClr val="F6F6F6"/>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defRPr/>
            </a:pPr>
            <a:endParaRPr lang="zh-CN" altLang="en-US">
              <a:solidFill>
                <a:srgbClr val="FFFFFF"/>
              </a:solidFill>
              <a:latin typeface="宋体" panose="02010600030101010101" pitchFamily="2" charset="-122"/>
              <a:sym typeface="宋体" panose="02010600030101010101" pitchFamily="2" charset="-122"/>
            </a:endParaRPr>
          </a:p>
        </p:txBody>
      </p:sp>
      <p:sp>
        <p:nvSpPr>
          <p:cNvPr id="1028" name="椭圆 14">
            <a:extLst>
              <a:ext uri="{FF2B5EF4-FFF2-40B4-BE49-F238E27FC236}">
                <a16:creationId xmlns:a16="http://schemas.microsoft.com/office/drawing/2014/main" id="{06459043-3A67-DF09-9A0D-551B4B3EC781}"/>
              </a:ext>
            </a:extLst>
          </p:cNvPr>
          <p:cNvSpPr>
            <a:spLocks noChangeAspect="1" noChangeArrowheads="1"/>
          </p:cNvSpPr>
          <p:nvPr/>
        </p:nvSpPr>
        <p:spPr bwMode="auto">
          <a:xfrm>
            <a:off x="565150" y="188913"/>
            <a:ext cx="563563" cy="719137"/>
          </a:xfrm>
          <a:custGeom>
            <a:avLst/>
            <a:gdLst>
              <a:gd name="T0" fmla="*/ 327 w 683568"/>
              <a:gd name="T1" fmla="*/ 0 h 864094"/>
              <a:gd name="T2" fmla="*/ 656 w 683568"/>
              <a:gd name="T3" fmla="*/ 460 h 864094"/>
              <a:gd name="T4" fmla="*/ 554 w 683568"/>
              <a:gd name="T5" fmla="*/ 792 h 864094"/>
              <a:gd name="T6" fmla="*/ 327 w 683568"/>
              <a:gd name="T7" fmla="*/ 1163 h 864094"/>
              <a:gd name="T8" fmla="*/ 101 w 683568"/>
              <a:gd name="T9" fmla="*/ 791 h 864094"/>
              <a:gd name="T10" fmla="*/ 58 w 683568"/>
              <a:gd name="T11" fmla="*/ 720 h 864094"/>
              <a:gd name="T12" fmla="*/ 56 w 683568"/>
              <a:gd name="T13" fmla="*/ 719 h 864094"/>
              <a:gd name="T14" fmla="*/ 56 w 683568"/>
              <a:gd name="T15" fmla="*/ 719 h 864094"/>
              <a:gd name="T16" fmla="*/ 0 w 683568"/>
              <a:gd name="T17" fmla="*/ 460 h 864094"/>
              <a:gd name="T18" fmla="*/ 327 w 683568"/>
              <a:gd name="T19" fmla="*/ 0 h 8640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3568"/>
              <a:gd name="T31" fmla="*/ 0 h 864094"/>
              <a:gd name="T32" fmla="*/ 683568 w 683568"/>
              <a:gd name="T33" fmla="*/ 864094 h 86409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3568" h="864094">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endParaRPr lang="zh-CN" altLang="en-US"/>
          </a:p>
        </p:txBody>
      </p:sp>
      <p:sp>
        <p:nvSpPr>
          <p:cNvPr id="1029" name="Text Box 7">
            <a:extLst>
              <a:ext uri="{FF2B5EF4-FFF2-40B4-BE49-F238E27FC236}">
                <a16:creationId xmlns:a16="http://schemas.microsoft.com/office/drawing/2014/main" id="{715C1BE3-F65A-BAF2-D4D7-6F6B6D624BB1}"/>
              </a:ext>
            </a:extLst>
          </p:cNvPr>
          <p:cNvSpPr>
            <a:spLocks noChangeArrowheads="1"/>
          </p:cNvSpPr>
          <p:nvPr/>
        </p:nvSpPr>
        <p:spPr bwMode="auto">
          <a:xfrm>
            <a:off x="644525" y="288925"/>
            <a:ext cx="692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fld id="{8F346CEA-F73C-405A-B618-B100A055ABC4}" type="slidenum">
              <a:rPr lang="zh-CN" altLang="en-US">
                <a:solidFill>
                  <a:schemeClr val="bg1"/>
                </a:solidFill>
                <a:sym typeface="Calibri" panose="020F0502020204030204" pitchFamily="34" charset="0"/>
              </a:rPr>
              <a:pPr>
                <a:buFont typeface="Arial" panose="020B0604020202020204" pitchFamily="34" charset="0"/>
                <a:buNone/>
              </a:pPr>
              <a:t>‹#›</a:t>
            </a:fld>
            <a:endParaRPr lang="en-US" altLang="zh-CN">
              <a:solidFill>
                <a:schemeClr val="bg1"/>
              </a:solidFill>
              <a:sym typeface="Calibri" panose="020F0502020204030204" pitchFamily="34" charset="0"/>
            </a:endParaRPr>
          </a:p>
        </p:txBody>
      </p:sp>
      <p:sp>
        <p:nvSpPr>
          <p:cNvPr id="1030" name="燕尾形 1">
            <a:extLst>
              <a:ext uri="{FF2B5EF4-FFF2-40B4-BE49-F238E27FC236}">
                <a16:creationId xmlns:a16="http://schemas.microsoft.com/office/drawing/2014/main" id="{10776D0F-8510-429F-0C0B-8D660CE1A870}"/>
              </a:ext>
            </a:extLst>
          </p:cNvPr>
          <p:cNvSpPr>
            <a:spLocks noChangeArrowheads="1"/>
          </p:cNvSpPr>
          <p:nvPr/>
        </p:nvSpPr>
        <p:spPr bwMode="auto">
          <a:xfrm>
            <a:off x="117792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defRPr/>
            </a:pPr>
            <a:endParaRPr lang="zh-CN" altLang="en-US">
              <a:solidFill>
                <a:srgbClr val="FFFFFF"/>
              </a:solidFill>
              <a:latin typeface="宋体" panose="02010600030101010101" pitchFamily="2" charset="-122"/>
              <a:sym typeface="宋体" panose="02010600030101010101" pitchFamily="2" charset="-122"/>
            </a:endParaRPr>
          </a:p>
        </p:txBody>
      </p:sp>
      <p:sp>
        <p:nvSpPr>
          <p:cNvPr id="1031" name="燕尾形 9">
            <a:extLst>
              <a:ext uri="{FF2B5EF4-FFF2-40B4-BE49-F238E27FC236}">
                <a16:creationId xmlns:a16="http://schemas.microsoft.com/office/drawing/2014/main" id="{BAF9D922-276B-451C-7DD4-9E4E3E934CE9}"/>
              </a:ext>
            </a:extLst>
          </p:cNvPr>
          <p:cNvSpPr>
            <a:spLocks noChangeArrowheads="1"/>
          </p:cNvSpPr>
          <p:nvPr/>
        </p:nvSpPr>
        <p:spPr bwMode="auto">
          <a:xfrm>
            <a:off x="11931650" y="692150"/>
            <a:ext cx="215900" cy="431800"/>
          </a:xfrm>
          <a:prstGeom prst="chevron">
            <a:avLst>
              <a:gd name="adj" fmla="val 50000"/>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defRPr/>
            </a:pPr>
            <a:endParaRPr lang="zh-CN" altLang="en-US">
              <a:solidFill>
                <a:srgbClr val="FFFFFF"/>
              </a:solidFill>
              <a:latin typeface="宋体" panose="02010600030101010101" pitchFamily="2" charset="-122"/>
              <a:sym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4083"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 id="2147484095" r:id="rId12"/>
    <p:sldLayoutId id="2147484094" r:id="rId13"/>
  </p:sldLayoutIdLst>
  <p:transition spd="slow"/>
  <p:txStyles>
    <p:titleStyle>
      <a:lvl1pPr marL="914400" indent="-914400" algn="ctr" defTabSz="0"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2pPr>
      <a:lvl3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3pPr>
      <a:lvl4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4pPr>
      <a:lvl5pPr marL="914400" indent="-914400" algn="ctr" defTabSz="0" rtl="0" eaLnBrk="0" fontAlgn="base" hangingPunct="0">
        <a:spcBef>
          <a:spcPct val="0"/>
        </a:spcBef>
        <a:spcAft>
          <a:spcPct val="0"/>
        </a:spcAft>
        <a:defRPr sz="4400">
          <a:solidFill>
            <a:schemeClr val="tx1"/>
          </a:solidFill>
          <a:latin typeface="Franklin Gothic Medium" pitchFamily="34" charset="0"/>
          <a:ea typeface="微软雅黑" pitchFamily="34" charset="-122"/>
          <a:sym typeface="Calibri" panose="020F0502020204030204" pitchFamily="34" charset="0"/>
        </a:defRPr>
      </a:lvl5pPr>
      <a:lvl6pPr marL="13716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18288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22860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2743200" indent="-914400" algn="ctr" defTabSz="0"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engmian">
            <a:extLst>
              <a:ext uri="{FF2B5EF4-FFF2-40B4-BE49-F238E27FC236}">
                <a16:creationId xmlns:a16="http://schemas.microsoft.com/office/drawing/2014/main" id="{FF7A5C58-19C6-7534-F308-AB57CE9CE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0"/>
            <a:ext cx="12230100" cy="687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Box 5">
            <a:extLst>
              <a:ext uri="{FF2B5EF4-FFF2-40B4-BE49-F238E27FC236}">
                <a16:creationId xmlns:a16="http://schemas.microsoft.com/office/drawing/2014/main" id="{9854B017-9C49-2219-A22D-B4381A70E0FC}"/>
              </a:ext>
            </a:extLst>
          </p:cNvPr>
          <p:cNvSpPr>
            <a:spLocks noChangeArrowheads="1"/>
          </p:cNvSpPr>
          <p:nvPr/>
        </p:nvSpPr>
        <p:spPr bwMode="auto">
          <a:xfrm>
            <a:off x="1471613" y="4076700"/>
            <a:ext cx="79200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20000"/>
              </a:lnSpc>
            </a:pPr>
            <a:r>
              <a:rPr lang="zh-CN" altLang="en-US" sz="3200" b="1">
                <a:solidFill>
                  <a:srgbClr val="002060"/>
                </a:solidFill>
                <a:latin typeface="宋体" panose="02010600030101010101" pitchFamily="2" charset="-122"/>
                <a:cs typeface="Aharoni" panose="02010803020104030203" pitchFamily="2" charset="-79"/>
              </a:rPr>
              <a:t>数据库虚拟教研室 制作</a:t>
            </a:r>
            <a:endParaRPr lang="zh-CN" altLang="zh-CN" sz="3200" b="1">
              <a:solidFill>
                <a:srgbClr val="002060"/>
              </a:solidFill>
              <a:latin typeface="宋体" panose="02010600030101010101" pitchFamily="2" charset="-122"/>
              <a:cs typeface="Aharoni" panose="02010803020104030203" pitchFamily="2" charset="-79"/>
            </a:endParaRPr>
          </a:p>
        </p:txBody>
      </p:sp>
      <p:sp>
        <p:nvSpPr>
          <p:cNvPr id="11" name="矩形 10">
            <a:extLst>
              <a:ext uri="{FF2B5EF4-FFF2-40B4-BE49-F238E27FC236}">
                <a16:creationId xmlns:a16="http://schemas.microsoft.com/office/drawing/2014/main" id="{C89DBC79-2FD3-8771-BA2E-726626A9EC3A}"/>
              </a:ext>
            </a:extLst>
          </p:cNvPr>
          <p:cNvSpPr/>
          <p:nvPr/>
        </p:nvSpPr>
        <p:spPr>
          <a:xfrm>
            <a:off x="1130830" y="46256"/>
            <a:ext cx="2484000" cy="707886"/>
          </a:xfrm>
          <a:prstGeom prst="rect">
            <a:avLst/>
          </a:prstGeom>
          <a:noFill/>
        </p:spPr>
        <p:txBody>
          <a:bodyPr>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defRPr/>
            </a:pPr>
            <a:r>
              <a:rPr lang="zh-CN" altLang="en-US" sz="40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隶书" panose="02010509060101010101" pitchFamily="49" charset="-122"/>
                <a:ea typeface="隶书" panose="02010509060101010101" pitchFamily="49" charset="-122"/>
              </a:rPr>
              <a:t>数据库</a:t>
            </a:r>
          </a:p>
        </p:txBody>
      </p:sp>
      <p:pic>
        <p:nvPicPr>
          <p:cNvPr id="12" name="图片 11">
            <a:extLst>
              <a:ext uri="{FF2B5EF4-FFF2-40B4-BE49-F238E27FC236}">
                <a16:creationId xmlns:a16="http://schemas.microsoft.com/office/drawing/2014/main" id="{D737725E-88FD-882F-94D9-EE898A986F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492" y="46256"/>
            <a:ext cx="1356121" cy="859057"/>
          </a:xfrm>
          <a:prstGeom prst="rect">
            <a:avLst/>
          </a:prstGeom>
          <a:ln>
            <a:noFill/>
          </a:ln>
          <a:effectLst>
            <a:softEdge rad="112500"/>
          </a:effectLst>
        </p:spPr>
      </p:pic>
      <p:sp>
        <p:nvSpPr>
          <p:cNvPr id="3078" name="TextBox 5">
            <a:extLst>
              <a:ext uri="{FF2B5EF4-FFF2-40B4-BE49-F238E27FC236}">
                <a16:creationId xmlns:a16="http://schemas.microsoft.com/office/drawing/2014/main" id="{97AAB9D8-2C36-D352-AE7E-36CE2B565014}"/>
              </a:ext>
            </a:extLst>
          </p:cNvPr>
          <p:cNvSpPr>
            <a:spLocks noChangeArrowheads="1"/>
          </p:cNvSpPr>
          <p:nvPr/>
        </p:nvSpPr>
        <p:spPr bwMode="auto">
          <a:xfrm>
            <a:off x="1822450" y="1860550"/>
            <a:ext cx="721836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sz="5400" b="1">
                <a:solidFill>
                  <a:srgbClr val="002060"/>
                </a:solidFill>
                <a:latin typeface="宋体" panose="02010600030101010101" pitchFamily="2" charset="-122"/>
                <a:cs typeface="Aharoni" panose="02010803020104030203" pitchFamily="2" charset="-79"/>
              </a:rPr>
              <a:t>《</a:t>
            </a:r>
            <a:r>
              <a:rPr lang="zh-CN" altLang="en-US" sz="5400" b="1">
                <a:solidFill>
                  <a:srgbClr val="002060"/>
                </a:solidFill>
                <a:latin typeface="华文行楷" panose="02010800040101010101" pitchFamily="2" charset="-122"/>
                <a:ea typeface="华文行楷" panose="02010800040101010101" pitchFamily="2" charset="-122"/>
                <a:cs typeface="Aharoni" panose="02010803020104030203" pitchFamily="2" charset="-79"/>
              </a:rPr>
              <a:t>数据库原理及应用</a:t>
            </a:r>
            <a:r>
              <a:rPr lang="en-US" altLang="zh-CN" sz="5400" b="1">
                <a:solidFill>
                  <a:srgbClr val="002060"/>
                </a:solidFill>
                <a:latin typeface="宋体" panose="02010600030101010101" pitchFamily="2" charset="-122"/>
                <a:cs typeface="Aharoni" panose="02010803020104030203" pitchFamily="2" charset="-79"/>
              </a:rPr>
              <a:t>》</a:t>
            </a:r>
            <a:endParaRPr lang="zh-CN" altLang="zh-CN" sz="5400" b="1">
              <a:solidFill>
                <a:srgbClr val="002060"/>
              </a:solidFill>
              <a:latin typeface="宋体" panose="02010600030101010101" pitchFamily="2" charset="-122"/>
              <a:cs typeface="Aharoni" panose="02010803020104030203" pitchFamily="2" charset="-79"/>
            </a:endParaRPr>
          </a:p>
        </p:txBody>
      </p:sp>
    </p:spTree>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a:extLst>
              <a:ext uri="{FF2B5EF4-FFF2-40B4-BE49-F238E27FC236}">
                <a16:creationId xmlns:a16="http://schemas.microsoft.com/office/drawing/2014/main" id="{4D3618CB-1DE5-B908-BA3E-D12F2DB44E69}"/>
              </a:ext>
            </a:extLst>
          </p:cNvPr>
          <p:cNvSpPr>
            <a:spLocks noChangeArrowheads="1"/>
          </p:cNvSpPr>
          <p:nvPr/>
        </p:nvSpPr>
        <p:spPr bwMode="auto">
          <a:xfrm>
            <a:off x="-11113" y="1588"/>
            <a:ext cx="3003551" cy="6862762"/>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latin typeface="Calibri" panose="020F0502020204030204" pitchFamily="34" charset="0"/>
              <a:sym typeface="Calibri" panose="020F0502020204030204" pitchFamily="34" charset="0"/>
            </a:endParaRPr>
          </a:p>
        </p:txBody>
      </p:sp>
      <p:sp>
        <p:nvSpPr>
          <p:cNvPr id="4099" name="文本框 52">
            <a:extLst>
              <a:ext uri="{FF2B5EF4-FFF2-40B4-BE49-F238E27FC236}">
                <a16:creationId xmlns:a16="http://schemas.microsoft.com/office/drawing/2014/main" id="{3F6DC292-7588-E7DA-4135-81B7FE3CF055}"/>
              </a:ext>
            </a:extLst>
          </p:cNvPr>
          <p:cNvSpPr>
            <a:spLocks noChangeArrowheads="1"/>
          </p:cNvSpPr>
          <p:nvPr/>
        </p:nvSpPr>
        <p:spPr bwMode="auto">
          <a:xfrm>
            <a:off x="301625" y="1408113"/>
            <a:ext cx="2376488"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 typeface="Arial" charset="0"/>
              <a:buNone/>
              <a:defRPr/>
            </a:pPr>
            <a:r>
              <a:rPr lang="zh-CN" altLang="en-US" sz="4000" b="1" dirty="0">
                <a:solidFill>
                  <a:schemeClr val="bg1"/>
                </a:solidFill>
                <a:latin typeface="+mn-ea"/>
                <a:ea typeface="+mn-ea"/>
              </a:rPr>
              <a:t>目</a:t>
            </a:r>
            <a:endParaRPr lang="en-US" altLang="zh-CN" sz="4000" b="1" dirty="0">
              <a:solidFill>
                <a:schemeClr val="bg1"/>
              </a:solidFill>
              <a:latin typeface="+mn-ea"/>
              <a:ea typeface="+mn-ea"/>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endParaRPr lang="en-US" altLang="zh-CN" sz="4000" b="1" dirty="0">
              <a:solidFill>
                <a:schemeClr val="bg1"/>
              </a:solidFill>
              <a:latin typeface="宋体" pitchFamily="2" charset="-122"/>
            </a:endParaRPr>
          </a:p>
          <a:p>
            <a:pPr algn="ctr">
              <a:buFont typeface="Arial" charset="0"/>
              <a:buNone/>
              <a:defRPr/>
            </a:pPr>
            <a:r>
              <a:rPr lang="zh-CN" altLang="en-US" sz="4000" b="1" dirty="0">
                <a:solidFill>
                  <a:schemeClr val="bg1"/>
                </a:solidFill>
                <a:latin typeface="+mn-ea"/>
                <a:ea typeface="+mn-ea"/>
              </a:rPr>
              <a:t>录</a:t>
            </a:r>
          </a:p>
        </p:txBody>
      </p:sp>
      <p:sp>
        <p:nvSpPr>
          <p:cNvPr id="4100" name="TextBox 11">
            <a:extLst>
              <a:ext uri="{FF2B5EF4-FFF2-40B4-BE49-F238E27FC236}">
                <a16:creationId xmlns:a16="http://schemas.microsoft.com/office/drawing/2014/main" id="{D2B310F5-CFFD-C990-39A8-7E0B8743C932}"/>
              </a:ext>
            </a:extLst>
          </p:cNvPr>
          <p:cNvSpPr>
            <a:spLocks noChangeArrowheads="1"/>
          </p:cNvSpPr>
          <p:nvPr/>
        </p:nvSpPr>
        <p:spPr bwMode="auto">
          <a:xfrm>
            <a:off x="4167188" y="4154488"/>
            <a:ext cx="66960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3600" b="1">
                <a:solidFill>
                  <a:srgbClr val="CD1F06"/>
                </a:solidFill>
                <a:latin typeface="宋体" panose="02010600030101010101" pitchFamily="2" charset="-122"/>
                <a:sym typeface="Impact" panose="020B0806030902050204" pitchFamily="34" charset="0"/>
              </a:rPr>
              <a:t>0</a:t>
            </a:r>
            <a:r>
              <a:rPr lang="en-US" altLang="zh-CN" sz="3600" b="1">
                <a:solidFill>
                  <a:srgbClr val="CD1F06"/>
                </a:solidFill>
                <a:latin typeface="宋体" panose="02010600030101010101" pitchFamily="2" charset="-122"/>
                <a:sym typeface="Impact" panose="020B0806030902050204" pitchFamily="34" charset="0"/>
              </a:rPr>
              <a:t>3</a:t>
            </a:r>
            <a:r>
              <a:rPr lang="zh-CN" altLang="en-US" sz="3600" b="1">
                <a:solidFill>
                  <a:schemeClr val="accent2"/>
                </a:solidFill>
                <a:latin typeface="宋体" panose="02010600030101010101" pitchFamily="2" charset="-122"/>
                <a:sym typeface="Impact" panose="020B0806030902050204" pitchFamily="34" charset="0"/>
              </a:rPr>
              <a:t> </a:t>
            </a:r>
            <a:r>
              <a:rPr lang="zh-CN" altLang="en-US" sz="3600" b="1">
                <a:latin typeface="宋体" panose="02010600030101010101" pitchFamily="2" charset="-122"/>
                <a:sym typeface="Impact" panose="020B0806030902050204" pitchFamily="34" charset="0"/>
              </a:rPr>
              <a:t> </a:t>
            </a:r>
            <a:r>
              <a:rPr lang="zh-CN" altLang="en-US" sz="3600" b="1">
                <a:solidFill>
                  <a:srgbClr val="002060"/>
                </a:solidFill>
                <a:latin typeface="宋体" panose="02010600030101010101" pitchFamily="2" charset="-122"/>
                <a:sym typeface="Impact" panose="020B0806030902050204" pitchFamily="34" charset="0"/>
              </a:rPr>
              <a:t>数据库应用开发</a:t>
            </a:r>
            <a:endParaRPr lang="zh-CN" altLang="en-US" sz="3600" b="1">
              <a:solidFill>
                <a:srgbClr val="002060"/>
              </a:solidFill>
              <a:latin typeface="宋体" panose="02010600030101010101" pitchFamily="2" charset="-122"/>
            </a:endParaRPr>
          </a:p>
        </p:txBody>
      </p:sp>
      <p:sp>
        <p:nvSpPr>
          <p:cNvPr id="4101" name="TextBox 10">
            <a:extLst>
              <a:ext uri="{FF2B5EF4-FFF2-40B4-BE49-F238E27FC236}">
                <a16:creationId xmlns:a16="http://schemas.microsoft.com/office/drawing/2014/main" id="{BC5049AD-F287-8034-C0C5-E0FBBA03B0FB}"/>
              </a:ext>
            </a:extLst>
          </p:cNvPr>
          <p:cNvSpPr>
            <a:spLocks noChangeArrowheads="1"/>
          </p:cNvSpPr>
          <p:nvPr/>
        </p:nvSpPr>
        <p:spPr bwMode="auto">
          <a:xfrm>
            <a:off x="4168775" y="1806575"/>
            <a:ext cx="66960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3600" b="1">
                <a:solidFill>
                  <a:srgbClr val="CD1F06"/>
                </a:solidFill>
                <a:latin typeface="宋体" panose="02010600030101010101" pitchFamily="2" charset="-122"/>
                <a:sym typeface="Impact" panose="020B0806030902050204" pitchFamily="34" charset="0"/>
              </a:rPr>
              <a:t>0</a:t>
            </a:r>
            <a:r>
              <a:rPr lang="en-US" altLang="zh-CN" sz="3600" b="1">
                <a:solidFill>
                  <a:srgbClr val="CD1F06"/>
                </a:solidFill>
                <a:latin typeface="宋体" panose="02010600030101010101" pitchFamily="2" charset="-122"/>
                <a:sym typeface="Impact" panose="020B0806030902050204" pitchFamily="34" charset="0"/>
              </a:rPr>
              <a:t>1</a:t>
            </a:r>
            <a:r>
              <a:rPr lang="zh-CN" altLang="en-US" sz="3600" b="1">
                <a:solidFill>
                  <a:srgbClr val="CD1F06"/>
                </a:solidFill>
                <a:latin typeface="宋体" panose="02010600030101010101" pitchFamily="2" charset="-122"/>
                <a:sym typeface="Impact" panose="020B0806030902050204" pitchFamily="34" charset="0"/>
              </a:rPr>
              <a:t>  </a:t>
            </a:r>
            <a:r>
              <a:rPr lang="zh-CN" altLang="en-US" sz="3600" b="1">
                <a:solidFill>
                  <a:srgbClr val="002060"/>
                </a:solidFill>
                <a:latin typeface="宋体" panose="02010600030101010101" pitchFamily="2" charset="-122"/>
                <a:sym typeface="Impact" panose="020B0806030902050204" pitchFamily="34" charset="0"/>
              </a:rPr>
              <a:t>数据库应用结构</a:t>
            </a:r>
            <a:endParaRPr lang="zh-CN" altLang="en-US" sz="3600" b="1">
              <a:solidFill>
                <a:srgbClr val="002060"/>
              </a:solidFill>
              <a:latin typeface="宋体" panose="02010600030101010101" pitchFamily="2" charset="-122"/>
            </a:endParaRPr>
          </a:p>
        </p:txBody>
      </p:sp>
      <p:sp>
        <p:nvSpPr>
          <p:cNvPr id="4102" name="TextBox 10">
            <a:extLst>
              <a:ext uri="{FF2B5EF4-FFF2-40B4-BE49-F238E27FC236}">
                <a16:creationId xmlns:a16="http://schemas.microsoft.com/office/drawing/2014/main" id="{20262CB5-98BE-A5EA-C04F-E892FB166535}"/>
              </a:ext>
            </a:extLst>
          </p:cNvPr>
          <p:cNvSpPr>
            <a:spLocks noChangeArrowheads="1"/>
          </p:cNvSpPr>
          <p:nvPr/>
        </p:nvSpPr>
        <p:spPr bwMode="auto">
          <a:xfrm>
            <a:off x="4167188" y="3001963"/>
            <a:ext cx="66960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3600" b="1">
                <a:solidFill>
                  <a:srgbClr val="CD1F06"/>
                </a:solidFill>
                <a:latin typeface="宋体" panose="02010600030101010101" pitchFamily="2" charset="-122"/>
                <a:sym typeface="Impact" panose="020B0806030902050204" pitchFamily="34" charset="0"/>
              </a:rPr>
              <a:t>0</a:t>
            </a:r>
            <a:r>
              <a:rPr lang="en-US" altLang="zh-CN" sz="3600" b="1">
                <a:solidFill>
                  <a:srgbClr val="CD1F06"/>
                </a:solidFill>
                <a:latin typeface="宋体" panose="02010600030101010101" pitchFamily="2" charset="-122"/>
                <a:sym typeface="Impact" panose="020B0806030902050204" pitchFamily="34" charset="0"/>
              </a:rPr>
              <a:t>2  </a:t>
            </a:r>
            <a:r>
              <a:rPr lang="zh-CN" altLang="en-US" sz="3600" b="1">
                <a:solidFill>
                  <a:srgbClr val="002060"/>
                </a:solidFill>
                <a:latin typeface="宋体" panose="02010600030101010101" pitchFamily="2" charset="-122"/>
                <a:sym typeface="Impact" panose="020B0806030902050204" pitchFamily="34" charset="0"/>
              </a:rPr>
              <a:t>数据连接技术</a:t>
            </a:r>
            <a:endParaRPr lang="zh-CN" altLang="en-US" sz="3600" b="1">
              <a:solidFill>
                <a:srgbClr val="002060"/>
              </a:solidFill>
              <a:latin typeface="宋体" panose="02010600030101010101" pitchFamily="2" charset="-122"/>
            </a:endParaRPr>
          </a:p>
        </p:txBody>
      </p:sp>
      <p:sp>
        <p:nvSpPr>
          <p:cNvPr id="8" name="TextBox 6">
            <a:extLst>
              <a:ext uri="{FF2B5EF4-FFF2-40B4-BE49-F238E27FC236}">
                <a16:creationId xmlns:a16="http://schemas.microsoft.com/office/drawing/2014/main" id="{9252691D-1C5A-47A4-AE1A-4A5600E8FF1B}"/>
              </a:ext>
            </a:extLst>
          </p:cNvPr>
          <p:cNvSpPr>
            <a:spLocks noChangeArrowheads="1"/>
          </p:cNvSpPr>
          <p:nvPr/>
        </p:nvSpPr>
        <p:spPr bwMode="auto">
          <a:xfrm>
            <a:off x="2992438" y="115888"/>
            <a:ext cx="54102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第</a:t>
            </a:r>
            <a:r>
              <a:rPr lang="en-US" altLang="zh-CN" sz="4000" b="1" dirty="0">
                <a:solidFill>
                  <a:schemeClr val="bg1"/>
                </a:solidFill>
                <a:latin typeface="+mn-ea"/>
                <a:ea typeface="+mn-ea"/>
                <a:sym typeface="Impact" pitchFamily="34" charset="0"/>
              </a:rPr>
              <a:t>14</a:t>
            </a:r>
            <a:r>
              <a:rPr lang="zh-CN" altLang="en-US" sz="4000" b="1" dirty="0">
                <a:solidFill>
                  <a:schemeClr val="bg1"/>
                </a:solidFill>
                <a:latin typeface="+mn-ea"/>
                <a:ea typeface="+mn-ea"/>
                <a:sym typeface="Impact" pitchFamily="34" charset="0"/>
              </a:rPr>
              <a:t>章 数据库应用</a:t>
            </a:r>
            <a:endParaRPr lang="zh-CN" altLang="en-US" sz="4000" b="1" dirty="0">
              <a:solidFill>
                <a:schemeClr val="bg1"/>
              </a:solidFill>
              <a:latin typeface="+mn-ea"/>
              <a:ea typeface="+mn-ea"/>
            </a:endParaRPr>
          </a:p>
        </p:txBody>
      </p:sp>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52290FD-008D-9A07-4415-F5D1BE1179A3}"/>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数据库应用结构 </a:t>
            </a:r>
            <a:endParaRPr lang="zh-CN" altLang="en-US" sz="4000" b="1" dirty="0">
              <a:solidFill>
                <a:schemeClr val="bg1"/>
              </a:solidFill>
              <a:latin typeface="+mn-ea"/>
              <a:ea typeface="+mn-ea"/>
            </a:endParaRPr>
          </a:p>
        </p:txBody>
      </p:sp>
      <p:sp>
        <p:nvSpPr>
          <p:cNvPr id="28" name="Text Box 5">
            <a:extLst>
              <a:ext uri="{FF2B5EF4-FFF2-40B4-BE49-F238E27FC236}">
                <a16:creationId xmlns:a16="http://schemas.microsoft.com/office/drawing/2014/main" id="{148B262E-C971-3148-3B1F-4FC0313B8448}"/>
              </a:ext>
            </a:extLst>
          </p:cNvPr>
          <p:cNvSpPr txBox="1">
            <a:spLocks noChangeArrowheads="1"/>
          </p:cNvSpPr>
          <p:nvPr/>
        </p:nvSpPr>
        <p:spPr bwMode="auto">
          <a:xfrm>
            <a:off x="987425" y="1700213"/>
            <a:ext cx="10512425" cy="300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rgbClr val="32C6CA"/>
              </a:buClr>
              <a:buSzPct val="80000"/>
              <a:buFont typeface="Wingdings" pitchFamily="2" charset="2"/>
              <a:buNone/>
              <a:defRPr/>
            </a:pPr>
            <a:r>
              <a:rPr kumimoji="1" lang="en-US" altLang="zh-CN" sz="3200"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一个完整的数据库应用系统在逻辑上包括用户界面和数据库访问链路，数据库在</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C/S</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或</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B/S</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双层结构中位于服务器端，构成整个数据库应用系统的后端数据库，满足客户端连接数据库和存储数据的需要，它并不具备图形用户界面的设计功能，常见的结构如下：</a:t>
            </a:r>
            <a:endPar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endParaRPr>
          </a:p>
          <a:p>
            <a:pPr eaLnBrk="1" hangingPunct="1">
              <a:lnSpc>
                <a:spcPct val="110000"/>
              </a:lnSpc>
              <a:buClr>
                <a:srgbClr val="32C6CA"/>
              </a:buClr>
              <a:buSzPct val="80000"/>
              <a:buFont typeface="Wingdings" pitchFamily="2" charset="2"/>
              <a:buNone/>
              <a:defRPr/>
            </a:pPr>
            <a:endPar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endParaRPr>
          </a:p>
        </p:txBody>
      </p:sp>
      <p:sp>
        <p:nvSpPr>
          <p:cNvPr id="29" name="Rectangle 4">
            <a:extLst>
              <a:ext uri="{FF2B5EF4-FFF2-40B4-BE49-F238E27FC236}">
                <a16:creationId xmlns:a16="http://schemas.microsoft.com/office/drawing/2014/main" id="{6BE8A883-4E62-64AB-F1A1-271D9AF3302D}"/>
              </a:ext>
            </a:extLst>
          </p:cNvPr>
          <p:cNvSpPr>
            <a:spLocks noChangeArrowheads="1"/>
          </p:cNvSpPr>
          <p:nvPr/>
        </p:nvSpPr>
        <p:spPr bwMode="auto">
          <a:xfrm>
            <a:off x="1892300" y="4437063"/>
            <a:ext cx="5646738" cy="147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40000"/>
              </a:lnSpc>
              <a:buClr>
                <a:srgbClr val="0070C0"/>
              </a:buClr>
              <a:buFont typeface="Wingdings" pitchFamily="2" charset="2"/>
              <a:buChar char="Ø"/>
              <a:defRPr/>
            </a:pPr>
            <a:r>
              <a:rPr kumimoji="1" lang="zh-CN" altLang="en-US" sz="3600"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客户</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服务器结构（</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 C/S </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结构） </a:t>
            </a:r>
          </a:p>
          <a:p>
            <a:pPr eaLnBrk="1" hangingPunct="1">
              <a:lnSpc>
                <a:spcPct val="140000"/>
              </a:lnSpc>
              <a:buClr>
                <a:srgbClr val="0070C0"/>
              </a:buClr>
              <a:buFont typeface="Wingdings" pitchFamily="2" charset="2"/>
              <a:buChar char="Ø"/>
              <a:defRPr/>
            </a:pP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 互联网应用结构（</a:t>
            </a:r>
            <a:r>
              <a:rPr lang="en-US" altLang="zh-CN" sz="2800" b="1" dirty="0">
                <a:solidFill>
                  <a:srgbClr val="002060"/>
                </a:solidFill>
                <a:effectLst>
                  <a:outerShdw blurRad="38100" dist="38100" dir="2700000" algn="tl">
                    <a:srgbClr val="C0C0C0"/>
                  </a:outerShdw>
                </a:effectLst>
                <a:latin typeface="仿宋_GB2312" pitchFamily="49" charset="-122"/>
                <a:ea typeface="仿宋_GB2312" pitchFamily="49" charset="-122"/>
              </a:rPr>
              <a:t> B/S </a:t>
            </a:r>
            <a:r>
              <a:rPr lang="zh-CN" altLang="en-US" sz="2800" b="1" dirty="0">
                <a:solidFill>
                  <a:srgbClr val="002060"/>
                </a:solidFill>
                <a:effectLst>
                  <a:outerShdw blurRad="38100" dist="38100" dir="2700000" algn="tl">
                    <a:srgbClr val="C0C0C0"/>
                  </a:outerShdw>
                </a:effectLst>
                <a:latin typeface="仿宋_GB2312" pitchFamily="49" charset="-122"/>
                <a:ea typeface="仿宋_GB2312" pitchFamily="49" charset="-122"/>
              </a:rPr>
              <a:t>结构） </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C565F803-A309-BF2E-1829-75BB824F7D80}"/>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数据库应用结构 </a:t>
            </a:r>
            <a:endParaRPr lang="zh-CN" altLang="en-US" sz="4000" b="1" dirty="0">
              <a:solidFill>
                <a:schemeClr val="bg1"/>
              </a:solidFill>
              <a:latin typeface="+mn-ea"/>
              <a:ea typeface="+mn-ea"/>
            </a:endParaRPr>
          </a:p>
        </p:txBody>
      </p:sp>
      <p:sp>
        <p:nvSpPr>
          <p:cNvPr id="5" name="Rectangle 3">
            <a:extLst>
              <a:ext uri="{FF2B5EF4-FFF2-40B4-BE49-F238E27FC236}">
                <a16:creationId xmlns:a16="http://schemas.microsoft.com/office/drawing/2014/main" id="{ACD07812-A5FB-A150-AC55-FB4F3995B503}"/>
              </a:ext>
            </a:extLst>
          </p:cNvPr>
          <p:cNvSpPr txBox="1">
            <a:spLocks noChangeArrowheads="1"/>
          </p:cNvSpPr>
          <p:nvPr/>
        </p:nvSpPr>
        <p:spPr>
          <a:xfrm>
            <a:off x="2781300" y="1131888"/>
            <a:ext cx="5203825" cy="54927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marL="0" indent="0" eaLnBrk="1" hangingPunct="1">
              <a:buFontTx/>
              <a:buNone/>
              <a:defRPr/>
            </a:pPr>
            <a:r>
              <a:rPr lang="zh-CN" altLang="en-US" sz="3600" b="1" kern="0" dirty="0">
                <a:solidFill>
                  <a:srgbClr val="002060"/>
                </a:solidFill>
                <a:effectLst>
                  <a:outerShdw blurRad="38100" dist="38100" dir="2700000" algn="tl">
                    <a:srgbClr val="C0C0C0"/>
                  </a:outerShdw>
                </a:effectLst>
              </a:rPr>
              <a:t>客户</a:t>
            </a:r>
            <a:r>
              <a:rPr lang="en-US" altLang="zh-CN" sz="3600" b="1" kern="0" dirty="0">
                <a:solidFill>
                  <a:srgbClr val="002060"/>
                </a:solidFill>
                <a:effectLst>
                  <a:outerShdw blurRad="38100" dist="38100" dir="2700000" algn="tl">
                    <a:srgbClr val="C0C0C0"/>
                  </a:outerShdw>
                </a:effectLst>
              </a:rPr>
              <a:t>/</a:t>
            </a:r>
            <a:r>
              <a:rPr lang="zh-CN" altLang="en-US" sz="3600" b="1" kern="0" dirty="0">
                <a:solidFill>
                  <a:srgbClr val="002060"/>
                </a:solidFill>
                <a:effectLst>
                  <a:outerShdw blurRad="38100" dist="38100" dir="2700000" algn="tl">
                    <a:srgbClr val="C0C0C0"/>
                  </a:outerShdw>
                </a:effectLst>
              </a:rPr>
              <a:t>服务器结构</a:t>
            </a:r>
          </a:p>
        </p:txBody>
      </p:sp>
      <p:sp>
        <p:nvSpPr>
          <p:cNvPr id="6148" name="AutoShape 5">
            <a:extLst>
              <a:ext uri="{FF2B5EF4-FFF2-40B4-BE49-F238E27FC236}">
                <a16:creationId xmlns:a16="http://schemas.microsoft.com/office/drawing/2014/main" id="{AA2EE5FC-B722-90FB-7F7F-A3BC35BA04DB}"/>
              </a:ext>
            </a:extLst>
          </p:cNvPr>
          <p:cNvSpPr>
            <a:spLocks noChangeArrowheads="1"/>
          </p:cNvSpPr>
          <p:nvPr/>
        </p:nvSpPr>
        <p:spPr bwMode="auto">
          <a:xfrm>
            <a:off x="7958138" y="2903538"/>
            <a:ext cx="1381125" cy="433387"/>
          </a:xfrm>
          <a:prstGeom prst="flowChartPredefinedProcess">
            <a:avLst/>
          </a:prstGeom>
          <a:solidFill>
            <a:srgbClr val="FFFFFF"/>
          </a:solidFill>
          <a:ln w="9525">
            <a:solidFill>
              <a:srgbClr val="000000"/>
            </a:solidFill>
            <a:miter lim="800000"/>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zh-CN" sz="1400">
              <a:latin typeface="Times New Roman" panose="02020603050405020304" pitchFamily="18" charset="0"/>
            </a:endParaRPr>
          </a:p>
        </p:txBody>
      </p:sp>
      <p:sp>
        <p:nvSpPr>
          <p:cNvPr id="6149" name="AutoShape 6">
            <a:extLst>
              <a:ext uri="{FF2B5EF4-FFF2-40B4-BE49-F238E27FC236}">
                <a16:creationId xmlns:a16="http://schemas.microsoft.com/office/drawing/2014/main" id="{BAA3DDD6-B304-3F19-C260-B49FEA1B8539}"/>
              </a:ext>
            </a:extLst>
          </p:cNvPr>
          <p:cNvSpPr>
            <a:spLocks noChangeArrowheads="1"/>
          </p:cNvSpPr>
          <p:nvPr/>
        </p:nvSpPr>
        <p:spPr bwMode="auto">
          <a:xfrm>
            <a:off x="2036763" y="3913188"/>
            <a:ext cx="1068387" cy="842962"/>
          </a:xfrm>
          <a:prstGeom prst="can">
            <a:avLst>
              <a:gd name="adj" fmla="val 35574"/>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zh-CN" sz="1400">
              <a:latin typeface="Times New Roman" panose="02020603050405020304" pitchFamily="18" charset="0"/>
            </a:endParaRPr>
          </a:p>
        </p:txBody>
      </p:sp>
      <p:sp>
        <p:nvSpPr>
          <p:cNvPr id="9" name="Text Box 7">
            <a:extLst>
              <a:ext uri="{FF2B5EF4-FFF2-40B4-BE49-F238E27FC236}">
                <a16:creationId xmlns:a16="http://schemas.microsoft.com/office/drawing/2014/main" id="{D5310190-6B33-F0D1-2B49-6A4E1A662AE3}"/>
              </a:ext>
            </a:extLst>
          </p:cNvPr>
          <p:cNvSpPr txBox="1">
            <a:spLocks noChangeArrowheads="1"/>
          </p:cNvSpPr>
          <p:nvPr/>
        </p:nvSpPr>
        <p:spPr bwMode="auto">
          <a:xfrm>
            <a:off x="3616325" y="2062163"/>
            <a:ext cx="10350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buFont typeface="Arial" charset="0"/>
              <a:buNone/>
              <a:defRPr/>
            </a:pPr>
            <a:r>
              <a:rPr lang="zh-CN" altLang="en-US" sz="2000">
                <a:solidFill>
                  <a:srgbClr val="CC0000"/>
                </a:solidFill>
                <a:effectLst>
                  <a:outerShdw blurRad="38100" dist="38100" dir="2700000" algn="tl">
                    <a:srgbClr val="C0C0C0"/>
                  </a:outerShdw>
                </a:effectLst>
                <a:latin typeface="Arial" charset="0"/>
                <a:ea typeface="黑体" pitchFamily="2" charset="-122"/>
              </a:rPr>
              <a:t>服务器</a:t>
            </a:r>
          </a:p>
        </p:txBody>
      </p:sp>
      <p:sp>
        <p:nvSpPr>
          <p:cNvPr id="10" name="Line 8">
            <a:extLst>
              <a:ext uri="{FF2B5EF4-FFF2-40B4-BE49-F238E27FC236}">
                <a16:creationId xmlns:a16="http://schemas.microsoft.com/office/drawing/2014/main" id="{9C0B0497-DA68-25AB-DADC-4B389963B0DA}"/>
              </a:ext>
            </a:extLst>
          </p:cNvPr>
          <p:cNvSpPr>
            <a:spLocks noChangeShapeType="1"/>
          </p:cNvSpPr>
          <p:nvPr/>
        </p:nvSpPr>
        <p:spPr bwMode="auto">
          <a:xfrm flipH="1">
            <a:off x="4602163" y="3240088"/>
            <a:ext cx="2368550" cy="3365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11" name="Line 9">
            <a:extLst>
              <a:ext uri="{FF2B5EF4-FFF2-40B4-BE49-F238E27FC236}">
                <a16:creationId xmlns:a16="http://schemas.microsoft.com/office/drawing/2014/main" id="{7481E0CF-98A9-680B-B4A1-C5D88418649B}"/>
              </a:ext>
            </a:extLst>
          </p:cNvPr>
          <p:cNvSpPr>
            <a:spLocks noChangeShapeType="1"/>
          </p:cNvSpPr>
          <p:nvPr/>
        </p:nvSpPr>
        <p:spPr bwMode="auto">
          <a:xfrm>
            <a:off x="4602163" y="4251325"/>
            <a:ext cx="2368550" cy="11779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12" name="Line 10">
            <a:extLst>
              <a:ext uri="{FF2B5EF4-FFF2-40B4-BE49-F238E27FC236}">
                <a16:creationId xmlns:a16="http://schemas.microsoft.com/office/drawing/2014/main" id="{CC59C2B7-35BA-D5A1-9A3D-F1B747E1771E}"/>
              </a:ext>
            </a:extLst>
          </p:cNvPr>
          <p:cNvSpPr>
            <a:spLocks noChangeShapeType="1"/>
          </p:cNvSpPr>
          <p:nvPr/>
        </p:nvSpPr>
        <p:spPr bwMode="auto">
          <a:xfrm>
            <a:off x="4602163" y="3913188"/>
            <a:ext cx="2368550" cy="3381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13" name="Text Box 11">
            <a:extLst>
              <a:ext uri="{FF2B5EF4-FFF2-40B4-BE49-F238E27FC236}">
                <a16:creationId xmlns:a16="http://schemas.microsoft.com/office/drawing/2014/main" id="{7A2527A1-DBA2-5EEF-B19F-9FEB392C0024}"/>
              </a:ext>
            </a:extLst>
          </p:cNvPr>
          <p:cNvSpPr txBox="1">
            <a:spLocks noChangeArrowheads="1"/>
          </p:cNvSpPr>
          <p:nvPr/>
        </p:nvSpPr>
        <p:spPr bwMode="auto">
          <a:xfrm>
            <a:off x="6159500" y="2895600"/>
            <a:ext cx="614363"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a:buFont typeface="Arial" charset="0"/>
              <a:buNone/>
              <a:defRPr/>
            </a:pPr>
            <a:r>
              <a:rPr lang="zh-CN" altLang="en-US">
                <a:solidFill>
                  <a:srgbClr val="CC0000"/>
                </a:solidFill>
                <a:effectLst>
                  <a:outerShdw blurRad="38100" dist="38100" dir="2700000" algn="tl">
                    <a:srgbClr val="C0C0C0"/>
                  </a:outerShdw>
                </a:effectLst>
                <a:latin typeface="Arial" charset="0"/>
                <a:ea typeface="黑体" pitchFamily="2" charset="-122"/>
              </a:rPr>
              <a:t>请求</a:t>
            </a:r>
          </a:p>
        </p:txBody>
      </p:sp>
      <p:sp>
        <p:nvSpPr>
          <p:cNvPr id="14" name="Text Box 12">
            <a:extLst>
              <a:ext uri="{FF2B5EF4-FFF2-40B4-BE49-F238E27FC236}">
                <a16:creationId xmlns:a16="http://schemas.microsoft.com/office/drawing/2014/main" id="{A7BE8B14-FA95-C7AB-FE42-A359D7DFA80F}"/>
              </a:ext>
            </a:extLst>
          </p:cNvPr>
          <p:cNvSpPr txBox="1">
            <a:spLocks noChangeArrowheads="1"/>
          </p:cNvSpPr>
          <p:nvPr/>
        </p:nvSpPr>
        <p:spPr bwMode="auto">
          <a:xfrm>
            <a:off x="6159500" y="3400425"/>
            <a:ext cx="614363"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a:buFont typeface="Arial" charset="0"/>
              <a:buNone/>
              <a:defRPr/>
            </a:pPr>
            <a:r>
              <a:rPr lang="zh-CN" altLang="en-US">
                <a:solidFill>
                  <a:srgbClr val="CC0000"/>
                </a:solidFill>
                <a:effectLst>
                  <a:outerShdw blurRad="38100" dist="38100" dir="2700000" algn="tl">
                    <a:srgbClr val="C0C0C0"/>
                  </a:outerShdw>
                </a:effectLst>
                <a:latin typeface="Arial" charset="0"/>
                <a:ea typeface="黑体" pitchFamily="2" charset="-122"/>
              </a:rPr>
              <a:t>结果</a:t>
            </a:r>
          </a:p>
        </p:txBody>
      </p:sp>
      <p:sp>
        <p:nvSpPr>
          <p:cNvPr id="15" name="Line 13">
            <a:extLst>
              <a:ext uri="{FF2B5EF4-FFF2-40B4-BE49-F238E27FC236}">
                <a16:creationId xmlns:a16="http://schemas.microsoft.com/office/drawing/2014/main" id="{A4BC27A9-FFAC-3FC3-27CC-42C31915DC6E}"/>
              </a:ext>
            </a:extLst>
          </p:cNvPr>
          <p:cNvSpPr>
            <a:spLocks noChangeShapeType="1"/>
          </p:cNvSpPr>
          <p:nvPr/>
        </p:nvSpPr>
        <p:spPr bwMode="auto">
          <a:xfrm flipH="1">
            <a:off x="4800600" y="3240088"/>
            <a:ext cx="1182688" cy="168275"/>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16" name="Line 14">
            <a:extLst>
              <a:ext uri="{FF2B5EF4-FFF2-40B4-BE49-F238E27FC236}">
                <a16:creationId xmlns:a16="http://schemas.microsoft.com/office/drawing/2014/main" id="{F7C54231-456B-BBBC-2133-050BC1D11420}"/>
              </a:ext>
            </a:extLst>
          </p:cNvPr>
          <p:cNvSpPr>
            <a:spLocks noChangeShapeType="1"/>
          </p:cNvSpPr>
          <p:nvPr/>
        </p:nvSpPr>
        <p:spPr bwMode="auto">
          <a:xfrm flipV="1">
            <a:off x="4800600" y="3576638"/>
            <a:ext cx="1182688" cy="168275"/>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17" name="Text Box 15">
            <a:extLst>
              <a:ext uri="{FF2B5EF4-FFF2-40B4-BE49-F238E27FC236}">
                <a16:creationId xmlns:a16="http://schemas.microsoft.com/office/drawing/2014/main" id="{0B040C1A-E745-00FD-C086-7C1F6EF20C6E}"/>
              </a:ext>
            </a:extLst>
          </p:cNvPr>
          <p:cNvSpPr txBox="1">
            <a:spLocks noChangeArrowheads="1"/>
          </p:cNvSpPr>
          <p:nvPr/>
        </p:nvSpPr>
        <p:spPr bwMode="auto">
          <a:xfrm>
            <a:off x="7861300" y="2559050"/>
            <a:ext cx="806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solidFill>
                  <a:srgbClr val="CC0000"/>
                </a:solidFill>
                <a:effectLst>
                  <a:outerShdw blurRad="38100" dist="38100" dir="2700000" algn="tl">
                    <a:srgbClr val="C0C0C0"/>
                  </a:outerShdw>
                </a:effectLst>
                <a:latin typeface="黑体" pitchFamily="2" charset="-122"/>
                <a:ea typeface="黑体" pitchFamily="2" charset="-122"/>
              </a:rPr>
              <a:t>工作站</a:t>
            </a:r>
            <a:r>
              <a:rPr lang="en-US" altLang="zh-CN">
                <a:solidFill>
                  <a:srgbClr val="CC0000"/>
                </a:solidFill>
                <a:effectLst>
                  <a:outerShdw blurRad="38100" dist="38100" dir="2700000" algn="tl">
                    <a:srgbClr val="C0C0C0"/>
                  </a:outerShdw>
                </a:effectLst>
                <a:latin typeface="黑体" pitchFamily="2" charset="-122"/>
                <a:ea typeface="黑体" pitchFamily="2" charset="-122"/>
              </a:rPr>
              <a:t>1</a:t>
            </a:r>
          </a:p>
        </p:txBody>
      </p:sp>
      <p:sp>
        <p:nvSpPr>
          <p:cNvPr id="18" name="Text Box 16">
            <a:extLst>
              <a:ext uri="{FF2B5EF4-FFF2-40B4-BE49-F238E27FC236}">
                <a16:creationId xmlns:a16="http://schemas.microsoft.com/office/drawing/2014/main" id="{DA8B1506-6448-B7DD-EED0-EB091DE92F85}"/>
              </a:ext>
            </a:extLst>
          </p:cNvPr>
          <p:cNvSpPr txBox="1">
            <a:spLocks noChangeArrowheads="1"/>
          </p:cNvSpPr>
          <p:nvPr/>
        </p:nvSpPr>
        <p:spPr bwMode="auto">
          <a:xfrm>
            <a:off x="7861300" y="4914900"/>
            <a:ext cx="806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solidFill>
                  <a:srgbClr val="CC0000"/>
                </a:solidFill>
                <a:effectLst>
                  <a:outerShdw blurRad="38100" dist="38100" dir="2700000" algn="tl">
                    <a:srgbClr val="C0C0C0"/>
                  </a:outerShdw>
                </a:effectLst>
                <a:latin typeface="黑体" pitchFamily="2" charset="-122"/>
                <a:ea typeface="黑体" pitchFamily="2" charset="-122"/>
              </a:rPr>
              <a:t>工作站</a:t>
            </a:r>
            <a:r>
              <a:rPr lang="en-US" altLang="zh-CN">
                <a:solidFill>
                  <a:srgbClr val="CC0000"/>
                </a:solidFill>
                <a:effectLst>
                  <a:outerShdw blurRad="38100" dist="38100" dir="2700000" algn="tl">
                    <a:srgbClr val="C0C0C0"/>
                  </a:outerShdw>
                </a:effectLst>
                <a:latin typeface="黑体" pitchFamily="2" charset="-122"/>
                <a:ea typeface="黑体" pitchFamily="2" charset="-122"/>
              </a:rPr>
              <a:t>N</a:t>
            </a:r>
          </a:p>
        </p:txBody>
      </p:sp>
      <p:sp>
        <p:nvSpPr>
          <p:cNvPr id="19" name="Text Box 17">
            <a:extLst>
              <a:ext uri="{FF2B5EF4-FFF2-40B4-BE49-F238E27FC236}">
                <a16:creationId xmlns:a16="http://schemas.microsoft.com/office/drawing/2014/main" id="{43AD8AE6-02AC-038D-F6FD-5E8619507392}"/>
              </a:ext>
            </a:extLst>
          </p:cNvPr>
          <p:cNvSpPr txBox="1">
            <a:spLocks noChangeArrowheads="1"/>
          </p:cNvSpPr>
          <p:nvPr/>
        </p:nvSpPr>
        <p:spPr bwMode="auto">
          <a:xfrm>
            <a:off x="7861300" y="3744913"/>
            <a:ext cx="80645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solidFill>
                  <a:srgbClr val="CC0000"/>
                </a:solidFill>
                <a:effectLst>
                  <a:outerShdw blurRad="38100" dist="38100" dir="2700000" algn="tl">
                    <a:srgbClr val="C0C0C0"/>
                  </a:outerShdw>
                </a:effectLst>
                <a:latin typeface="黑体" pitchFamily="2" charset="-122"/>
                <a:ea typeface="黑体" pitchFamily="2" charset="-122"/>
              </a:rPr>
              <a:t>工作站</a:t>
            </a:r>
            <a:r>
              <a:rPr lang="en-US" altLang="zh-CN">
                <a:solidFill>
                  <a:srgbClr val="CC0000"/>
                </a:solidFill>
                <a:effectLst>
                  <a:outerShdw blurRad="38100" dist="38100" dir="2700000" algn="tl">
                    <a:srgbClr val="C0C0C0"/>
                  </a:outerShdw>
                </a:effectLst>
                <a:latin typeface="黑体" pitchFamily="2" charset="-122"/>
                <a:ea typeface="黑体" pitchFamily="2" charset="-122"/>
              </a:rPr>
              <a:t>2</a:t>
            </a:r>
          </a:p>
        </p:txBody>
      </p:sp>
      <p:sp>
        <p:nvSpPr>
          <p:cNvPr id="20" name="Text Box 18">
            <a:extLst>
              <a:ext uri="{FF2B5EF4-FFF2-40B4-BE49-F238E27FC236}">
                <a16:creationId xmlns:a16="http://schemas.microsoft.com/office/drawing/2014/main" id="{FCD8E432-9BAF-9701-515D-90A253082FA8}"/>
              </a:ext>
            </a:extLst>
          </p:cNvPr>
          <p:cNvSpPr txBox="1">
            <a:spLocks noChangeArrowheads="1"/>
          </p:cNvSpPr>
          <p:nvPr/>
        </p:nvSpPr>
        <p:spPr bwMode="auto">
          <a:xfrm>
            <a:off x="7129463" y="2062163"/>
            <a:ext cx="690562"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solidFill>
                  <a:srgbClr val="CC0000"/>
                </a:solidFill>
                <a:effectLst>
                  <a:outerShdw blurRad="38100" dist="38100" dir="2700000" algn="tl">
                    <a:srgbClr val="C0C0C0"/>
                  </a:outerShdw>
                </a:effectLst>
                <a:latin typeface="黑体" pitchFamily="2" charset="-122"/>
                <a:ea typeface="黑体" pitchFamily="2" charset="-122"/>
              </a:rPr>
              <a:t>客户端</a:t>
            </a:r>
          </a:p>
        </p:txBody>
      </p:sp>
      <p:pic>
        <p:nvPicPr>
          <p:cNvPr id="6162" name="Picture 20" descr="tu">
            <a:extLst>
              <a:ext uri="{FF2B5EF4-FFF2-40B4-BE49-F238E27FC236}">
                <a16:creationId xmlns:a16="http://schemas.microsoft.com/office/drawing/2014/main" id="{981A8F34-D02C-3242-0031-DB181FEE1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0713" y="2566988"/>
            <a:ext cx="8699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3" name="Picture 21" descr="tu">
            <a:extLst>
              <a:ext uri="{FF2B5EF4-FFF2-40B4-BE49-F238E27FC236}">
                <a16:creationId xmlns:a16="http://schemas.microsoft.com/office/drawing/2014/main" id="{B3EE756A-E0BA-DE15-5708-500AB73469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0713" y="4927600"/>
            <a:ext cx="8699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4" name="Picture 22" descr="tu">
            <a:extLst>
              <a:ext uri="{FF2B5EF4-FFF2-40B4-BE49-F238E27FC236}">
                <a16:creationId xmlns:a16="http://schemas.microsoft.com/office/drawing/2014/main" id="{21A5E615-FBBC-BF99-799B-86DF3CE8E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0713" y="3749675"/>
            <a:ext cx="8699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65" name="Group 23">
            <a:extLst>
              <a:ext uri="{FF2B5EF4-FFF2-40B4-BE49-F238E27FC236}">
                <a16:creationId xmlns:a16="http://schemas.microsoft.com/office/drawing/2014/main" id="{7368AD4D-7108-7E93-17DB-8B2EFBD416E1}"/>
              </a:ext>
            </a:extLst>
          </p:cNvPr>
          <p:cNvGrpSpPr>
            <a:grpSpLocks/>
          </p:cNvGrpSpPr>
          <p:nvPr/>
        </p:nvGrpSpPr>
        <p:grpSpPr bwMode="auto">
          <a:xfrm>
            <a:off x="3221038" y="2679700"/>
            <a:ext cx="1381125" cy="2581275"/>
            <a:chOff x="2378" y="694"/>
            <a:chExt cx="802" cy="1252"/>
          </a:xfrm>
        </p:grpSpPr>
        <p:grpSp>
          <p:nvGrpSpPr>
            <p:cNvPr id="6172" name="Group 24">
              <a:extLst>
                <a:ext uri="{FF2B5EF4-FFF2-40B4-BE49-F238E27FC236}">
                  <a16:creationId xmlns:a16="http://schemas.microsoft.com/office/drawing/2014/main" id="{D83F74D7-610B-D395-77C6-A4C02E25C703}"/>
                </a:ext>
              </a:extLst>
            </p:cNvPr>
            <p:cNvGrpSpPr>
              <a:grpSpLocks/>
            </p:cNvGrpSpPr>
            <p:nvPr/>
          </p:nvGrpSpPr>
          <p:grpSpPr bwMode="auto">
            <a:xfrm>
              <a:off x="2734" y="771"/>
              <a:ext cx="446" cy="1175"/>
              <a:chOff x="2734" y="771"/>
              <a:chExt cx="446" cy="1175"/>
            </a:xfrm>
          </p:grpSpPr>
          <p:sp>
            <p:nvSpPr>
              <p:cNvPr id="54" name="Freeform 25">
                <a:extLst>
                  <a:ext uri="{FF2B5EF4-FFF2-40B4-BE49-F238E27FC236}">
                    <a16:creationId xmlns:a16="http://schemas.microsoft.com/office/drawing/2014/main" id="{8078F81D-8D64-E481-5008-CAA495EB43FB}"/>
                  </a:ext>
                </a:extLst>
              </p:cNvPr>
              <p:cNvSpPr>
                <a:spLocks/>
              </p:cNvSpPr>
              <p:nvPr/>
            </p:nvSpPr>
            <p:spPr bwMode="auto">
              <a:xfrm>
                <a:off x="2734" y="771"/>
                <a:ext cx="446" cy="1175"/>
              </a:xfrm>
              <a:custGeom>
                <a:avLst/>
                <a:gdLst>
                  <a:gd name="T0" fmla="*/ 0 w 446"/>
                  <a:gd name="T1" fmla="*/ 196 h 1175"/>
                  <a:gd name="T2" fmla="*/ 0 w 446"/>
                  <a:gd name="T3" fmla="*/ 1175 h 1175"/>
                  <a:gd name="T4" fmla="*/ 446 w 446"/>
                  <a:gd name="T5" fmla="*/ 897 h 1175"/>
                  <a:gd name="T6" fmla="*/ 446 w 446"/>
                  <a:gd name="T7" fmla="*/ 0 h 1175"/>
                  <a:gd name="T8" fmla="*/ 0 w 446"/>
                  <a:gd name="T9" fmla="*/ 196 h 1175"/>
                </a:gdLst>
                <a:ahLst/>
                <a:cxnLst>
                  <a:cxn ang="0">
                    <a:pos x="T0" y="T1"/>
                  </a:cxn>
                  <a:cxn ang="0">
                    <a:pos x="T2" y="T3"/>
                  </a:cxn>
                  <a:cxn ang="0">
                    <a:pos x="T4" y="T5"/>
                  </a:cxn>
                  <a:cxn ang="0">
                    <a:pos x="T6" y="T7"/>
                  </a:cxn>
                  <a:cxn ang="0">
                    <a:pos x="T8" y="T9"/>
                  </a:cxn>
                </a:cxnLst>
                <a:rect l="0" t="0" r="r" b="b"/>
                <a:pathLst>
                  <a:path w="446" h="1175">
                    <a:moveTo>
                      <a:pt x="0" y="196"/>
                    </a:moveTo>
                    <a:lnTo>
                      <a:pt x="0" y="1175"/>
                    </a:lnTo>
                    <a:lnTo>
                      <a:pt x="446" y="897"/>
                    </a:lnTo>
                    <a:lnTo>
                      <a:pt x="446" y="0"/>
                    </a:lnTo>
                    <a:lnTo>
                      <a:pt x="0" y="196"/>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55" name="Freeform 26">
                <a:extLst>
                  <a:ext uri="{FF2B5EF4-FFF2-40B4-BE49-F238E27FC236}">
                    <a16:creationId xmlns:a16="http://schemas.microsoft.com/office/drawing/2014/main" id="{D04E58D3-5F93-7C14-A4A0-93DC46455221}"/>
                  </a:ext>
                </a:extLst>
              </p:cNvPr>
              <p:cNvSpPr>
                <a:spLocks/>
              </p:cNvSpPr>
              <p:nvPr/>
            </p:nvSpPr>
            <p:spPr bwMode="auto">
              <a:xfrm>
                <a:off x="2734" y="771"/>
                <a:ext cx="446" cy="1175"/>
              </a:xfrm>
              <a:custGeom>
                <a:avLst/>
                <a:gdLst>
                  <a:gd name="T0" fmla="*/ 0 w 446"/>
                  <a:gd name="T1" fmla="*/ 196 h 1175"/>
                  <a:gd name="T2" fmla="*/ 0 w 446"/>
                  <a:gd name="T3" fmla="*/ 1175 h 1175"/>
                  <a:gd name="T4" fmla="*/ 446 w 446"/>
                  <a:gd name="T5" fmla="*/ 897 h 1175"/>
                  <a:gd name="T6" fmla="*/ 446 w 446"/>
                  <a:gd name="T7" fmla="*/ 0 h 1175"/>
                  <a:gd name="T8" fmla="*/ 0 w 446"/>
                  <a:gd name="T9" fmla="*/ 196 h 1175"/>
                </a:gdLst>
                <a:ahLst/>
                <a:cxnLst>
                  <a:cxn ang="0">
                    <a:pos x="T0" y="T1"/>
                  </a:cxn>
                  <a:cxn ang="0">
                    <a:pos x="T2" y="T3"/>
                  </a:cxn>
                  <a:cxn ang="0">
                    <a:pos x="T4" y="T5"/>
                  </a:cxn>
                  <a:cxn ang="0">
                    <a:pos x="T6" y="T7"/>
                  </a:cxn>
                  <a:cxn ang="0">
                    <a:pos x="T8" y="T9"/>
                  </a:cxn>
                </a:cxnLst>
                <a:rect l="0" t="0" r="r" b="b"/>
                <a:pathLst>
                  <a:path w="446" h="1175">
                    <a:moveTo>
                      <a:pt x="0" y="196"/>
                    </a:moveTo>
                    <a:lnTo>
                      <a:pt x="0" y="1175"/>
                    </a:lnTo>
                    <a:lnTo>
                      <a:pt x="446" y="897"/>
                    </a:lnTo>
                    <a:lnTo>
                      <a:pt x="446" y="0"/>
                    </a:lnTo>
                    <a:lnTo>
                      <a:pt x="0" y="196"/>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nvGrpSpPr>
            <p:cNvPr id="6173" name="Group 27">
              <a:extLst>
                <a:ext uri="{FF2B5EF4-FFF2-40B4-BE49-F238E27FC236}">
                  <a16:creationId xmlns:a16="http://schemas.microsoft.com/office/drawing/2014/main" id="{C6379069-CDEA-FA47-4F5A-6122CD590A68}"/>
                </a:ext>
              </a:extLst>
            </p:cNvPr>
            <p:cNvGrpSpPr>
              <a:grpSpLocks/>
            </p:cNvGrpSpPr>
            <p:nvPr/>
          </p:nvGrpSpPr>
          <p:grpSpPr bwMode="auto">
            <a:xfrm>
              <a:off x="2383" y="884"/>
              <a:ext cx="351" cy="1062"/>
              <a:chOff x="2383" y="884"/>
              <a:chExt cx="351" cy="1062"/>
            </a:xfrm>
          </p:grpSpPr>
          <p:sp>
            <p:nvSpPr>
              <p:cNvPr id="52" name="Freeform 28">
                <a:extLst>
                  <a:ext uri="{FF2B5EF4-FFF2-40B4-BE49-F238E27FC236}">
                    <a16:creationId xmlns:a16="http://schemas.microsoft.com/office/drawing/2014/main" id="{FC03AF87-15B8-9A8A-FD84-516249E766C3}"/>
                  </a:ext>
                </a:extLst>
              </p:cNvPr>
              <p:cNvSpPr>
                <a:spLocks/>
              </p:cNvSpPr>
              <p:nvPr/>
            </p:nvSpPr>
            <p:spPr bwMode="auto">
              <a:xfrm>
                <a:off x="2383" y="884"/>
                <a:ext cx="351" cy="1062"/>
              </a:xfrm>
              <a:custGeom>
                <a:avLst/>
                <a:gdLst>
                  <a:gd name="T0" fmla="*/ 351 w 351"/>
                  <a:gd name="T1" fmla="*/ 84 h 1062"/>
                  <a:gd name="T2" fmla="*/ 351 w 351"/>
                  <a:gd name="T3" fmla="*/ 1062 h 1062"/>
                  <a:gd name="T4" fmla="*/ 1 w 351"/>
                  <a:gd name="T5" fmla="*/ 964 h 1062"/>
                  <a:gd name="T6" fmla="*/ 0 w 351"/>
                  <a:gd name="T7" fmla="*/ 0 h 1062"/>
                  <a:gd name="T8" fmla="*/ 351 w 351"/>
                  <a:gd name="T9" fmla="*/ 84 h 1062"/>
                </a:gdLst>
                <a:ahLst/>
                <a:cxnLst>
                  <a:cxn ang="0">
                    <a:pos x="T0" y="T1"/>
                  </a:cxn>
                  <a:cxn ang="0">
                    <a:pos x="T2" y="T3"/>
                  </a:cxn>
                  <a:cxn ang="0">
                    <a:pos x="T4" y="T5"/>
                  </a:cxn>
                  <a:cxn ang="0">
                    <a:pos x="T6" y="T7"/>
                  </a:cxn>
                  <a:cxn ang="0">
                    <a:pos x="T8" y="T9"/>
                  </a:cxn>
                </a:cxnLst>
                <a:rect l="0" t="0" r="r" b="b"/>
                <a:pathLst>
                  <a:path w="351" h="1062">
                    <a:moveTo>
                      <a:pt x="351" y="84"/>
                    </a:moveTo>
                    <a:lnTo>
                      <a:pt x="351" y="1062"/>
                    </a:lnTo>
                    <a:lnTo>
                      <a:pt x="1" y="964"/>
                    </a:lnTo>
                    <a:lnTo>
                      <a:pt x="0" y="0"/>
                    </a:lnTo>
                    <a:lnTo>
                      <a:pt x="351" y="8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53" name="Freeform 29">
                <a:extLst>
                  <a:ext uri="{FF2B5EF4-FFF2-40B4-BE49-F238E27FC236}">
                    <a16:creationId xmlns:a16="http://schemas.microsoft.com/office/drawing/2014/main" id="{37D93A22-C6D1-9CA2-5AA8-F5FC8797D9E4}"/>
                  </a:ext>
                </a:extLst>
              </p:cNvPr>
              <p:cNvSpPr>
                <a:spLocks/>
              </p:cNvSpPr>
              <p:nvPr/>
            </p:nvSpPr>
            <p:spPr bwMode="auto">
              <a:xfrm>
                <a:off x="2383" y="884"/>
                <a:ext cx="351" cy="1062"/>
              </a:xfrm>
              <a:custGeom>
                <a:avLst/>
                <a:gdLst>
                  <a:gd name="T0" fmla="*/ 351 w 351"/>
                  <a:gd name="T1" fmla="*/ 84 h 1062"/>
                  <a:gd name="T2" fmla="*/ 351 w 351"/>
                  <a:gd name="T3" fmla="*/ 1062 h 1062"/>
                  <a:gd name="T4" fmla="*/ 1 w 351"/>
                  <a:gd name="T5" fmla="*/ 964 h 1062"/>
                  <a:gd name="T6" fmla="*/ 0 w 351"/>
                  <a:gd name="T7" fmla="*/ 0 h 1062"/>
                  <a:gd name="T8" fmla="*/ 351 w 351"/>
                  <a:gd name="T9" fmla="*/ 84 h 1062"/>
                </a:gdLst>
                <a:ahLst/>
                <a:cxnLst>
                  <a:cxn ang="0">
                    <a:pos x="T0" y="T1"/>
                  </a:cxn>
                  <a:cxn ang="0">
                    <a:pos x="T2" y="T3"/>
                  </a:cxn>
                  <a:cxn ang="0">
                    <a:pos x="T4" y="T5"/>
                  </a:cxn>
                  <a:cxn ang="0">
                    <a:pos x="T6" y="T7"/>
                  </a:cxn>
                  <a:cxn ang="0">
                    <a:pos x="T8" y="T9"/>
                  </a:cxn>
                </a:cxnLst>
                <a:rect l="0" t="0" r="r" b="b"/>
                <a:pathLst>
                  <a:path w="351" h="1062">
                    <a:moveTo>
                      <a:pt x="351" y="84"/>
                    </a:moveTo>
                    <a:lnTo>
                      <a:pt x="351" y="1062"/>
                    </a:lnTo>
                    <a:lnTo>
                      <a:pt x="1" y="964"/>
                    </a:lnTo>
                    <a:lnTo>
                      <a:pt x="0" y="0"/>
                    </a:lnTo>
                    <a:lnTo>
                      <a:pt x="351" y="84"/>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nvGrpSpPr>
            <p:cNvPr id="6174" name="Group 30">
              <a:extLst>
                <a:ext uri="{FF2B5EF4-FFF2-40B4-BE49-F238E27FC236}">
                  <a16:creationId xmlns:a16="http://schemas.microsoft.com/office/drawing/2014/main" id="{2DAA88E0-223D-8C60-BF0E-2D258B135191}"/>
                </a:ext>
              </a:extLst>
            </p:cNvPr>
            <p:cNvGrpSpPr>
              <a:grpSpLocks/>
            </p:cNvGrpSpPr>
            <p:nvPr/>
          </p:nvGrpSpPr>
          <p:grpSpPr bwMode="auto">
            <a:xfrm>
              <a:off x="2425" y="950"/>
              <a:ext cx="253" cy="942"/>
              <a:chOff x="2425" y="950"/>
              <a:chExt cx="253" cy="942"/>
            </a:xfrm>
          </p:grpSpPr>
          <p:sp>
            <p:nvSpPr>
              <p:cNvPr id="50" name="Freeform 31">
                <a:extLst>
                  <a:ext uri="{FF2B5EF4-FFF2-40B4-BE49-F238E27FC236}">
                    <a16:creationId xmlns:a16="http://schemas.microsoft.com/office/drawing/2014/main" id="{BC869504-92E0-BF5F-7B6F-AAFDD287DFF2}"/>
                  </a:ext>
                </a:extLst>
              </p:cNvPr>
              <p:cNvSpPr>
                <a:spLocks/>
              </p:cNvSpPr>
              <p:nvPr/>
            </p:nvSpPr>
            <p:spPr bwMode="auto">
              <a:xfrm>
                <a:off x="2425" y="950"/>
                <a:ext cx="253" cy="942"/>
              </a:xfrm>
              <a:custGeom>
                <a:avLst/>
                <a:gdLst>
                  <a:gd name="T0" fmla="*/ 0 w 253"/>
                  <a:gd name="T1" fmla="*/ 9 h 942"/>
                  <a:gd name="T2" fmla="*/ 0 w 253"/>
                  <a:gd name="T3" fmla="*/ 871 h 942"/>
                  <a:gd name="T4" fmla="*/ 253 w 253"/>
                  <a:gd name="T5" fmla="*/ 942 h 942"/>
                  <a:gd name="T6" fmla="*/ 252 w 253"/>
                  <a:gd name="T7" fmla="*/ 64 h 942"/>
                  <a:gd name="T8" fmla="*/ 0 w 253"/>
                  <a:gd name="T9" fmla="*/ 0 h 942"/>
                  <a:gd name="T10" fmla="*/ 0 w 253"/>
                  <a:gd name="T11" fmla="*/ 9 h 942"/>
                </a:gdLst>
                <a:ahLst/>
                <a:cxnLst>
                  <a:cxn ang="0">
                    <a:pos x="T0" y="T1"/>
                  </a:cxn>
                  <a:cxn ang="0">
                    <a:pos x="T2" y="T3"/>
                  </a:cxn>
                  <a:cxn ang="0">
                    <a:pos x="T4" y="T5"/>
                  </a:cxn>
                  <a:cxn ang="0">
                    <a:pos x="T6" y="T7"/>
                  </a:cxn>
                  <a:cxn ang="0">
                    <a:pos x="T8" y="T9"/>
                  </a:cxn>
                  <a:cxn ang="0">
                    <a:pos x="T10" y="T11"/>
                  </a:cxn>
                </a:cxnLst>
                <a:rect l="0" t="0" r="r" b="b"/>
                <a:pathLst>
                  <a:path w="253" h="942">
                    <a:moveTo>
                      <a:pt x="0" y="9"/>
                    </a:moveTo>
                    <a:lnTo>
                      <a:pt x="0" y="871"/>
                    </a:lnTo>
                    <a:lnTo>
                      <a:pt x="253" y="942"/>
                    </a:lnTo>
                    <a:lnTo>
                      <a:pt x="252" y="64"/>
                    </a:lnTo>
                    <a:lnTo>
                      <a:pt x="0" y="0"/>
                    </a:lnTo>
                    <a:lnTo>
                      <a:pt x="0" y="9"/>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51" name="Freeform 32">
                <a:extLst>
                  <a:ext uri="{FF2B5EF4-FFF2-40B4-BE49-F238E27FC236}">
                    <a16:creationId xmlns:a16="http://schemas.microsoft.com/office/drawing/2014/main" id="{3435ADB4-0E68-F2BB-C360-DF0CACCC52DB}"/>
                  </a:ext>
                </a:extLst>
              </p:cNvPr>
              <p:cNvSpPr>
                <a:spLocks/>
              </p:cNvSpPr>
              <p:nvPr/>
            </p:nvSpPr>
            <p:spPr bwMode="auto">
              <a:xfrm>
                <a:off x="2425" y="950"/>
                <a:ext cx="253" cy="942"/>
              </a:xfrm>
              <a:custGeom>
                <a:avLst/>
                <a:gdLst>
                  <a:gd name="T0" fmla="*/ 0 w 253"/>
                  <a:gd name="T1" fmla="*/ 9 h 942"/>
                  <a:gd name="T2" fmla="*/ 0 w 253"/>
                  <a:gd name="T3" fmla="*/ 871 h 942"/>
                  <a:gd name="T4" fmla="*/ 253 w 253"/>
                  <a:gd name="T5" fmla="*/ 942 h 942"/>
                  <a:gd name="T6" fmla="*/ 252 w 253"/>
                  <a:gd name="T7" fmla="*/ 64 h 942"/>
                  <a:gd name="T8" fmla="*/ 0 w 253"/>
                  <a:gd name="T9" fmla="*/ 0 h 942"/>
                </a:gdLst>
                <a:ahLst/>
                <a:cxnLst>
                  <a:cxn ang="0">
                    <a:pos x="T0" y="T1"/>
                  </a:cxn>
                  <a:cxn ang="0">
                    <a:pos x="T2" y="T3"/>
                  </a:cxn>
                  <a:cxn ang="0">
                    <a:pos x="T4" y="T5"/>
                  </a:cxn>
                  <a:cxn ang="0">
                    <a:pos x="T6" y="T7"/>
                  </a:cxn>
                  <a:cxn ang="0">
                    <a:pos x="T8" y="T9"/>
                  </a:cxn>
                </a:cxnLst>
                <a:rect l="0" t="0" r="r" b="b"/>
                <a:pathLst>
                  <a:path w="253" h="942">
                    <a:moveTo>
                      <a:pt x="0" y="9"/>
                    </a:moveTo>
                    <a:lnTo>
                      <a:pt x="0" y="871"/>
                    </a:lnTo>
                    <a:lnTo>
                      <a:pt x="253" y="942"/>
                    </a:lnTo>
                    <a:lnTo>
                      <a:pt x="252" y="64"/>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30" name="Line 33">
              <a:extLst>
                <a:ext uri="{FF2B5EF4-FFF2-40B4-BE49-F238E27FC236}">
                  <a16:creationId xmlns:a16="http://schemas.microsoft.com/office/drawing/2014/main" id="{58543AAB-5932-CC4E-A035-1E52C40990A3}"/>
                </a:ext>
              </a:extLst>
            </p:cNvPr>
            <p:cNvSpPr>
              <a:spLocks noChangeShapeType="1"/>
            </p:cNvSpPr>
            <p:nvPr/>
          </p:nvSpPr>
          <p:spPr bwMode="auto">
            <a:xfrm>
              <a:off x="2429" y="1779"/>
              <a:ext cx="243"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6176" name="Group 34">
              <a:extLst>
                <a:ext uri="{FF2B5EF4-FFF2-40B4-BE49-F238E27FC236}">
                  <a16:creationId xmlns:a16="http://schemas.microsoft.com/office/drawing/2014/main" id="{102D5C55-F0E1-E38B-D9D2-4E63DD5E703A}"/>
                </a:ext>
              </a:extLst>
            </p:cNvPr>
            <p:cNvGrpSpPr>
              <a:grpSpLocks/>
            </p:cNvGrpSpPr>
            <p:nvPr/>
          </p:nvGrpSpPr>
          <p:grpSpPr bwMode="auto">
            <a:xfrm>
              <a:off x="2425" y="1075"/>
              <a:ext cx="253" cy="354"/>
              <a:chOff x="2425" y="1075"/>
              <a:chExt cx="253" cy="354"/>
            </a:xfrm>
          </p:grpSpPr>
          <p:sp>
            <p:nvSpPr>
              <p:cNvPr id="48" name="Freeform 35">
                <a:extLst>
                  <a:ext uri="{FF2B5EF4-FFF2-40B4-BE49-F238E27FC236}">
                    <a16:creationId xmlns:a16="http://schemas.microsoft.com/office/drawing/2014/main" id="{53EDB6FA-DC9B-EF00-5758-3EC4D0FD259E}"/>
                  </a:ext>
                </a:extLst>
              </p:cNvPr>
              <p:cNvSpPr>
                <a:spLocks/>
              </p:cNvSpPr>
              <p:nvPr/>
            </p:nvSpPr>
            <p:spPr bwMode="auto">
              <a:xfrm>
                <a:off x="2425" y="1075"/>
                <a:ext cx="253" cy="354"/>
              </a:xfrm>
              <a:custGeom>
                <a:avLst/>
                <a:gdLst>
                  <a:gd name="T0" fmla="*/ 1 w 253"/>
                  <a:gd name="T1" fmla="*/ 0 h 354"/>
                  <a:gd name="T2" fmla="*/ 253 w 253"/>
                  <a:gd name="T3" fmla="*/ 62 h 354"/>
                  <a:gd name="T4" fmla="*/ 253 w 253"/>
                  <a:gd name="T5" fmla="*/ 354 h 354"/>
                  <a:gd name="T6" fmla="*/ 0 w 253"/>
                  <a:gd name="T7" fmla="*/ 287 h 354"/>
                  <a:gd name="T8" fmla="*/ 1 w 253"/>
                  <a:gd name="T9" fmla="*/ 0 h 354"/>
                </a:gdLst>
                <a:ahLst/>
                <a:cxnLst>
                  <a:cxn ang="0">
                    <a:pos x="T0" y="T1"/>
                  </a:cxn>
                  <a:cxn ang="0">
                    <a:pos x="T2" y="T3"/>
                  </a:cxn>
                  <a:cxn ang="0">
                    <a:pos x="T4" y="T5"/>
                  </a:cxn>
                  <a:cxn ang="0">
                    <a:pos x="T6" y="T7"/>
                  </a:cxn>
                  <a:cxn ang="0">
                    <a:pos x="T8" y="T9"/>
                  </a:cxn>
                </a:cxnLst>
                <a:rect l="0" t="0" r="r" b="b"/>
                <a:pathLst>
                  <a:path w="253" h="354">
                    <a:moveTo>
                      <a:pt x="1" y="0"/>
                    </a:moveTo>
                    <a:lnTo>
                      <a:pt x="253" y="62"/>
                    </a:lnTo>
                    <a:lnTo>
                      <a:pt x="253" y="354"/>
                    </a:lnTo>
                    <a:lnTo>
                      <a:pt x="0" y="287"/>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9" name="Freeform 36">
                <a:extLst>
                  <a:ext uri="{FF2B5EF4-FFF2-40B4-BE49-F238E27FC236}">
                    <a16:creationId xmlns:a16="http://schemas.microsoft.com/office/drawing/2014/main" id="{9AA96BE2-A265-8D67-70D7-BC16D9493C7C}"/>
                  </a:ext>
                </a:extLst>
              </p:cNvPr>
              <p:cNvSpPr>
                <a:spLocks/>
              </p:cNvSpPr>
              <p:nvPr/>
            </p:nvSpPr>
            <p:spPr bwMode="auto">
              <a:xfrm>
                <a:off x="2425" y="1075"/>
                <a:ext cx="253" cy="354"/>
              </a:xfrm>
              <a:custGeom>
                <a:avLst/>
                <a:gdLst>
                  <a:gd name="T0" fmla="*/ 1 w 253"/>
                  <a:gd name="T1" fmla="*/ 0 h 354"/>
                  <a:gd name="T2" fmla="*/ 253 w 253"/>
                  <a:gd name="T3" fmla="*/ 62 h 354"/>
                  <a:gd name="T4" fmla="*/ 253 w 253"/>
                  <a:gd name="T5" fmla="*/ 354 h 354"/>
                  <a:gd name="T6" fmla="*/ 0 w 253"/>
                  <a:gd name="T7" fmla="*/ 287 h 354"/>
                  <a:gd name="T8" fmla="*/ 1 w 253"/>
                  <a:gd name="T9" fmla="*/ 0 h 354"/>
                </a:gdLst>
                <a:ahLst/>
                <a:cxnLst>
                  <a:cxn ang="0">
                    <a:pos x="T0" y="T1"/>
                  </a:cxn>
                  <a:cxn ang="0">
                    <a:pos x="T2" y="T3"/>
                  </a:cxn>
                  <a:cxn ang="0">
                    <a:pos x="T4" y="T5"/>
                  </a:cxn>
                  <a:cxn ang="0">
                    <a:pos x="T6" y="T7"/>
                  </a:cxn>
                  <a:cxn ang="0">
                    <a:pos x="T8" y="T9"/>
                  </a:cxn>
                </a:cxnLst>
                <a:rect l="0" t="0" r="r" b="b"/>
                <a:pathLst>
                  <a:path w="253" h="354">
                    <a:moveTo>
                      <a:pt x="1" y="0"/>
                    </a:moveTo>
                    <a:lnTo>
                      <a:pt x="253" y="62"/>
                    </a:lnTo>
                    <a:lnTo>
                      <a:pt x="253" y="354"/>
                    </a:lnTo>
                    <a:lnTo>
                      <a:pt x="0" y="287"/>
                    </a:lnTo>
                    <a:lnTo>
                      <a:pt x="1"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32" name="Line 37">
              <a:extLst>
                <a:ext uri="{FF2B5EF4-FFF2-40B4-BE49-F238E27FC236}">
                  <a16:creationId xmlns:a16="http://schemas.microsoft.com/office/drawing/2014/main" id="{F55D057F-96D6-A474-F8F0-F9012D9E9331}"/>
                </a:ext>
              </a:extLst>
            </p:cNvPr>
            <p:cNvSpPr>
              <a:spLocks noChangeShapeType="1"/>
            </p:cNvSpPr>
            <p:nvPr/>
          </p:nvSpPr>
          <p:spPr bwMode="auto">
            <a:xfrm>
              <a:off x="2432" y="1177"/>
              <a:ext cx="242"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3" name="Line 38">
              <a:extLst>
                <a:ext uri="{FF2B5EF4-FFF2-40B4-BE49-F238E27FC236}">
                  <a16:creationId xmlns:a16="http://schemas.microsoft.com/office/drawing/2014/main" id="{D7BF8C32-EC92-F11E-14E6-8F72F780BCEF}"/>
                </a:ext>
              </a:extLst>
            </p:cNvPr>
            <p:cNvSpPr>
              <a:spLocks noChangeShapeType="1"/>
            </p:cNvSpPr>
            <p:nvPr/>
          </p:nvSpPr>
          <p:spPr bwMode="auto">
            <a:xfrm>
              <a:off x="2432" y="1275"/>
              <a:ext cx="242" cy="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4" name="Line 39">
              <a:extLst>
                <a:ext uri="{FF2B5EF4-FFF2-40B4-BE49-F238E27FC236}">
                  <a16:creationId xmlns:a16="http://schemas.microsoft.com/office/drawing/2014/main" id="{801EF9C8-FD47-A6AD-A6F5-A1B96D16CB3D}"/>
                </a:ext>
              </a:extLst>
            </p:cNvPr>
            <p:cNvSpPr>
              <a:spLocks noChangeShapeType="1"/>
            </p:cNvSpPr>
            <p:nvPr/>
          </p:nvSpPr>
          <p:spPr bwMode="auto">
            <a:xfrm>
              <a:off x="2463" y="1134"/>
              <a:ext cx="175" cy="35"/>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5" name="Oval 40">
              <a:extLst>
                <a:ext uri="{FF2B5EF4-FFF2-40B4-BE49-F238E27FC236}">
                  <a16:creationId xmlns:a16="http://schemas.microsoft.com/office/drawing/2014/main" id="{D632128F-99DB-0D0A-FBA5-DA87192917EB}"/>
                </a:ext>
              </a:extLst>
            </p:cNvPr>
            <p:cNvSpPr>
              <a:spLocks noChangeArrowheads="1"/>
            </p:cNvSpPr>
            <p:nvPr/>
          </p:nvSpPr>
          <p:spPr bwMode="auto">
            <a:xfrm>
              <a:off x="2453" y="996"/>
              <a:ext cx="41" cy="22"/>
            </a:xfrm>
            <a:prstGeom prst="ellipse">
              <a:avLst/>
            </a:prstGeom>
            <a:solidFill>
              <a:srgbClr val="DC008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6" name="Freeform 41">
              <a:extLst>
                <a:ext uri="{FF2B5EF4-FFF2-40B4-BE49-F238E27FC236}">
                  <a16:creationId xmlns:a16="http://schemas.microsoft.com/office/drawing/2014/main" id="{760099D7-79C8-FE1F-ACBE-84F77CC53040}"/>
                </a:ext>
              </a:extLst>
            </p:cNvPr>
            <p:cNvSpPr>
              <a:spLocks/>
            </p:cNvSpPr>
            <p:nvPr/>
          </p:nvSpPr>
          <p:spPr bwMode="auto">
            <a:xfrm>
              <a:off x="2501" y="1130"/>
              <a:ext cx="93" cy="47"/>
            </a:xfrm>
            <a:custGeom>
              <a:avLst/>
              <a:gdLst>
                <a:gd name="T0" fmla="*/ 0 w 93"/>
                <a:gd name="T1" fmla="*/ 0 h 47"/>
                <a:gd name="T2" fmla="*/ 0 w 93"/>
                <a:gd name="T3" fmla="*/ 28 h 47"/>
                <a:gd name="T4" fmla="*/ 93 w 93"/>
                <a:gd name="T5" fmla="*/ 47 h 47"/>
                <a:gd name="T6" fmla="*/ 93 w 93"/>
                <a:gd name="T7" fmla="*/ 19 h 47"/>
                <a:gd name="T8" fmla="*/ 0 w 93"/>
                <a:gd name="T9" fmla="*/ 0 h 47"/>
              </a:gdLst>
              <a:ahLst/>
              <a:cxnLst>
                <a:cxn ang="0">
                  <a:pos x="T0" y="T1"/>
                </a:cxn>
                <a:cxn ang="0">
                  <a:pos x="T2" y="T3"/>
                </a:cxn>
                <a:cxn ang="0">
                  <a:pos x="T4" y="T5"/>
                </a:cxn>
                <a:cxn ang="0">
                  <a:pos x="T6" y="T7"/>
                </a:cxn>
                <a:cxn ang="0">
                  <a:pos x="T8" y="T9"/>
                </a:cxn>
              </a:cxnLst>
              <a:rect l="0" t="0" r="r" b="b"/>
              <a:pathLst>
                <a:path w="93" h="47">
                  <a:moveTo>
                    <a:pt x="0" y="0"/>
                  </a:moveTo>
                  <a:lnTo>
                    <a:pt x="0" y="28"/>
                  </a:lnTo>
                  <a:lnTo>
                    <a:pt x="93" y="47"/>
                  </a:lnTo>
                  <a:lnTo>
                    <a:pt x="93" y="19"/>
                  </a:lnTo>
                  <a:lnTo>
                    <a:pt x="0"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7" name="Line 42">
              <a:extLst>
                <a:ext uri="{FF2B5EF4-FFF2-40B4-BE49-F238E27FC236}">
                  <a16:creationId xmlns:a16="http://schemas.microsoft.com/office/drawing/2014/main" id="{8D614BBA-F580-7776-236A-28B9AC58B3C8}"/>
                </a:ext>
              </a:extLst>
            </p:cNvPr>
            <p:cNvSpPr>
              <a:spLocks noChangeShapeType="1"/>
            </p:cNvSpPr>
            <p:nvPr/>
          </p:nvSpPr>
          <p:spPr bwMode="auto">
            <a:xfrm>
              <a:off x="2429" y="1732"/>
              <a:ext cx="243" cy="5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8" name="Line 43">
              <a:extLst>
                <a:ext uri="{FF2B5EF4-FFF2-40B4-BE49-F238E27FC236}">
                  <a16:creationId xmlns:a16="http://schemas.microsoft.com/office/drawing/2014/main" id="{3ABCC634-4117-0CF0-65D6-029AF730E96D}"/>
                </a:ext>
              </a:extLst>
            </p:cNvPr>
            <p:cNvSpPr>
              <a:spLocks noChangeShapeType="1"/>
            </p:cNvSpPr>
            <p:nvPr/>
          </p:nvSpPr>
          <p:spPr bwMode="auto">
            <a:xfrm>
              <a:off x="2429" y="1682"/>
              <a:ext cx="243" cy="6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6184" name="Group 44">
              <a:extLst>
                <a:ext uri="{FF2B5EF4-FFF2-40B4-BE49-F238E27FC236}">
                  <a16:creationId xmlns:a16="http://schemas.microsoft.com/office/drawing/2014/main" id="{5CB8960D-A3A1-3278-F0FD-339057A4D903}"/>
                </a:ext>
              </a:extLst>
            </p:cNvPr>
            <p:cNvGrpSpPr>
              <a:grpSpLocks/>
            </p:cNvGrpSpPr>
            <p:nvPr/>
          </p:nvGrpSpPr>
          <p:grpSpPr bwMode="auto">
            <a:xfrm>
              <a:off x="2378" y="694"/>
              <a:ext cx="801" cy="277"/>
              <a:chOff x="2378" y="694"/>
              <a:chExt cx="801" cy="277"/>
            </a:xfrm>
          </p:grpSpPr>
          <p:sp>
            <p:nvSpPr>
              <p:cNvPr id="46" name="Freeform 45">
                <a:extLst>
                  <a:ext uri="{FF2B5EF4-FFF2-40B4-BE49-F238E27FC236}">
                    <a16:creationId xmlns:a16="http://schemas.microsoft.com/office/drawing/2014/main" id="{348F0263-DB16-3CF3-066B-DFFA336FC2A6}"/>
                  </a:ext>
                </a:extLst>
              </p:cNvPr>
              <p:cNvSpPr>
                <a:spLocks/>
              </p:cNvSpPr>
              <p:nvPr/>
            </p:nvSpPr>
            <p:spPr bwMode="auto">
              <a:xfrm>
                <a:off x="2378" y="694"/>
                <a:ext cx="801" cy="277"/>
              </a:xfrm>
              <a:custGeom>
                <a:avLst/>
                <a:gdLst>
                  <a:gd name="T0" fmla="*/ 0 w 801"/>
                  <a:gd name="T1" fmla="*/ 190 h 277"/>
                  <a:gd name="T2" fmla="*/ 358 w 801"/>
                  <a:gd name="T3" fmla="*/ 277 h 277"/>
                  <a:gd name="T4" fmla="*/ 801 w 801"/>
                  <a:gd name="T5" fmla="*/ 78 h 277"/>
                  <a:gd name="T6" fmla="*/ 452 w 801"/>
                  <a:gd name="T7" fmla="*/ 0 h 277"/>
                  <a:gd name="T8" fmla="*/ 0 w 801"/>
                  <a:gd name="T9" fmla="*/ 190 h 277"/>
                </a:gdLst>
                <a:ahLst/>
                <a:cxnLst>
                  <a:cxn ang="0">
                    <a:pos x="T0" y="T1"/>
                  </a:cxn>
                  <a:cxn ang="0">
                    <a:pos x="T2" y="T3"/>
                  </a:cxn>
                  <a:cxn ang="0">
                    <a:pos x="T4" y="T5"/>
                  </a:cxn>
                  <a:cxn ang="0">
                    <a:pos x="T6" y="T7"/>
                  </a:cxn>
                  <a:cxn ang="0">
                    <a:pos x="T8" y="T9"/>
                  </a:cxn>
                </a:cxnLst>
                <a:rect l="0" t="0" r="r" b="b"/>
                <a:pathLst>
                  <a:path w="801" h="277">
                    <a:moveTo>
                      <a:pt x="0" y="190"/>
                    </a:moveTo>
                    <a:lnTo>
                      <a:pt x="358" y="277"/>
                    </a:lnTo>
                    <a:lnTo>
                      <a:pt x="801" y="78"/>
                    </a:lnTo>
                    <a:lnTo>
                      <a:pt x="452" y="0"/>
                    </a:lnTo>
                    <a:lnTo>
                      <a:pt x="0" y="19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7" name="Freeform 46">
                <a:extLst>
                  <a:ext uri="{FF2B5EF4-FFF2-40B4-BE49-F238E27FC236}">
                    <a16:creationId xmlns:a16="http://schemas.microsoft.com/office/drawing/2014/main" id="{5427FA9C-DFEA-E09D-A2F4-5B762FDE8467}"/>
                  </a:ext>
                </a:extLst>
              </p:cNvPr>
              <p:cNvSpPr>
                <a:spLocks/>
              </p:cNvSpPr>
              <p:nvPr/>
            </p:nvSpPr>
            <p:spPr bwMode="auto">
              <a:xfrm>
                <a:off x="2378" y="694"/>
                <a:ext cx="801" cy="277"/>
              </a:xfrm>
              <a:custGeom>
                <a:avLst/>
                <a:gdLst>
                  <a:gd name="T0" fmla="*/ 0 w 801"/>
                  <a:gd name="T1" fmla="*/ 190 h 277"/>
                  <a:gd name="T2" fmla="*/ 358 w 801"/>
                  <a:gd name="T3" fmla="*/ 277 h 277"/>
                  <a:gd name="T4" fmla="*/ 801 w 801"/>
                  <a:gd name="T5" fmla="*/ 78 h 277"/>
                  <a:gd name="T6" fmla="*/ 452 w 801"/>
                  <a:gd name="T7" fmla="*/ 0 h 277"/>
                  <a:gd name="T8" fmla="*/ 0 w 801"/>
                  <a:gd name="T9" fmla="*/ 190 h 277"/>
                </a:gdLst>
                <a:ahLst/>
                <a:cxnLst>
                  <a:cxn ang="0">
                    <a:pos x="T0" y="T1"/>
                  </a:cxn>
                  <a:cxn ang="0">
                    <a:pos x="T2" y="T3"/>
                  </a:cxn>
                  <a:cxn ang="0">
                    <a:pos x="T4" y="T5"/>
                  </a:cxn>
                  <a:cxn ang="0">
                    <a:pos x="T6" y="T7"/>
                  </a:cxn>
                  <a:cxn ang="0">
                    <a:pos x="T8" y="T9"/>
                  </a:cxn>
                </a:cxnLst>
                <a:rect l="0" t="0" r="r" b="b"/>
                <a:pathLst>
                  <a:path w="801" h="277">
                    <a:moveTo>
                      <a:pt x="0" y="190"/>
                    </a:moveTo>
                    <a:lnTo>
                      <a:pt x="358" y="277"/>
                    </a:lnTo>
                    <a:lnTo>
                      <a:pt x="801" y="78"/>
                    </a:lnTo>
                    <a:lnTo>
                      <a:pt x="452" y="0"/>
                    </a:lnTo>
                    <a:lnTo>
                      <a:pt x="0" y="19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40" name="Freeform 47">
              <a:extLst>
                <a:ext uri="{FF2B5EF4-FFF2-40B4-BE49-F238E27FC236}">
                  <a16:creationId xmlns:a16="http://schemas.microsoft.com/office/drawing/2014/main" id="{164AD266-5D1A-C59E-18B4-7F4911ACB0B7}"/>
                </a:ext>
              </a:extLst>
            </p:cNvPr>
            <p:cNvSpPr>
              <a:spLocks/>
            </p:cNvSpPr>
            <p:nvPr/>
          </p:nvSpPr>
          <p:spPr bwMode="auto">
            <a:xfrm>
              <a:off x="2609" y="1286"/>
              <a:ext cx="23" cy="22"/>
            </a:xfrm>
            <a:custGeom>
              <a:avLst/>
              <a:gdLst>
                <a:gd name="T0" fmla="*/ 7 w 23"/>
                <a:gd name="T1" fmla="*/ 0 h 22"/>
                <a:gd name="T2" fmla="*/ 0 w 23"/>
                <a:gd name="T3" fmla="*/ 14 h 22"/>
                <a:gd name="T4" fmla="*/ 16 w 23"/>
                <a:gd name="T5" fmla="*/ 22 h 22"/>
                <a:gd name="T6" fmla="*/ 23 w 23"/>
                <a:gd name="T7" fmla="*/ 8 h 22"/>
                <a:gd name="T8" fmla="*/ 7 w 23"/>
                <a:gd name="T9" fmla="*/ 0 h 22"/>
              </a:gdLst>
              <a:ahLst/>
              <a:cxnLst>
                <a:cxn ang="0">
                  <a:pos x="T0" y="T1"/>
                </a:cxn>
                <a:cxn ang="0">
                  <a:pos x="T2" y="T3"/>
                </a:cxn>
                <a:cxn ang="0">
                  <a:pos x="T4" y="T5"/>
                </a:cxn>
                <a:cxn ang="0">
                  <a:pos x="T6" y="T7"/>
                </a:cxn>
                <a:cxn ang="0">
                  <a:pos x="T8" y="T9"/>
                </a:cxn>
              </a:cxnLst>
              <a:rect l="0" t="0" r="r" b="b"/>
              <a:pathLst>
                <a:path w="23" h="22">
                  <a:moveTo>
                    <a:pt x="7" y="0"/>
                  </a:moveTo>
                  <a:lnTo>
                    <a:pt x="0" y="14"/>
                  </a:lnTo>
                  <a:lnTo>
                    <a:pt x="16" y="22"/>
                  </a:lnTo>
                  <a:lnTo>
                    <a:pt x="23" y="8"/>
                  </a:lnTo>
                  <a:lnTo>
                    <a:pt x="7" y="0"/>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6186" name="Group 48">
              <a:extLst>
                <a:ext uri="{FF2B5EF4-FFF2-40B4-BE49-F238E27FC236}">
                  <a16:creationId xmlns:a16="http://schemas.microsoft.com/office/drawing/2014/main" id="{2F561E41-EBDF-6D96-1542-FF230DC81A50}"/>
                </a:ext>
              </a:extLst>
            </p:cNvPr>
            <p:cNvGrpSpPr>
              <a:grpSpLocks/>
            </p:cNvGrpSpPr>
            <p:nvPr/>
          </p:nvGrpSpPr>
          <p:grpSpPr bwMode="auto">
            <a:xfrm>
              <a:off x="2456" y="1201"/>
              <a:ext cx="197" cy="85"/>
              <a:chOff x="2456" y="1201"/>
              <a:chExt cx="197" cy="85"/>
            </a:xfrm>
          </p:grpSpPr>
          <p:sp>
            <p:nvSpPr>
              <p:cNvPr id="42" name="Line 49">
                <a:extLst>
                  <a:ext uri="{FF2B5EF4-FFF2-40B4-BE49-F238E27FC236}">
                    <a16:creationId xmlns:a16="http://schemas.microsoft.com/office/drawing/2014/main" id="{09CE8F95-5966-FB8A-B4B9-CF9B7D34C39F}"/>
                  </a:ext>
                </a:extLst>
              </p:cNvPr>
              <p:cNvSpPr>
                <a:spLocks noChangeShapeType="1"/>
              </p:cNvSpPr>
              <p:nvPr/>
            </p:nvSpPr>
            <p:spPr bwMode="auto">
              <a:xfrm>
                <a:off x="2459" y="1204"/>
                <a:ext cx="189" cy="43"/>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3" name="Line 50">
                <a:extLst>
                  <a:ext uri="{FF2B5EF4-FFF2-40B4-BE49-F238E27FC236}">
                    <a16:creationId xmlns:a16="http://schemas.microsoft.com/office/drawing/2014/main" id="{511CD10E-A51D-3FB0-75F7-F54597A68E84}"/>
                  </a:ext>
                </a:extLst>
              </p:cNvPr>
              <p:cNvSpPr>
                <a:spLocks noChangeShapeType="1"/>
              </p:cNvSpPr>
              <p:nvPr/>
            </p:nvSpPr>
            <p:spPr bwMode="auto">
              <a:xfrm>
                <a:off x="2460" y="1242"/>
                <a:ext cx="188" cy="44"/>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4" name="Line 51">
                <a:extLst>
                  <a:ext uri="{FF2B5EF4-FFF2-40B4-BE49-F238E27FC236}">
                    <a16:creationId xmlns:a16="http://schemas.microsoft.com/office/drawing/2014/main" id="{A2971024-B00D-75F5-D8E3-32E01763230C}"/>
                  </a:ext>
                </a:extLst>
              </p:cNvPr>
              <p:cNvSpPr>
                <a:spLocks noChangeShapeType="1"/>
              </p:cNvSpPr>
              <p:nvPr/>
            </p:nvSpPr>
            <p:spPr bwMode="auto">
              <a:xfrm>
                <a:off x="2456" y="1201"/>
                <a:ext cx="1" cy="34"/>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5" name="Line 52">
                <a:extLst>
                  <a:ext uri="{FF2B5EF4-FFF2-40B4-BE49-F238E27FC236}">
                    <a16:creationId xmlns:a16="http://schemas.microsoft.com/office/drawing/2014/main" id="{32112807-BCBE-44EA-82DD-6B16D834FE4F}"/>
                  </a:ext>
                </a:extLst>
              </p:cNvPr>
              <p:cNvSpPr>
                <a:spLocks noChangeShapeType="1"/>
              </p:cNvSpPr>
              <p:nvPr/>
            </p:nvSpPr>
            <p:spPr bwMode="auto">
              <a:xfrm>
                <a:off x="2652" y="1254"/>
                <a:ext cx="1" cy="32"/>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sp>
        <p:nvSpPr>
          <p:cNvPr id="6166" name="AutoShape 53">
            <a:extLst>
              <a:ext uri="{FF2B5EF4-FFF2-40B4-BE49-F238E27FC236}">
                <a16:creationId xmlns:a16="http://schemas.microsoft.com/office/drawing/2014/main" id="{6CD70A11-1DDF-3289-C875-B035DC847C2B}"/>
              </a:ext>
            </a:extLst>
          </p:cNvPr>
          <p:cNvSpPr>
            <a:spLocks noChangeArrowheads="1"/>
          </p:cNvSpPr>
          <p:nvPr/>
        </p:nvSpPr>
        <p:spPr bwMode="auto">
          <a:xfrm>
            <a:off x="7958138" y="4081463"/>
            <a:ext cx="1381125" cy="434975"/>
          </a:xfrm>
          <a:prstGeom prst="flowChartPredefinedProcess">
            <a:avLst/>
          </a:prstGeom>
          <a:solidFill>
            <a:srgbClr val="FFFFFF"/>
          </a:solidFill>
          <a:ln w="9525">
            <a:solidFill>
              <a:srgbClr val="000000"/>
            </a:solidFill>
            <a:miter lim="800000"/>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zh-CN" sz="1400">
              <a:latin typeface="Times New Roman" panose="02020603050405020304" pitchFamily="18" charset="0"/>
            </a:endParaRPr>
          </a:p>
        </p:txBody>
      </p:sp>
      <p:sp>
        <p:nvSpPr>
          <p:cNvPr id="6167" name="AutoShape 54">
            <a:extLst>
              <a:ext uri="{FF2B5EF4-FFF2-40B4-BE49-F238E27FC236}">
                <a16:creationId xmlns:a16="http://schemas.microsoft.com/office/drawing/2014/main" id="{72FF0521-8D26-3D1D-EB05-AD69373F5609}"/>
              </a:ext>
            </a:extLst>
          </p:cNvPr>
          <p:cNvSpPr>
            <a:spLocks noChangeArrowheads="1"/>
          </p:cNvSpPr>
          <p:nvPr/>
        </p:nvSpPr>
        <p:spPr bwMode="auto">
          <a:xfrm>
            <a:off x="7958138" y="5260975"/>
            <a:ext cx="1381125" cy="433388"/>
          </a:xfrm>
          <a:prstGeom prst="flowChartPredefinedProcess">
            <a:avLst/>
          </a:prstGeom>
          <a:solidFill>
            <a:srgbClr val="FFFFFF"/>
          </a:solidFill>
          <a:ln w="9525">
            <a:solidFill>
              <a:srgbClr val="000000"/>
            </a:solidFill>
            <a:miter lim="800000"/>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zh-CN" sz="1400">
              <a:latin typeface="Times New Roman" panose="02020603050405020304" pitchFamily="18" charset="0"/>
            </a:endParaRPr>
          </a:p>
        </p:txBody>
      </p:sp>
      <p:sp>
        <p:nvSpPr>
          <p:cNvPr id="58" name="Rectangle 56">
            <a:extLst>
              <a:ext uri="{FF2B5EF4-FFF2-40B4-BE49-F238E27FC236}">
                <a16:creationId xmlns:a16="http://schemas.microsoft.com/office/drawing/2014/main" id="{D99FCDA1-D527-7675-8C02-EAAC47CD5AAD}"/>
              </a:ext>
            </a:extLst>
          </p:cNvPr>
          <p:cNvSpPr>
            <a:spLocks noChangeArrowheads="1"/>
          </p:cNvSpPr>
          <p:nvPr/>
        </p:nvSpPr>
        <p:spPr bwMode="auto">
          <a:xfrm>
            <a:off x="8186738" y="2949575"/>
            <a:ext cx="9207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应用程序</a:t>
            </a:r>
          </a:p>
        </p:txBody>
      </p:sp>
      <p:sp>
        <p:nvSpPr>
          <p:cNvPr id="59" name="Rectangle 57">
            <a:extLst>
              <a:ext uri="{FF2B5EF4-FFF2-40B4-BE49-F238E27FC236}">
                <a16:creationId xmlns:a16="http://schemas.microsoft.com/office/drawing/2014/main" id="{899BF744-CD27-0958-7712-024347CA0CB5}"/>
              </a:ext>
            </a:extLst>
          </p:cNvPr>
          <p:cNvSpPr>
            <a:spLocks noChangeArrowheads="1"/>
          </p:cNvSpPr>
          <p:nvPr/>
        </p:nvSpPr>
        <p:spPr bwMode="auto">
          <a:xfrm>
            <a:off x="8183563" y="4167188"/>
            <a:ext cx="92075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应用程序</a:t>
            </a:r>
          </a:p>
        </p:txBody>
      </p:sp>
      <p:sp>
        <p:nvSpPr>
          <p:cNvPr id="60" name="Rectangle 58">
            <a:extLst>
              <a:ext uri="{FF2B5EF4-FFF2-40B4-BE49-F238E27FC236}">
                <a16:creationId xmlns:a16="http://schemas.microsoft.com/office/drawing/2014/main" id="{82B5C963-47D3-E968-5D16-8B822187644A}"/>
              </a:ext>
            </a:extLst>
          </p:cNvPr>
          <p:cNvSpPr>
            <a:spLocks noChangeArrowheads="1"/>
          </p:cNvSpPr>
          <p:nvPr/>
        </p:nvSpPr>
        <p:spPr bwMode="auto">
          <a:xfrm>
            <a:off x="8210550" y="5340350"/>
            <a:ext cx="9207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应用程序</a:t>
            </a:r>
          </a:p>
        </p:txBody>
      </p:sp>
      <p:sp>
        <p:nvSpPr>
          <p:cNvPr id="61" name="Rectangle 59">
            <a:extLst>
              <a:ext uri="{FF2B5EF4-FFF2-40B4-BE49-F238E27FC236}">
                <a16:creationId xmlns:a16="http://schemas.microsoft.com/office/drawing/2014/main" id="{501E2C4B-5E79-2B07-3FB4-AEC7DF32413D}"/>
              </a:ext>
            </a:extLst>
          </p:cNvPr>
          <p:cNvSpPr>
            <a:spLocks noChangeArrowheads="1"/>
          </p:cNvSpPr>
          <p:nvPr/>
        </p:nvSpPr>
        <p:spPr bwMode="auto">
          <a:xfrm>
            <a:off x="2233613" y="4286250"/>
            <a:ext cx="690562"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数据库</a:t>
            </a:r>
          </a:p>
        </p:txBody>
      </p:sp>
    </p:spTree>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361FEE7-6721-8990-F2A4-04B15D72CF8E}"/>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数据库应用结构 </a:t>
            </a:r>
            <a:endParaRPr lang="zh-CN" altLang="en-US" sz="4000" b="1" dirty="0">
              <a:solidFill>
                <a:schemeClr val="bg1"/>
              </a:solidFill>
              <a:latin typeface="+mn-ea"/>
              <a:ea typeface="+mn-ea"/>
            </a:endParaRPr>
          </a:p>
        </p:txBody>
      </p:sp>
      <p:sp>
        <p:nvSpPr>
          <p:cNvPr id="5" name="Rectangle 4">
            <a:extLst>
              <a:ext uri="{FF2B5EF4-FFF2-40B4-BE49-F238E27FC236}">
                <a16:creationId xmlns:a16="http://schemas.microsoft.com/office/drawing/2014/main" id="{A3F736BD-3C88-F623-57C1-D9170F2FD2D0}"/>
              </a:ext>
            </a:extLst>
          </p:cNvPr>
          <p:cNvSpPr>
            <a:spLocks noChangeArrowheads="1"/>
          </p:cNvSpPr>
          <p:nvPr/>
        </p:nvSpPr>
        <p:spPr bwMode="auto">
          <a:xfrm>
            <a:off x="842963" y="1412875"/>
            <a:ext cx="10728325"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10000"/>
              </a:lnSpc>
              <a:spcAft>
                <a:spcPct val="40000"/>
              </a:spcAft>
              <a:buFont typeface="Arial" charset="0"/>
              <a:buNone/>
              <a:defRPr/>
            </a:pPr>
            <a:r>
              <a:rPr kumimoji="1" lang="en-US" altLang="zh-CN" sz="3200" b="1"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客户机</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服务器模式（简称</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C/S</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）是以网络环境为基础、将计算应用有机地分布在多台计算机中的结构。</a:t>
            </a:r>
          </a:p>
          <a:p>
            <a:pPr>
              <a:lnSpc>
                <a:spcPct val="110000"/>
              </a:lnSpc>
              <a:spcAft>
                <a:spcPct val="40000"/>
              </a:spcAft>
              <a:buFont typeface="Arial" charset="0"/>
              <a:buNone/>
              <a:defRPr/>
            </a:pP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    服务器（</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Server</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），客户机（</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Client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p>
          <a:p>
            <a:pPr>
              <a:lnSpc>
                <a:spcPct val="110000"/>
              </a:lnSpc>
              <a:spcAft>
                <a:spcPct val="40000"/>
              </a:spcAft>
              <a:buFont typeface="Arial" charset="0"/>
              <a:buNone/>
              <a:defRPr/>
            </a:pP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    服务器负责数据的存储、检索与维护，而客户机负责提供</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GUI</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接口，对于数据能够完成创建、读、修改、删除（</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CRUD</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）等操作。</a:t>
            </a:r>
            <a:endPar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10000"/>
              </a:lnSpc>
              <a:spcAft>
                <a:spcPct val="40000"/>
              </a:spcAft>
              <a:buFont typeface="Arial" charset="0"/>
              <a:buNone/>
              <a:defRPr/>
            </a:pP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 </a:t>
            </a:r>
          </a:p>
        </p:txBody>
      </p:sp>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23294382-D58B-19A3-B792-6142190BFBF6}"/>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数据库应用结构 </a:t>
            </a:r>
            <a:endParaRPr lang="zh-CN" altLang="en-US" sz="4000" b="1" dirty="0">
              <a:solidFill>
                <a:schemeClr val="bg1"/>
              </a:solidFill>
              <a:latin typeface="+mn-ea"/>
              <a:ea typeface="+mn-ea"/>
            </a:endParaRPr>
          </a:p>
        </p:txBody>
      </p:sp>
      <p:sp>
        <p:nvSpPr>
          <p:cNvPr id="5" name="Rectangle 3">
            <a:extLst>
              <a:ext uri="{FF2B5EF4-FFF2-40B4-BE49-F238E27FC236}">
                <a16:creationId xmlns:a16="http://schemas.microsoft.com/office/drawing/2014/main" id="{F35EF86F-C449-EAB4-22AA-E13BE298A8E7}"/>
              </a:ext>
            </a:extLst>
          </p:cNvPr>
          <p:cNvSpPr txBox="1">
            <a:spLocks noChangeArrowheads="1"/>
          </p:cNvSpPr>
          <p:nvPr/>
        </p:nvSpPr>
        <p:spPr>
          <a:xfrm>
            <a:off x="3500438" y="1206500"/>
            <a:ext cx="4611687" cy="54927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marL="0" indent="0" eaLnBrk="1" hangingPunct="1">
              <a:buFontTx/>
              <a:buNone/>
              <a:defRPr/>
            </a:pPr>
            <a:r>
              <a:rPr lang="zh-CN" altLang="en-US" sz="3600" b="1" kern="0" dirty="0">
                <a:solidFill>
                  <a:srgbClr val="002060"/>
                </a:solidFill>
                <a:effectLst>
                  <a:outerShdw blurRad="38100" dist="38100" dir="2700000" algn="tl">
                    <a:srgbClr val="C0C0C0"/>
                  </a:outerShdw>
                </a:effectLst>
              </a:rPr>
              <a:t>互联网应用结构</a:t>
            </a:r>
          </a:p>
        </p:txBody>
      </p:sp>
      <p:sp>
        <p:nvSpPr>
          <p:cNvPr id="7" name="Text Box 5">
            <a:extLst>
              <a:ext uri="{FF2B5EF4-FFF2-40B4-BE49-F238E27FC236}">
                <a16:creationId xmlns:a16="http://schemas.microsoft.com/office/drawing/2014/main" id="{AD041A05-8D00-4708-F441-23DCBF50F158}"/>
              </a:ext>
            </a:extLst>
          </p:cNvPr>
          <p:cNvSpPr txBox="1">
            <a:spLocks noChangeArrowheads="1"/>
          </p:cNvSpPr>
          <p:nvPr/>
        </p:nvSpPr>
        <p:spPr bwMode="auto">
          <a:xfrm>
            <a:off x="8194675" y="2284413"/>
            <a:ext cx="690563"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solidFill>
                  <a:srgbClr val="CC0000"/>
                </a:solidFill>
                <a:effectLst>
                  <a:outerShdw blurRad="38100" dist="38100" dir="2700000" algn="tl">
                    <a:srgbClr val="C0C0C0"/>
                  </a:outerShdw>
                </a:effectLst>
                <a:latin typeface="黑体" pitchFamily="2" charset="-122"/>
                <a:ea typeface="黑体" pitchFamily="2" charset="-122"/>
              </a:rPr>
              <a:t>客户端</a:t>
            </a:r>
          </a:p>
        </p:txBody>
      </p:sp>
      <p:sp>
        <p:nvSpPr>
          <p:cNvPr id="8197" name="AutoShape 6">
            <a:extLst>
              <a:ext uri="{FF2B5EF4-FFF2-40B4-BE49-F238E27FC236}">
                <a16:creationId xmlns:a16="http://schemas.microsoft.com/office/drawing/2014/main" id="{2680C185-61F2-BD4F-7B14-E4D5828F0E26}"/>
              </a:ext>
            </a:extLst>
          </p:cNvPr>
          <p:cNvSpPr>
            <a:spLocks noChangeArrowheads="1"/>
          </p:cNvSpPr>
          <p:nvPr/>
        </p:nvSpPr>
        <p:spPr bwMode="auto">
          <a:xfrm>
            <a:off x="5505450" y="5307013"/>
            <a:ext cx="1327150" cy="457200"/>
          </a:xfrm>
          <a:prstGeom prst="flowChartPredefinedProcess">
            <a:avLst/>
          </a:prstGeom>
          <a:solidFill>
            <a:srgbClr val="FFFFFF"/>
          </a:solidFill>
          <a:ln w="9525">
            <a:solidFill>
              <a:srgbClr val="000000"/>
            </a:solidFill>
            <a:miter lim="800000"/>
            <a:headEnd/>
            <a:tailEnd/>
          </a:ln>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zh-CN" sz="1400">
              <a:latin typeface="Times New Roman" panose="02020603050405020304" pitchFamily="18" charset="0"/>
            </a:endParaRPr>
          </a:p>
        </p:txBody>
      </p:sp>
      <p:sp>
        <p:nvSpPr>
          <p:cNvPr id="8198" name="AutoShape 7">
            <a:extLst>
              <a:ext uri="{FF2B5EF4-FFF2-40B4-BE49-F238E27FC236}">
                <a16:creationId xmlns:a16="http://schemas.microsoft.com/office/drawing/2014/main" id="{71743F12-88D7-0A4D-0592-AAA35D292B71}"/>
              </a:ext>
            </a:extLst>
          </p:cNvPr>
          <p:cNvSpPr>
            <a:spLocks noChangeArrowheads="1"/>
          </p:cNvSpPr>
          <p:nvPr/>
        </p:nvSpPr>
        <p:spPr bwMode="auto">
          <a:xfrm>
            <a:off x="2282825" y="4078288"/>
            <a:ext cx="1027113" cy="885825"/>
          </a:xfrm>
          <a:prstGeom prst="can">
            <a:avLst>
              <a:gd name="adj" fmla="val 35574"/>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zh-CN" sz="1400">
              <a:latin typeface="Times New Roman" panose="02020603050405020304" pitchFamily="18" charset="0"/>
            </a:endParaRPr>
          </a:p>
        </p:txBody>
      </p:sp>
      <p:sp>
        <p:nvSpPr>
          <p:cNvPr id="10" name="Text Box 8">
            <a:extLst>
              <a:ext uri="{FF2B5EF4-FFF2-40B4-BE49-F238E27FC236}">
                <a16:creationId xmlns:a16="http://schemas.microsoft.com/office/drawing/2014/main" id="{98C22986-EF81-44BB-4354-C53BF887B148}"/>
              </a:ext>
            </a:extLst>
          </p:cNvPr>
          <p:cNvSpPr txBox="1">
            <a:spLocks noChangeArrowheads="1"/>
          </p:cNvSpPr>
          <p:nvPr/>
        </p:nvSpPr>
        <p:spPr bwMode="auto">
          <a:xfrm>
            <a:off x="3262313" y="2297113"/>
            <a:ext cx="15652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buFont typeface="Arial" charset="0"/>
              <a:buNone/>
              <a:defRPr/>
            </a:pPr>
            <a:r>
              <a:rPr lang="zh-CN" altLang="en-US" sz="2000">
                <a:solidFill>
                  <a:srgbClr val="CC0000"/>
                </a:solidFill>
                <a:effectLst>
                  <a:outerShdw blurRad="38100" dist="38100" dir="2700000" algn="tl">
                    <a:srgbClr val="C0C0C0"/>
                  </a:outerShdw>
                </a:effectLst>
                <a:latin typeface="Arial" charset="0"/>
                <a:ea typeface="黑体" pitchFamily="2" charset="-122"/>
              </a:rPr>
              <a:t>数据库服务器</a:t>
            </a:r>
          </a:p>
        </p:txBody>
      </p:sp>
      <p:sp>
        <p:nvSpPr>
          <p:cNvPr id="11" name="Line 9">
            <a:extLst>
              <a:ext uri="{FF2B5EF4-FFF2-40B4-BE49-F238E27FC236}">
                <a16:creationId xmlns:a16="http://schemas.microsoft.com/office/drawing/2014/main" id="{6D303ED1-55E7-AA64-482C-A5A41799FD45}"/>
              </a:ext>
            </a:extLst>
          </p:cNvPr>
          <p:cNvSpPr>
            <a:spLocks noChangeShapeType="1"/>
          </p:cNvSpPr>
          <p:nvPr/>
        </p:nvSpPr>
        <p:spPr bwMode="auto">
          <a:xfrm flipH="1">
            <a:off x="6832600" y="3370263"/>
            <a:ext cx="1330325" cy="3429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12" name="Line 10">
            <a:extLst>
              <a:ext uri="{FF2B5EF4-FFF2-40B4-BE49-F238E27FC236}">
                <a16:creationId xmlns:a16="http://schemas.microsoft.com/office/drawing/2014/main" id="{6435C16E-BFC3-145E-BDF9-415BE01623B2}"/>
              </a:ext>
            </a:extLst>
          </p:cNvPr>
          <p:cNvSpPr>
            <a:spLocks noChangeShapeType="1"/>
          </p:cNvSpPr>
          <p:nvPr/>
        </p:nvSpPr>
        <p:spPr bwMode="auto">
          <a:xfrm>
            <a:off x="6832600" y="4422775"/>
            <a:ext cx="1330325" cy="10715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13" name="Line 11">
            <a:extLst>
              <a:ext uri="{FF2B5EF4-FFF2-40B4-BE49-F238E27FC236}">
                <a16:creationId xmlns:a16="http://schemas.microsoft.com/office/drawing/2014/main" id="{4BBB53DE-978E-91A4-18EE-E0469533D374}"/>
              </a:ext>
            </a:extLst>
          </p:cNvPr>
          <p:cNvSpPr>
            <a:spLocks noChangeShapeType="1"/>
          </p:cNvSpPr>
          <p:nvPr/>
        </p:nvSpPr>
        <p:spPr bwMode="auto">
          <a:xfrm>
            <a:off x="6832600" y="4067175"/>
            <a:ext cx="1330325" cy="3651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14" name="Text Box 12">
            <a:extLst>
              <a:ext uri="{FF2B5EF4-FFF2-40B4-BE49-F238E27FC236}">
                <a16:creationId xmlns:a16="http://schemas.microsoft.com/office/drawing/2014/main" id="{F18104CF-8E88-9C01-8243-63957D5D490C}"/>
              </a:ext>
            </a:extLst>
          </p:cNvPr>
          <p:cNvSpPr txBox="1">
            <a:spLocks noChangeArrowheads="1"/>
          </p:cNvSpPr>
          <p:nvPr/>
        </p:nvSpPr>
        <p:spPr bwMode="auto">
          <a:xfrm>
            <a:off x="7404100" y="3005138"/>
            <a:ext cx="590550"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a:buFont typeface="Arial" charset="0"/>
              <a:buNone/>
              <a:defRPr/>
            </a:pPr>
            <a:r>
              <a:rPr lang="zh-CN" altLang="en-US">
                <a:solidFill>
                  <a:srgbClr val="CC0000"/>
                </a:solidFill>
                <a:effectLst>
                  <a:outerShdw blurRad="38100" dist="38100" dir="2700000" algn="tl">
                    <a:srgbClr val="C0C0C0"/>
                  </a:outerShdw>
                </a:effectLst>
                <a:latin typeface="Arial" charset="0"/>
                <a:ea typeface="黑体" pitchFamily="2" charset="-122"/>
              </a:rPr>
              <a:t>请求</a:t>
            </a:r>
          </a:p>
        </p:txBody>
      </p:sp>
      <p:sp>
        <p:nvSpPr>
          <p:cNvPr id="15" name="Text Box 13">
            <a:extLst>
              <a:ext uri="{FF2B5EF4-FFF2-40B4-BE49-F238E27FC236}">
                <a16:creationId xmlns:a16="http://schemas.microsoft.com/office/drawing/2014/main" id="{DF993ECB-B200-BC65-1BD5-E457DE68C173}"/>
              </a:ext>
            </a:extLst>
          </p:cNvPr>
          <p:cNvSpPr txBox="1">
            <a:spLocks noChangeArrowheads="1"/>
          </p:cNvSpPr>
          <p:nvPr/>
        </p:nvSpPr>
        <p:spPr bwMode="auto">
          <a:xfrm>
            <a:off x="7404100" y="3705225"/>
            <a:ext cx="59055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a:buFont typeface="Arial" charset="0"/>
              <a:buNone/>
              <a:defRPr/>
            </a:pPr>
            <a:r>
              <a:rPr lang="zh-CN" altLang="en-US">
                <a:solidFill>
                  <a:srgbClr val="CC0000"/>
                </a:solidFill>
                <a:effectLst>
                  <a:outerShdw blurRad="38100" dist="38100" dir="2700000" algn="tl">
                    <a:srgbClr val="C0C0C0"/>
                  </a:outerShdw>
                </a:effectLst>
                <a:latin typeface="Arial" charset="0"/>
                <a:ea typeface="黑体" pitchFamily="2" charset="-122"/>
              </a:rPr>
              <a:t>页面</a:t>
            </a:r>
          </a:p>
        </p:txBody>
      </p:sp>
      <p:sp>
        <p:nvSpPr>
          <p:cNvPr id="16" name="Text Box 14">
            <a:extLst>
              <a:ext uri="{FF2B5EF4-FFF2-40B4-BE49-F238E27FC236}">
                <a16:creationId xmlns:a16="http://schemas.microsoft.com/office/drawing/2014/main" id="{B91C2428-15B3-A207-3AED-5B97ED61B050}"/>
              </a:ext>
            </a:extLst>
          </p:cNvPr>
          <p:cNvSpPr txBox="1">
            <a:spLocks noChangeArrowheads="1"/>
          </p:cNvSpPr>
          <p:nvPr/>
        </p:nvSpPr>
        <p:spPr bwMode="auto">
          <a:xfrm>
            <a:off x="8999538" y="2652713"/>
            <a:ext cx="80645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solidFill>
                  <a:srgbClr val="CC0000"/>
                </a:solidFill>
                <a:effectLst>
                  <a:outerShdw blurRad="38100" dist="38100" dir="2700000" algn="tl">
                    <a:srgbClr val="C0C0C0"/>
                  </a:outerShdw>
                </a:effectLst>
                <a:latin typeface="黑体" pitchFamily="2" charset="-122"/>
                <a:ea typeface="黑体" pitchFamily="2" charset="-122"/>
              </a:rPr>
              <a:t>个人机</a:t>
            </a:r>
            <a:r>
              <a:rPr lang="en-US" altLang="zh-CN">
                <a:solidFill>
                  <a:srgbClr val="CC0000"/>
                </a:solidFill>
                <a:effectLst>
                  <a:outerShdw blurRad="38100" dist="38100" dir="2700000" algn="tl">
                    <a:srgbClr val="C0C0C0"/>
                  </a:outerShdw>
                </a:effectLst>
                <a:latin typeface="黑体" pitchFamily="2" charset="-122"/>
                <a:ea typeface="黑体" pitchFamily="2" charset="-122"/>
              </a:rPr>
              <a:t>1</a:t>
            </a:r>
          </a:p>
        </p:txBody>
      </p:sp>
      <p:sp>
        <p:nvSpPr>
          <p:cNvPr id="17" name="Text Box 15">
            <a:extLst>
              <a:ext uri="{FF2B5EF4-FFF2-40B4-BE49-F238E27FC236}">
                <a16:creationId xmlns:a16="http://schemas.microsoft.com/office/drawing/2014/main" id="{0E4B5173-33D1-907F-C764-D18BBE3FE80B}"/>
              </a:ext>
            </a:extLst>
          </p:cNvPr>
          <p:cNvSpPr txBox="1">
            <a:spLocks noChangeArrowheads="1"/>
          </p:cNvSpPr>
          <p:nvPr/>
        </p:nvSpPr>
        <p:spPr bwMode="auto">
          <a:xfrm>
            <a:off x="8999538" y="5130800"/>
            <a:ext cx="806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solidFill>
                  <a:srgbClr val="CC0000"/>
                </a:solidFill>
                <a:effectLst>
                  <a:outerShdw blurRad="38100" dist="38100" dir="2700000" algn="tl">
                    <a:srgbClr val="C0C0C0"/>
                  </a:outerShdw>
                </a:effectLst>
                <a:latin typeface="黑体" pitchFamily="2" charset="-122"/>
                <a:ea typeface="黑体" pitchFamily="2" charset="-122"/>
              </a:rPr>
              <a:t>个人机</a:t>
            </a:r>
            <a:r>
              <a:rPr lang="en-US" altLang="zh-CN">
                <a:solidFill>
                  <a:srgbClr val="CC0000"/>
                </a:solidFill>
                <a:effectLst>
                  <a:outerShdw blurRad="38100" dist="38100" dir="2700000" algn="tl">
                    <a:srgbClr val="C0C0C0"/>
                  </a:outerShdw>
                </a:effectLst>
                <a:latin typeface="黑体" pitchFamily="2" charset="-122"/>
                <a:ea typeface="黑体" pitchFamily="2" charset="-122"/>
              </a:rPr>
              <a:t>N</a:t>
            </a:r>
          </a:p>
        </p:txBody>
      </p:sp>
      <p:sp>
        <p:nvSpPr>
          <p:cNvPr id="18" name="Text Box 16">
            <a:extLst>
              <a:ext uri="{FF2B5EF4-FFF2-40B4-BE49-F238E27FC236}">
                <a16:creationId xmlns:a16="http://schemas.microsoft.com/office/drawing/2014/main" id="{BFA87652-37B2-EF3D-DB10-97DF79FC931F}"/>
              </a:ext>
            </a:extLst>
          </p:cNvPr>
          <p:cNvSpPr txBox="1">
            <a:spLocks noChangeArrowheads="1"/>
          </p:cNvSpPr>
          <p:nvPr/>
        </p:nvSpPr>
        <p:spPr bwMode="auto">
          <a:xfrm>
            <a:off x="8999538" y="3900488"/>
            <a:ext cx="80645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solidFill>
                  <a:srgbClr val="CC0000"/>
                </a:solidFill>
                <a:effectLst>
                  <a:outerShdw blurRad="38100" dist="38100" dir="2700000" algn="tl">
                    <a:srgbClr val="C0C0C0"/>
                  </a:outerShdw>
                </a:effectLst>
                <a:latin typeface="黑体" pitchFamily="2" charset="-122"/>
                <a:ea typeface="黑体" pitchFamily="2" charset="-122"/>
              </a:rPr>
              <a:t>个人机</a:t>
            </a:r>
            <a:r>
              <a:rPr lang="en-US" altLang="zh-CN">
                <a:solidFill>
                  <a:srgbClr val="CC0000"/>
                </a:solidFill>
                <a:effectLst>
                  <a:outerShdw blurRad="38100" dist="38100" dir="2700000" algn="tl">
                    <a:srgbClr val="C0C0C0"/>
                  </a:outerShdw>
                </a:effectLst>
                <a:latin typeface="黑体" pitchFamily="2" charset="-122"/>
                <a:ea typeface="黑体" pitchFamily="2" charset="-122"/>
              </a:rPr>
              <a:t>2</a:t>
            </a:r>
          </a:p>
        </p:txBody>
      </p:sp>
      <p:pic>
        <p:nvPicPr>
          <p:cNvPr id="8208" name="Picture 18" descr="tu">
            <a:extLst>
              <a:ext uri="{FF2B5EF4-FFF2-40B4-BE49-F238E27FC236}">
                <a16:creationId xmlns:a16="http://schemas.microsoft.com/office/drawing/2014/main" id="{32E9CEA4-5F40-CE8B-919A-E8D1B840ED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2925" y="2662238"/>
            <a:ext cx="83502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9" name="Picture 19" descr="tu">
            <a:extLst>
              <a:ext uri="{FF2B5EF4-FFF2-40B4-BE49-F238E27FC236}">
                <a16:creationId xmlns:a16="http://schemas.microsoft.com/office/drawing/2014/main" id="{3DCD67C6-8D02-71FD-B09F-5EF7521C2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750" y="5145088"/>
            <a:ext cx="835025"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0" name="Picture 20" descr="tu">
            <a:extLst>
              <a:ext uri="{FF2B5EF4-FFF2-40B4-BE49-F238E27FC236}">
                <a16:creationId xmlns:a16="http://schemas.microsoft.com/office/drawing/2014/main" id="{5F515884-9DE5-3202-CD10-704852422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750" y="3905250"/>
            <a:ext cx="835025"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11" name="Group 21">
            <a:extLst>
              <a:ext uri="{FF2B5EF4-FFF2-40B4-BE49-F238E27FC236}">
                <a16:creationId xmlns:a16="http://schemas.microsoft.com/office/drawing/2014/main" id="{62113B50-2698-3068-7CC8-4426A7D5AD5E}"/>
              </a:ext>
            </a:extLst>
          </p:cNvPr>
          <p:cNvGrpSpPr>
            <a:grpSpLocks/>
          </p:cNvGrpSpPr>
          <p:nvPr/>
        </p:nvGrpSpPr>
        <p:grpSpPr bwMode="auto">
          <a:xfrm>
            <a:off x="3419475" y="2838450"/>
            <a:ext cx="1327150" cy="2714625"/>
            <a:chOff x="2378" y="694"/>
            <a:chExt cx="802" cy="1252"/>
          </a:xfrm>
        </p:grpSpPr>
        <p:grpSp>
          <p:nvGrpSpPr>
            <p:cNvPr id="8258" name="Group 22">
              <a:extLst>
                <a:ext uri="{FF2B5EF4-FFF2-40B4-BE49-F238E27FC236}">
                  <a16:creationId xmlns:a16="http://schemas.microsoft.com/office/drawing/2014/main" id="{59727A27-77C7-EC41-9431-4E3A17FE7C7B}"/>
                </a:ext>
              </a:extLst>
            </p:cNvPr>
            <p:cNvGrpSpPr>
              <a:grpSpLocks/>
            </p:cNvGrpSpPr>
            <p:nvPr/>
          </p:nvGrpSpPr>
          <p:grpSpPr bwMode="auto">
            <a:xfrm>
              <a:off x="2734" y="771"/>
              <a:ext cx="446" cy="1175"/>
              <a:chOff x="2734" y="771"/>
              <a:chExt cx="446" cy="1175"/>
            </a:xfrm>
          </p:grpSpPr>
          <p:sp>
            <p:nvSpPr>
              <p:cNvPr id="52" name="Freeform 23">
                <a:extLst>
                  <a:ext uri="{FF2B5EF4-FFF2-40B4-BE49-F238E27FC236}">
                    <a16:creationId xmlns:a16="http://schemas.microsoft.com/office/drawing/2014/main" id="{A84E2F26-FEE3-225D-FE74-90798CCBF8A1}"/>
                  </a:ext>
                </a:extLst>
              </p:cNvPr>
              <p:cNvSpPr>
                <a:spLocks/>
              </p:cNvSpPr>
              <p:nvPr/>
            </p:nvSpPr>
            <p:spPr bwMode="auto">
              <a:xfrm>
                <a:off x="2734" y="771"/>
                <a:ext cx="446" cy="1175"/>
              </a:xfrm>
              <a:custGeom>
                <a:avLst/>
                <a:gdLst>
                  <a:gd name="T0" fmla="*/ 0 w 446"/>
                  <a:gd name="T1" fmla="*/ 196 h 1175"/>
                  <a:gd name="T2" fmla="*/ 0 w 446"/>
                  <a:gd name="T3" fmla="*/ 1175 h 1175"/>
                  <a:gd name="T4" fmla="*/ 446 w 446"/>
                  <a:gd name="T5" fmla="*/ 897 h 1175"/>
                  <a:gd name="T6" fmla="*/ 446 w 446"/>
                  <a:gd name="T7" fmla="*/ 0 h 1175"/>
                  <a:gd name="T8" fmla="*/ 0 w 446"/>
                  <a:gd name="T9" fmla="*/ 196 h 1175"/>
                </a:gdLst>
                <a:ahLst/>
                <a:cxnLst>
                  <a:cxn ang="0">
                    <a:pos x="T0" y="T1"/>
                  </a:cxn>
                  <a:cxn ang="0">
                    <a:pos x="T2" y="T3"/>
                  </a:cxn>
                  <a:cxn ang="0">
                    <a:pos x="T4" y="T5"/>
                  </a:cxn>
                  <a:cxn ang="0">
                    <a:pos x="T6" y="T7"/>
                  </a:cxn>
                  <a:cxn ang="0">
                    <a:pos x="T8" y="T9"/>
                  </a:cxn>
                </a:cxnLst>
                <a:rect l="0" t="0" r="r" b="b"/>
                <a:pathLst>
                  <a:path w="446" h="1175">
                    <a:moveTo>
                      <a:pt x="0" y="196"/>
                    </a:moveTo>
                    <a:lnTo>
                      <a:pt x="0" y="1175"/>
                    </a:lnTo>
                    <a:lnTo>
                      <a:pt x="446" y="897"/>
                    </a:lnTo>
                    <a:lnTo>
                      <a:pt x="446" y="0"/>
                    </a:lnTo>
                    <a:lnTo>
                      <a:pt x="0" y="196"/>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53" name="Freeform 24">
                <a:extLst>
                  <a:ext uri="{FF2B5EF4-FFF2-40B4-BE49-F238E27FC236}">
                    <a16:creationId xmlns:a16="http://schemas.microsoft.com/office/drawing/2014/main" id="{1FAF6FB5-9CC4-7FA0-B03A-00AD2939DBF9}"/>
                  </a:ext>
                </a:extLst>
              </p:cNvPr>
              <p:cNvSpPr>
                <a:spLocks/>
              </p:cNvSpPr>
              <p:nvPr/>
            </p:nvSpPr>
            <p:spPr bwMode="auto">
              <a:xfrm>
                <a:off x="2734" y="771"/>
                <a:ext cx="446" cy="1175"/>
              </a:xfrm>
              <a:custGeom>
                <a:avLst/>
                <a:gdLst>
                  <a:gd name="T0" fmla="*/ 0 w 446"/>
                  <a:gd name="T1" fmla="*/ 196 h 1175"/>
                  <a:gd name="T2" fmla="*/ 0 w 446"/>
                  <a:gd name="T3" fmla="*/ 1175 h 1175"/>
                  <a:gd name="T4" fmla="*/ 446 w 446"/>
                  <a:gd name="T5" fmla="*/ 897 h 1175"/>
                  <a:gd name="T6" fmla="*/ 446 w 446"/>
                  <a:gd name="T7" fmla="*/ 0 h 1175"/>
                  <a:gd name="T8" fmla="*/ 0 w 446"/>
                  <a:gd name="T9" fmla="*/ 196 h 1175"/>
                </a:gdLst>
                <a:ahLst/>
                <a:cxnLst>
                  <a:cxn ang="0">
                    <a:pos x="T0" y="T1"/>
                  </a:cxn>
                  <a:cxn ang="0">
                    <a:pos x="T2" y="T3"/>
                  </a:cxn>
                  <a:cxn ang="0">
                    <a:pos x="T4" y="T5"/>
                  </a:cxn>
                  <a:cxn ang="0">
                    <a:pos x="T6" y="T7"/>
                  </a:cxn>
                  <a:cxn ang="0">
                    <a:pos x="T8" y="T9"/>
                  </a:cxn>
                </a:cxnLst>
                <a:rect l="0" t="0" r="r" b="b"/>
                <a:pathLst>
                  <a:path w="446" h="1175">
                    <a:moveTo>
                      <a:pt x="0" y="196"/>
                    </a:moveTo>
                    <a:lnTo>
                      <a:pt x="0" y="1175"/>
                    </a:lnTo>
                    <a:lnTo>
                      <a:pt x="446" y="897"/>
                    </a:lnTo>
                    <a:lnTo>
                      <a:pt x="446" y="0"/>
                    </a:lnTo>
                    <a:lnTo>
                      <a:pt x="0" y="196"/>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nvGrpSpPr>
            <p:cNvPr id="8259" name="Group 25">
              <a:extLst>
                <a:ext uri="{FF2B5EF4-FFF2-40B4-BE49-F238E27FC236}">
                  <a16:creationId xmlns:a16="http://schemas.microsoft.com/office/drawing/2014/main" id="{E7AFE2F5-6B95-41B5-0118-C2F32853A932}"/>
                </a:ext>
              </a:extLst>
            </p:cNvPr>
            <p:cNvGrpSpPr>
              <a:grpSpLocks/>
            </p:cNvGrpSpPr>
            <p:nvPr/>
          </p:nvGrpSpPr>
          <p:grpSpPr bwMode="auto">
            <a:xfrm>
              <a:off x="2383" y="884"/>
              <a:ext cx="351" cy="1062"/>
              <a:chOff x="2383" y="884"/>
              <a:chExt cx="351" cy="1062"/>
            </a:xfrm>
          </p:grpSpPr>
          <p:sp>
            <p:nvSpPr>
              <p:cNvPr id="50" name="Freeform 26">
                <a:extLst>
                  <a:ext uri="{FF2B5EF4-FFF2-40B4-BE49-F238E27FC236}">
                    <a16:creationId xmlns:a16="http://schemas.microsoft.com/office/drawing/2014/main" id="{6D29D49C-08E7-8467-74B0-99AC62266A0A}"/>
                  </a:ext>
                </a:extLst>
              </p:cNvPr>
              <p:cNvSpPr>
                <a:spLocks/>
              </p:cNvSpPr>
              <p:nvPr/>
            </p:nvSpPr>
            <p:spPr bwMode="auto">
              <a:xfrm>
                <a:off x="2383" y="884"/>
                <a:ext cx="351" cy="1062"/>
              </a:xfrm>
              <a:custGeom>
                <a:avLst/>
                <a:gdLst>
                  <a:gd name="T0" fmla="*/ 351 w 351"/>
                  <a:gd name="T1" fmla="*/ 84 h 1062"/>
                  <a:gd name="T2" fmla="*/ 351 w 351"/>
                  <a:gd name="T3" fmla="*/ 1062 h 1062"/>
                  <a:gd name="T4" fmla="*/ 1 w 351"/>
                  <a:gd name="T5" fmla="*/ 964 h 1062"/>
                  <a:gd name="T6" fmla="*/ 0 w 351"/>
                  <a:gd name="T7" fmla="*/ 0 h 1062"/>
                  <a:gd name="T8" fmla="*/ 351 w 351"/>
                  <a:gd name="T9" fmla="*/ 84 h 1062"/>
                </a:gdLst>
                <a:ahLst/>
                <a:cxnLst>
                  <a:cxn ang="0">
                    <a:pos x="T0" y="T1"/>
                  </a:cxn>
                  <a:cxn ang="0">
                    <a:pos x="T2" y="T3"/>
                  </a:cxn>
                  <a:cxn ang="0">
                    <a:pos x="T4" y="T5"/>
                  </a:cxn>
                  <a:cxn ang="0">
                    <a:pos x="T6" y="T7"/>
                  </a:cxn>
                  <a:cxn ang="0">
                    <a:pos x="T8" y="T9"/>
                  </a:cxn>
                </a:cxnLst>
                <a:rect l="0" t="0" r="r" b="b"/>
                <a:pathLst>
                  <a:path w="351" h="1062">
                    <a:moveTo>
                      <a:pt x="351" y="84"/>
                    </a:moveTo>
                    <a:lnTo>
                      <a:pt x="351" y="1062"/>
                    </a:lnTo>
                    <a:lnTo>
                      <a:pt x="1" y="964"/>
                    </a:lnTo>
                    <a:lnTo>
                      <a:pt x="0" y="0"/>
                    </a:lnTo>
                    <a:lnTo>
                      <a:pt x="351" y="8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51" name="Freeform 27">
                <a:extLst>
                  <a:ext uri="{FF2B5EF4-FFF2-40B4-BE49-F238E27FC236}">
                    <a16:creationId xmlns:a16="http://schemas.microsoft.com/office/drawing/2014/main" id="{F44CFBD2-E6C5-9D03-37F8-363610BE0F97}"/>
                  </a:ext>
                </a:extLst>
              </p:cNvPr>
              <p:cNvSpPr>
                <a:spLocks/>
              </p:cNvSpPr>
              <p:nvPr/>
            </p:nvSpPr>
            <p:spPr bwMode="auto">
              <a:xfrm>
                <a:off x="2383" y="884"/>
                <a:ext cx="351" cy="1062"/>
              </a:xfrm>
              <a:custGeom>
                <a:avLst/>
                <a:gdLst>
                  <a:gd name="T0" fmla="*/ 351 w 351"/>
                  <a:gd name="T1" fmla="*/ 84 h 1062"/>
                  <a:gd name="T2" fmla="*/ 351 w 351"/>
                  <a:gd name="T3" fmla="*/ 1062 h 1062"/>
                  <a:gd name="T4" fmla="*/ 1 w 351"/>
                  <a:gd name="T5" fmla="*/ 964 h 1062"/>
                  <a:gd name="T6" fmla="*/ 0 w 351"/>
                  <a:gd name="T7" fmla="*/ 0 h 1062"/>
                  <a:gd name="T8" fmla="*/ 351 w 351"/>
                  <a:gd name="T9" fmla="*/ 84 h 1062"/>
                </a:gdLst>
                <a:ahLst/>
                <a:cxnLst>
                  <a:cxn ang="0">
                    <a:pos x="T0" y="T1"/>
                  </a:cxn>
                  <a:cxn ang="0">
                    <a:pos x="T2" y="T3"/>
                  </a:cxn>
                  <a:cxn ang="0">
                    <a:pos x="T4" y="T5"/>
                  </a:cxn>
                  <a:cxn ang="0">
                    <a:pos x="T6" y="T7"/>
                  </a:cxn>
                  <a:cxn ang="0">
                    <a:pos x="T8" y="T9"/>
                  </a:cxn>
                </a:cxnLst>
                <a:rect l="0" t="0" r="r" b="b"/>
                <a:pathLst>
                  <a:path w="351" h="1062">
                    <a:moveTo>
                      <a:pt x="351" y="84"/>
                    </a:moveTo>
                    <a:lnTo>
                      <a:pt x="351" y="1062"/>
                    </a:lnTo>
                    <a:lnTo>
                      <a:pt x="1" y="964"/>
                    </a:lnTo>
                    <a:lnTo>
                      <a:pt x="0" y="0"/>
                    </a:lnTo>
                    <a:lnTo>
                      <a:pt x="351" y="84"/>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nvGrpSpPr>
            <p:cNvPr id="8260" name="Group 28">
              <a:extLst>
                <a:ext uri="{FF2B5EF4-FFF2-40B4-BE49-F238E27FC236}">
                  <a16:creationId xmlns:a16="http://schemas.microsoft.com/office/drawing/2014/main" id="{C4F16095-E6BB-206F-0431-87DDA77864E0}"/>
                </a:ext>
              </a:extLst>
            </p:cNvPr>
            <p:cNvGrpSpPr>
              <a:grpSpLocks/>
            </p:cNvGrpSpPr>
            <p:nvPr/>
          </p:nvGrpSpPr>
          <p:grpSpPr bwMode="auto">
            <a:xfrm>
              <a:off x="2425" y="950"/>
              <a:ext cx="253" cy="942"/>
              <a:chOff x="2425" y="950"/>
              <a:chExt cx="253" cy="942"/>
            </a:xfrm>
          </p:grpSpPr>
          <p:sp>
            <p:nvSpPr>
              <p:cNvPr id="48" name="Freeform 29">
                <a:extLst>
                  <a:ext uri="{FF2B5EF4-FFF2-40B4-BE49-F238E27FC236}">
                    <a16:creationId xmlns:a16="http://schemas.microsoft.com/office/drawing/2014/main" id="{2D6B344E-F3AF-9743-00AA-CC28DB2995BF}"/>
                  </a:ext>
                </a:extLst>
              </p:cNvPr>
              <p:cNvSpPr>
                <a:spLocks/>
              </p:cNvSpPr>
              <p:nvPr/>
            </p:nvSpPr>
            <p:spPr bwMode="auto">
              <a:xfrm>
                <a:off x="2425" y="950"/>
                <a:ext cx="253" cy="942"/>
              </a:xfrm>
              <a:custGeom>
                <a:avLst/>
                <a:gdLst>
                  <a:gd name="T0" fmla="*/ 0 w 253"/>
                  <a:gd name="T1" fmla="*/ 9 h 942"/>
                  <a:gd name="T2" fmla="*/ 0 w 253"/>
                  <a:gd name="T3" fmla="*/ 871 h 942"/>
                  <a:gd name="T4" fmla="*/ 253 w 253"/>
                  <a:gd name="T5" fmla="*/ 942 h 942"/>
                  <a:gd name="T6" fmla="*/ 252 w 253"/>
                  <a:gd name="T7" fmla="*/ 64 h 942"/>
                  <a:gd name="T8" fmla="*/ 0 w 253"/>
                  <a:gd name="T9" fmla="*/ 0 h 942"/>
                  <a:gd name="T10" fmla="*/ 0 w 253"/>
                  <a:gd name="T11" fmla="*/ 9 h 942"/>
                </a:gdLst>
                <a:ahLst/>
                <a:cxnLst>
                  <a:cxn ang="0">
                    <a:pos x="T0" y="T1"/>
                  </a:cxn>
                  <a:cxn ang="0">
                    <a:pos x="T2" y="T3"/>
                  </a:cxn>
                  <a:cxn ang="0">
                    <a:pos x="T4" y="T5"/>
                  </a:cxn>
                  <a:cxn ang="0">
                    <a:pos x="T6" y="T7"/>
                  </a:cxn>
                  <a:cxn ang="0">
                    <a:pos x="T8" y="T9"/>
                  </a:cxn>
                  <a:cxn ang="0">
                    <a:pos x="T10" y="T11"/>
                  </a:cxn>
                </a:cxnLst>
                <a:rect l="0" t="0" r="r" b="b"/>
                <a:pathLst>
                  <a:path w="253" h="942">
                    <a:moveTo>
                      <a:pt x="0" y="9"/>
                    </a:moveTo>
                    <a:lnTo>
                      <a:pt x="0" y="871"/>
                    </a:lnTo>
                    <a:lnTo>
                      <a:pt x="253" y="942"/>
                    </a:lnTo>
                    <a:lnTo>
                      <a:pt x="252" y="64"/>
                    </a:lnTo>
                    <a:lnTo>
                      <a:pt x="0" y="0"/>
                    </a:lnTo>
                    <a:lnTo>
                      <a:pt x="0" y="9"/>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9" name="Freeform 30">
                <a:extLst>
                  <a:ext uri="{FF2B5EF4-FFF2-40B4-BE49-F238E27FC236}">
                    <a16:creationId xmlns:a16="http://schemas.microsoft.com/office/drawing/2014/main" id="{79A9F217-4316-F85B-8B2D-1D6F4CD6526B}"/>
                  </a:ext>
                </a:extLst>
              </p:cNvPr>
              <p:cNvSpPr>
                <a:spLocks/>
              </p:cNvSpPr>
              <p:nvPr/>
            </p:nvSpPr>
            <p:spPr bwMode="auto">
              <a:xfrm>
                <a:off x="2425" y="950"/>
                <a:ext cx="253" cy="942"/>
              </a:xfrm>
              <a:custGeom>
                <a:avLst/>
                <a:gdLst>
                  <a:gd name="T0" fmla="*/ 0 w 253"/>
                  <a:gd name="T1" fmla="*/ 9 h 942"/>
                  <a:gd name="T2" fmla="*/ 0 w 253"/>
                  <a:gd name="T3" fmla="*/ 871 h 942"/>
                  <a:gd name="T4" fmla="*/ 253 w 253"/>
                  <a:gd name="T5" fmla="*/ 942 h 942"/>
                  <a:gd name="T6" fmla="*/ 252 w 253"/>
                  <a:gd name="T7" fmla="*/ 64 h 942"/>
                  <a:gd name="T8" fmla="*/ 0 w 253"/>
                  <a:gd name="T9" fmla="*/ 0 h 942"/>
                </a:gdLst>
                <a:ahLst/>
                <a:cxnLst>
                  <a:cxn ang="0">
                    <a:pos x="T0" y="T1"/>
                  </a:cxn>
                  <a:cxn ang="0">
                    <a:pos x="T2" y="T3"/>
                  </a:cxn>
                  <a:cxn ang="0">
                    <a:pos x="T4" y="T5"/>
                  </a:cxn>
                  <a:cxn ang="0">
                    <a:pos x="T6" y="T7"/>
                  </a:cxn>
                  <a:cxn ang="0">
                    <a:pos x="T8" y="T9"/>
                  </a:cxn>
                </a:cxnLst>
                <a:rect l="0" t="0" r="r" b="b"/>
                <a:pathLst>
                  <a:path w="253" h="942">
                    <a:moveTo>
                      <a:pt x="0" y="9"/>
                    </a:moveTo>
                    <a:lnTo>
                      <a:pt x="0" y="871"/>
                    </a:lnTo>
                    <a:lnTo>
                      <a:pt x="253" y="942"/>
                    </a:lnTo>
                    <a:lnTo>
                      <a:pt x="252" y="64"/>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26" name="Line 31">
              <a:extLst>
                <a:ext uri="{FF2B5EF4-FFF2-40B4-BE49-F238E27FC236}">
                  <a16:creationId xmlns:a16="http://schemas.microsoft.com/office/drawing/2014/main" id="{A278A9AA-3B8E-178A-93A5-56EAB30D3489}"/>
                </a:ext>
              </a:extLst>
            </p:cNvPr>
            <p:cNvSpPr>
              <a:spLocks noChangeShapeType="1"/>
            </p:cNvSpPr>
            <p:nvPr/>
          </p:nvSpPr>
          <p:spPr bwMode="auto">
            <a:xfrm>
              <a:off x="2429" y="1779"/>
              <a:ext cx="243"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8262" name="Group 32">
              <a:extLst>
                <a:ext uri="{FF2B5EF4-FFF2-40B4-BE49-F238E27FC236}">
                  <a16:creationId xmlns:a16="http://schemas.microsoft.com/office/drawing/2014/main" id="{C5084918-7690-BF6D-FC39-1C32EE13EAD2}"/>
                </a:ext>
              </a:extLst>
            </p:cNvPr>
            <p:cNvGrpSpPr>
              <a:grpSpLocks/>
            </p:cNvGrpSpPr>
            <p:nvPr/>
          </p:nvGrpSpPr>
          <p:grpSpPr bwMode="auto">
            <a:xfrm>
              <a:off x="2425" y="1075"/>
              <a:ext cx="253" cy="354"/>
              <a:chOff x="2425" y="1075"/>
              <a:chExt cx="253" cy="354"/>
            </a:xfrm>
          </p:grpSpPr>
          <p:sp>
            <p:nvSpPr>
              <p:cNvPr id="46" name="Freeform 33">
                <a:extLst>
                  <a:ext uri="{FF2B5EF4-FFF2-40B4-BE49-F238E27FC236}">
                    <a16:creationId xmlns:a16="http://schemas.microsoft.com/office/drawing/2014/main" id="{72E14B9E-B0F7-01F7-78C1-78142BD356E1}"/>
                  </a:ext>
                </a:extLst>
              </p:cNvPr>
              <p:cNvSpPr>
                <a:spLocks/>
              </p:cNvSpPr>
              <p:nvPr/>
            </p:nvSpPr>
            <p:spPr bwMode="auto">
              <a:xfrm>
                <a:off x="2425" y="1075"/>
                <a:ext cx="253" cy="354"/>
              </a:xfrm>
              <a:custGeom>
                <a:avLst/>
                <a:gdLst>
                  <a:gd name="T0" fmla="*/ 1 w 253"/>
                  <a:gd name="T1" fmla="*/ 0 h 354"/>
                  <a:gd name="T2" fmla="*/ 253 w 253"/>
                  <a:gd name="T3" fmla="*/ 62 h 354"/>
                  <a:gd name="T4" fmla="*/ 253 w 253"/>
                  <a:gd name="T5" fmla="*/ 354 h 354"/>
                  <a:gd name="T6" fmla="*/ 0 w 253"/>
                  <a:gd name="T7" fmla="*/ 287 h 354"/>
                  <a:gd name="T8" fmla="*/ 1 w 253"/>
                  <a:gd name="T9" fmla="*/ 0 h 354"/>
                </a:gdLst>
                <a:ahLst/>
                <a:cxnLst>
                  <a:cxn ang="0">
                    <a:pos x="T0" y="T1"/>
                  </a:cxn>
                  <a:cxn ang="0">
                    <a:pos x="T2" y="T3"/>
                  </a:cxn>
                  <a:cxn ang="0">
                    <a:pos x="T4" y="T5"/>
                  </a:cxn>
                  <a:cxn ang="0">
                    <a:pos x="T6" y="T7"/>
                  </a:cxn>
                  <a:cxn ang="0">
                    <a:pos x="T8" y="T9"/>
                  </a:cxn>
                </a:cxnLst>
                <a:rect l="0" t="0" r="r" b="b"/>
                <a:pathLst>
                  <a:path w="253" h="354">
                    <a:moveTo>
                      <a:pt x="1" y="0"/>
                    </a:moveTo>
                    <a:lnTo>
                      <a:pt x="253" y="62"/>
                    </a:lnTo>
                    <a:lnTo>
                      <a:pt x="253" y="354"/>
                    </a:lnTo>
                    <a:lnTo>
                      <a:pt x="0" y="287"/>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7" name="Freeform 34">
                <a:extLst>
                  <a:ext uri="{FF2B5EF4-FFF2-40B4-BE49-F238E27FC236}">
                    <a16:creationId xmlns:a16="http://schemas.microsoft.com/office/drawing/2014/main" id="{D7C368B9-6EEA-42FD-11F6-70987AE81BA4}"/>
                  </a:ext>
                </a:extLst>
              </p:cNvPr>
              <p:cNvSpPr>
                <a:spLocks/>
              </p:cNvSpPr>
              <p:nvPr/>
            </p:nvSpPr>
            <p:spPr bwMode="auto">
              <a:xfrm>
                <a:off x="2425" y="1075"/>
                <a:ext cx="253" cy="354"/>
              </a:xfrm>
              <a:custGeom>
                <a:avLst/>
                <a:gdLst>
                  <a:gd name="T0" fmla="*/ 1 w 253"/>
                  <a:gd name="T1" fmla="*/ 0 h 354"/>
                  <a:gd name="T2" fmla="*/ 253 w 253"/>
                  <a:gd name="T3" fmla="*/ 62 h 354"/>
                  <a:gd name="T4" fmla="*/ 253 w 253"/>
                  <a:gd name="T5" fmla="*/ 354 h 354"/>
                  <a:gd name="T6" fmla="*/ 0 w 253"/>
                  <a:gd name="T7" fmla="*/ 287 h 354"/>
                  <a:gd name="T8" fmla="*/ 1 w 253"/>
                  <a:gd name="T9" fmla="*/ 0 h 354"/>
                </a:gdLst>
                <a:ahLst/>
                <a:cxnLst>
                  <a:cxn ang="0">
                    <a:pos x="T0" y="T1"/>
                  </a:cxn>
                  <a:cxn ang="0">
                    <a:pos x="T2" y="T3"/>
                  </a:cxn>
                  <a:cxn ang="0">
                    <a:pos x="T4" y="T5"/>
                  </a:cxn>
                  <a:cxn ang="0">
                    <a:pos x="T6" y="T7"/>
                  </a:cxn>
                  <a:cxn ang="0">
                    <a:pos x="T8" y="T9"/>
                  </a:cxn>
                </a:cxnLst>
                <a:rect l="0" t="0" r="r" b="b"/>
                <a:pathLst>
                  <a:path w="253" h="354">
                    <a:moveTo>
                      <a:pt x="1" y="0"/>
                    </a:moveTo>
                    <a:lnTo>
                      <a:pt x="253" y="62"/>
                    </a:lnTo>
                    <a:lnTo>
                      <a:pt x="253" y="354"/>
                    </a:lnTo>
                    <a:lnTo>
                      <a:pt x="0" y="287"/>
                    </a:lnTo>
                    <a:lnTo>
                      <a:pt x="1"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30" name="Line 35">
              <a:extLst>
                <a:ext uri="{FF2B5EF4-FFF2-40B4-BE49-F238E27FC236}">
                  <a16:creationId xmlns:a16="http://schemas.microsoft.com/office/drawing/2014/main" id="{E48CA787-213B-65F9-54FF-465DB2AFBC84}"/>
                </a:ext>
              </a:extLst>
            </p:cNvPr>
            <p:cNvSpPr>
              <a:spLocks noChangeShapeType="1"/>
            </p:cNvSpPr>
            <p:nvPr/>
          </p:nvSpPr>
          <p:spPr bwMode="auto">
            <a:xfrm>
              <a:off x="2432" y="1177"/>
              <a:ext cx="248"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1" name="Line 36">
              <a:extLst>
                <a:ext uri="{FF2B5EF4-FFF2-40B4-BE49-F238E27FC236}">
                  <a16:creationId xmlns:a16="http://schemas.microsoft.com/office/drawing/2014/main" id="{97B1B9EA-CA18-8EC1-943D-8C45BD46DFC7}"/>
                </a:ext>
              </a:extLst>
            </p:cNvPr>
            <p:cNvSpPr>
              <a:spLocks noChangeShapeType="1"/>
            </p:cNvSpPr>
            <p:nvPr/>
          </p:nvSpPr>
          <p:spPr bwMode="auto">
            <a:xfrm>
              <a:off x="2432" y="1275"/>
              <a:ext cx="248" cy="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2" name="Line 37">
              <a:extLst>
                <a:ext uri="{FF2B5EF4-FFF2-40B4-BE49-F238E27FC236}">
                  <a16:creationId xmlns:a16="http://schemas.microsoft.com/office/drawing/2014/main" id="{7AAF2A1B-EEEB-1E92-F2C7-01913CD5A4A4}"/>
                </a:ext>
              </a:extLst>
            </p:cNvPr>
            <p:cNvSpPr>
              <a:spLocks noChangeShapeType="1"/>
            </p:cNvSpPr>
            <p:nvPr/>
          </p:nvSpPr>
          <p:spPr bwMode="auto">
            <a:xfrm>
              <a:off x="2463" y="1134"/>
              <a:ext cx="175" cy="35"/>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3" name="Oval 38">
              <a:extLst>
                <a:ext uri="{FF2B5EF4-FFF2-40B4-BE49-F238E27FC236}">
                  <a16:creationId xmlns:a16="http://schemas.microsoft.com/office/drawing/2014/main" id="{1081F30F-1F70-9DB8-8105-D8F574ACA2E3}"/>
                </a:ext>
              </a:extLst>
            </p:cNvPr>
            <p:cNvSpPr>
              <a:spLocks noChangeArrowheads="1"/>
            </p:cNvSpPr>
            <p:nvPr/>
          </p:nvSpPr>
          <p:spPr bwMode="auto">
            <a:xfrm>
              <a:off x="2453" y="996"/>
              <a:ext cx="40" cy="23"/>
            </a:xfrm>
            <a:prstGeom prst="ellipse">
              <a:avLst/>
            </a:prstGeom>
            <a:solidFill>
              <a:srgbClr val="DC008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4" name="Freeform 39">
              <a:extLst>
                <a:ext uri="{FF2B5EF4-FFF2-40B4-BE49-F238E27FC236}">
                  <a16:creationId xmlns:a16="http://schemas.microsoft.com/office/drawing/2014/main" id="{E40138D7-DE11-46D3-EBB1-17ACF53059BC}"/>
                </a:ext>
              </a:extLst>
            </p:cNvPr>
            <p:cNvSpPr>
              <a:spLocks/>
            </p:cNvSpPr>
            <p:nvPr/>
          </p:nvSpPr>
          <p:spPr bwMode="auto">
            <a:xfrm>
              <a:off x="2501" y="1130"/>
              <a:ext cx="93" cy="48"/>
            </a:xfrm>
            <a:custGeom>
              <a:avLst/>
              <a:gdLst>
                <a:gd name="T0" fmla="*/ 0 w 93"/>
                <a:gd name="T1" fmla="*/ 0 h 47"/>
                <a:gd name="T2" fmla="*/ 0 w 93"/>
                <a:gd name="T3" fmla="*/ 28 h 47"/>
                <a:gd name="T4" fmla="*/ 93 w 93"/>
                <a:gd name="T5" fmla="*/ 47 h 47"/>
                <a:gd name="T6" fmla="*/ 93 w 93"/>
                <a:gd name="T7" fmla="*/ 19 h 47"/>
                <a:gd name="T8" fmla="*/ 0 w 93"/>
                <a:gd name="T9" fmla="*/ 0 h 47"/>
              </a:gdLst>
              <a:ahLst/>
              <a:cxnLst>
                <a:cxn ang="0">
                  <a:pos x="T0" y="T1"/>
                </a:cxn>
                <a:cxn ang="0">
                  <a:pos x="T2" y="T3"/>
                </a:cxn>
                <a:cxn ang="0">
                  <a:pos x="T4" y="T5"/>
                </a:cxn>
                <a:cxn ang="0">
                  <a:pos x="T6" y="T7"/>
                </a:cxn>
                <a:cxn ang="0">
                  <a:pos x="T8" y="T9"/>
                </a:cxn>
              </a:cxnLst>
              <a:rect l="0" t="0" r="r" b="b"/>
              <a:pathLst>
                <a:path w="93" h="47">
                  <a:moveTo>
                    <a:pt x="0" y="0"/>
                  </a:moveTo>
                  <a:lnTo>
                    <a:pt x="0" y="28"/>
                  </a:lnTo>
                  <a:lnTo>
                    <a:pt x="93" y="47"/>
                  </a:lnTo>
                  <a:lnTo>
                    <a:pt x="93" y="19"/>
                  </a:lnTo>
                  <a:lnTo>
                    <a:pt x="0"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5" name="Line 40">
              <a:extLst>
                <a:ext uri="{FF2B5EF4-FFF2-40B4-BE49-F238E27FC236}">
                  <a16:creationId xmlns:a16="http://schemas.microsoft.com/office/drawing/2014/main" id="{19FAE3AC-15DD-3EC5-86ED-9368CFE0E6F8}"/>
                </a:ext>
              </a:extLst>
            </p:cNvPr>
            <p:cNvSpPr>
              <a:spLocks noChangeShapeType="1"/>
            </p:cNvSpPr>
            <p:nvPr/>
          </p:nvSpPr>
          <p:spPr bwMode="auto">
            <a:xfrm>
              <a:off x="2429" y="1732"/>
              <a:ext cx="243" cy="5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36" name="Line 41">
              <a:extLst>
                <a:ext uri="{FF2B5EF4-FFF2-40B4-BE49-F238E27FC236}">
                  <a16:creationId xmlns:a16="http://schemas.microsoft.com/office/drawing/2014/main" id="{4D2AC35E-59CC-3A22-BBEB-805FC108EA79}"/>
                </a:ext>
              </a:extLst>
            </p:cNvPr>
            <p:cNvSpPr>
              <a:spLocks noChangeShapeType="1"/>
            </p:cNvSpPr>
            <p:nvPr/>
          </p:nvSpPr>
          <p:spPr bwMode="auto">
            <a:xfrm>
              <a:off x="2429" y="1682"/>
              <a:ext cx="243" cy="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8270" name="Group 42">
              <a:extLst>
                <a:ext uri="{FF2B5EF4-FFF2-40B4-BE49-F238E27FC236}">
                  <a16:creationId xmlns:a16="http://schemas.microsoft.com/office/drawing/2014/main" id="{31B9DADA-4725-AFB9-E8F7-FFBF20AAE3F3}"/>
                </a:ext>
              </a:extLst>
            </p:cNvPr>
            <p:cNvGrpSpPr>
              <a:grpSpLocks/>
            </p:cNvGrpSpPr>
            <p:nvPr/>
          </p:nvGrpSpPr>
          <p:grpSpPr bwMode="auto">
            <a:xfrm>
              <a:off x="2378" y="694"/>
              <a:ext cx="801" cy="277"/>
              <a:chOff x="2378" y="694"/>
              <a:chExt cx="801" cy="277"/>
            </a:xfrm>
          </p:grpSpPr>
          <p:sp>
            <p:nvSpPr>
              <p:cNvPr id="44" name="Freeform 43">
                <a:extLst>
                  <a:ext uri="{FF2B5EF4-FFF2-40B4-BE49-F238E27FC236}">
                    <a16:creationId xmlns:a16="http://schemas.microsoft.com/office/drawing/2014/main" id="{66921A77-0ADF-EFD7-F6A5-521E8A0D4D4F}"/>
                  </a:ext>
                </a:extLst>
              </p:cNvPr>
              <p:cNvSpPr>
                <a:spLocks/>
              </p:cNvSpPr>
              <p:nvPr/>
            </p:nvSpPr>
            <p:spPr bwMode="auto">
              <a:xfrm>
                <a:off x="2378" y="694"/>
                <a:ext cx="801" cy="277"/>
              </a:xfrm>
              <a:custGeom>
                <a:avLst/>
                <a:gdLst>
                  <a:gd name="T0" fmla="*/ 0 w 801"/>
                  <a:gd name="T1" fmla="*/ 190 h 277"/>
                  <a:gd name="T2" fmla="*/ 358 w 801"/>
                  <a:gd name="T3" fmla="*/ 277 h 277"/>
                  <a:gd name="T4" fmla="*/ 801 w 801"/>
                  <a:gd name="T5" fmla="*/ 78 h 277"/>
                  <a:gd name="T6" fmla="*/ 452 w 801"/>
                  <a:gd name="T7" fmla="*/ 0 h 277"/>
                  <a:gd name="T8" fmla="*/ 0 w 801"/>
                  <a:gd name="T9" fmla="*/ 190 h 277"/>
                </a:gdLst>
                <a:ahLst/>
                <a:cxnLst>
                  <a:cxn ang="0">
                    <a:pos x="T0" y="T1"/>
                  </a:cxn>
                  <a:cxn ang="0">
                    <a:pos x="T2" y="T3"/>
                  </a:cxn>
                  <a:cxn ang="0">
                    <a:pos x="T4" y="T5"/>
                  </a:cxn>
                  <a:cxn ang="0">
                    <a:pos x="T6" y="T7"/>
                  </a:cxn>
                  <a:cxn ang="0">
                    <a:pos x="T8" y="T9"/>
                  </a:cxn>
                </a:cxnLst>
                <a:rect l="0" t="0" r="r" b="b"/>
                <a:pathLst>
                  <a:path w="801" h="277">
                    <a:moveTo>
                      <a:pt x="0" y="190"/>
                    </a:moveTo>
                    <a:lnTo>
                      <a:pt x="358" y="277"/>
                    </a:lnTo>
                    <a:lnTo>
                      <a:pt x="801" y="78"/>
                    </a:lnTo>
                    <a:lnTo>
                      <a:pt x="452" y="0"/>
                    </a:lnTo>
                    <a:lnTo>
                      <a:pt x="0" y="19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5" name="Freeform 44">
                <a:extLst>
                  <a:ext uri="{FF2B5EF4-FFF2-40B4-BE49-F238E27FC236}">
                    <a16:creationId xmlns:a16="http://schemas.microsoft.com/office/drawing/2014/main" id="{E78F518D-2BED-8475-8131-007D9DF7B9F7}"/>
                  </a:ext>
                </a:extLst>
              </p:cNvPr>
              <p:cNvSpPr>
                <a:spLocks/>
              </p:cNvSpPr>
              <p:nvPr/>
            </p:nvSpPr>
            <p:spPr bwMode="auto">
              <a:xfrm>
                <a:off x="2378" y="694"/>
                <a:ext cx="801" cy="277"/>
              </a:xfrm>
              <a:custGeom>
                <a:avLst/>
                <a:gdLst>
                  <a:gd name="T0" fmla="*/ 0 w 801"/>
                  <a:gd name="T1" fmla="*/ 190 h 277"/>
                  <a:gd name="T2" fmla="*/ 358 w 801"/>
                  <a:gd name="T3" fmla="*/ 277 h 277"/>
                  <a:gd name="T4" fmla="*/ 801 w 801"/>
                  <a:gd name="T5" fmla="*/ 78 h 277"/>
                  <a:gd name="T6" fmla="*/ 452 w 801"/>
                  <a:gd name="T7" fmla="*/ 0 h 277"/>
                  <a:gd name="T8" fmla="*/ 0 w 801"/>
                  <a:gd name="T9" fmla="*/ 190 h 277"/>
                </a:gdLst>
                <a:ahLst/>
                <a:cxnLst>
                  <a:cxn ang="0">
                    <a:pos x="T0" y="T1"/>
                  </a:cxn>
                  <a:cxn ang="0">
                    <a:pos x="T2" y="T3"/>
                  </a:cxn>
                  <a:cxn ang="0">
                    <a:pos x="T4" y="T5"/>
                  </a:cxn>
                  <a:cxn ang="0">
                    <a:pos x="T6" y="T7"/>
                  </a:cxn>
                  <a:cxn ang="0">
                    <a:pos x="T8" y="T9"/>
                  </a:cxn>
                </a:cxnLst>
                <a:rect l="0" t="0" r="r" b="b"/>
                <a:pathLst>
                  <a:path w="801" h="277">
                    <a:moveTo>
                      <a:pt x="0" y="190"/>
                    </a:moveTo>
                    <a:lnTo>
                      <a:pt x="358" y="277"/>
                    </a:lnTo>
                    <a:lnTo>
                      <a:pt x="801" y="78"/>
                    </a:lnTo>
                    <a:lnTo>
                      <a:pt x="452" y="0"/>
                    </a:lnTo>
                    <a:lnTo>
                      <a:pt x="0" y="19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38" name="Freeform 45">
              <a:extLst>
                <a:ext uri="{FF2B5EF4-FFF2-40B4-BE49-F238E27FC236}">
                  <a16:creationId xmlns:a16="http://schemas.microsoft.com/office/drawing/2014/main" id="{2AD2020B-ABEF-F730-BE50-7779271BAF94}"/>
                </a:ext>
              </a:extLst>
            </p:cNvPr>
            <p:cNvSpPr>
              <a:spLocks/>
            </p:cNvSpPr>
            <p:nvPr/>
          </p:nvSpPr>
          <p:spPr bwMode="auto">
            <a:xfrm>
              <a:off x="2609" y="1286"/>
              <a:ext cx="23" cy="22"/>
            </a:xfrm>
            <a:custGeom>
              <a:avLst/>
              <a:gdLst>
                <a:gd name="T0" fmla="*/ 7 w 23"/>
                <a:gd name="T1" fmla="*/ 0 h 22"/>
                <a:gd name="T2" fmla="*/ 0 w 23"/>
                <a:gd name="T3" fmla="*/ 14 h 22"/>
                <a:gd name="T4" fmla="*/ 16 w 23"/>
                <a:gd name="T5" fmla="*/ 22 h 22"/>
                <a:gd name="T6" fmla="*/ 23 w 23"/>
                <a:gd name="T7" fmla="*/ 8 h 22"/>
                <a:gd name="T8" fmla="*/ 7 w 23"/>
                <a:gd name="T9" fmla="*/ 0 h 22"/>
              </a:gdLst>
              <a:ahLst/>
              <a:cxnLst>
                <a:cxn ang="0">
                  <a:pos x="T0" y="T1"/>
                </a:cxn>
                <a:cxn ang="0">
                  <a:pos x="T2" y="T3"/>
                </a:cxn>
                <a:cxn ang="0">
                  <a:pos x="T4" y="T5"/>
                </a:cxn>
                <a:cxn ang="0">
                  <a:pos x="T6" y="T7"/>
                </a:cxn>
                <a:cxn ang="0">
                  <a:pos x="T8" y="T9"/>
                </a:cxn>
              </a:cxnLst>
              <a:rect l="0" t="0" r="r" b="b"/>
              <a:pathLst>
                <a:path w="23" h="22">
                  <a:moveTo>
                    <a:pt x="7" y="0"/>
                  </a:moveTo>
                  <a:lnTo>
                    <a:pt x="0" y="14"/>
                  </a:lnTo>
                  <a:lnTo>
                    <a:pt x="16" y="22"/>
                  </a:lnTo>
                  <a:lnTo>
                    <a:pt x="23" y="8"/>
                  </a:lnTo>
                  <a:lnTo>
                    <a:pt x="7" y="0"/>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8272" name="Group 46">
              <a:extLst>
                <a:ext uri="{FF2B5EF4-FFF2-40B4-BE49-F238E27FC236}">
                  <a16:creationId xmlns:a16="http://schemas.microsoft.com/office/drawing/2014/main" id="{273A15BD-D408-0A76-E2C6-BD1275DCC27D}"/>
                </a:ext>
              </a:extLst>
            </p:cNvPr>
            <p:cNvGrpSpPr>
              <a:grpSpLocks/>
            </p:cNvGrpSpPr>
            <p:nvPr/>
          </p:nvGrpSpPr>
          <p:grpSpPr bwMode="auto">
            <a:xfrm>
              <a:off x="2456" y="1201"/>
              <a:ext cx="197" cy="85"/>
              <a:chOff x="2456" y="1201"/>
              <a:chExt cx="197" cy="85"/>
            </a:xfrm>
          </p:grpSpPr>
          <p:sp>
            <p:nvSpPr>
              <p:cNvPr id="40" name="Line 47">
                <a:extLst>
                  <a:ext uri="{FF2B5EF4-FFF2-40B4-BE49-F238E27FC236}">
                    <a16:creationId xmlns:a16="http://schemas.microsoft.com/office/drawing/2014/main" id="{E724D5E6-17FD-72B9-01E8-D813E9BD0A19}"/>
                  </a:ext>
                </a:extLst>
              </p:cNvPr>
              <p:cNvSpPr>
                <a:spLocks noChangeShapeType="1"/>
              </p:cNvSpPr>
              <p:nvPr/>
            </p:nvSpPr>
            <p:spPr bwMode="auto">
              <a:xfrm>
                <a:off x="2459" y="1204"/>
                <a:ext cx="201" cy="43"/>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1" name="Line 48">
                <a:extLst>
                  <a:ext uri="{FF2B5EF4-FFF2-40B4-BE49-F238E27FC236}">
                    <a16:creationId xmlns:a16="http://schemas.microsoft.com/office/drawing/2014/main" id="{DCF0357D-3385-2A94-F202-850DA595DCCE}"/>
                  </a:ext>
                </a:extLst>
              </p:cNvPr>
              <p:cNvSpPr>
                <a:spLocks noChangeShapeType="1"/>
              </p:cNvSpPr>
              <p:nvPr/>
            </p:nvSpPr>
            <p:spPr bwMode="auto">
              <a:xfrm>
                <a:off x="2460" y="1242"/>
                <a:ext cx="200" cy="45"/>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2" name="Line 49">
                <a:extLst>
                  <a:ext uri="{FF2B5EF4-FFF2-40B4-BE49-F238E27FC236}">
                    <a16:creationId xmlns:a16="http://schemas.microsoft.com/office/drawing/2014/main" id="{B4C50C4E-6A54-0D95-B8BC-D2CD7C9FDE19}"/>
                  </a:ext>
                </a:extLst>
              </p:cNvPr>
              <p:cNvSpPr>
                <a:spLocks noChangeShapeType="1"/>
              </p:cNvSpPr>
              <p:nvPr/>
            </p:nvSpPr>
            <p:spPr bwMode="auto">
              <a:xfrm>
                <a:off x="2456" y="1201"/>
                <a:ext cx="1" cy="34"/>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43" name="Line 50">
                <a:extLst>
                  <a:ext uri="{FF2B5EF4-FFF2-40B4-BE49-F238E27FC236}">
                    <a16:creationId xmlns:a16="http://schemas.microsoft.com/office/drawing/2014/main" id="{7D318826-981F-9671-0980-6F0FEAE3C9AB}"/>
                  </a:ext>
                </a:extLst>
              </p:cNvPr>
              <p:cNvSpPr>
                <a:spLocks noChangeShapeType="1"/>
              </p:cNvSpPr>
              <p:nvPr/>
            </p:nvSpPr>
            <p:spPr bwMode="auto">
              <a:xfrm>
                <a:off x="2652" y="1254"/>
                <a:ext cx="1" cy="32"/>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grpSp>
        <p:nvGrpSpPr>
          <p:cNvPr id="8212" name="Group 51">
            <a:extLst>
              <a:ext uri="{FF2B5EF4-FFF2-40B4-BE49-F238E27FC236}">
                <a16:creationId xmlns:a16="http://schemas.microsoft.com/office/drawing/2014/main" id="{AAD53A8B-2ACE-437C-A51D-58CB571CB259}"/>
              </a:ext>
            </a:extLst>
          </p:cNvPr>
          <p:cNvGrpSpPr>
            <a:grpSpLocks/>
          </p:cNvGrpSpPr>
          <p:nvPr/>
        </p:nvGrpSpPr>
        <p:grpSpPr bwMode="auto">
          <a:xfrm>
            <a:off x="5694363" y="2828925"/>
            <a:ext cx="1138237" cy="2478088"/>
            <a:chOff x="2378" y="694"/>
            <a:chExt cx="802" cy="1252"/>
          </a:xfrm>
        </p:grpSpPr>
        <p:grpSp>
          <p:nvGrpSpPr>
            <p:cNvPr id="8229" name="Group 52">
              <a:extLst>
                <a:ext uri="{FF2B5EF4-FFF2-40B4-BE49-F238E27FC236}">
                  <a16:creationId xmlns:a16="http://schemas.microsoft.com/office/drawing/2014/main" id="{885D5EAD-2E59-1EB9-9A6B-971DF097777E}"/>
                </a:ext>
              </a:extLst>
            </p:cNvPr>
            <p:cNvGrpSpPr>
              <a:grpSpLocks/>
            </p:cNvGrpSpPr>
            <p:nvPr/>
          </p:nvGrpSpPr>
          <p:grpSpPr bwMode="auto">
            <a:xfrm>
              <a:off x="2734" y="771"/>
              <a:ext cx="446" cy="1175"/>
              <a:chOff x="2734" y="771"/>
              <a:chExt cx="446" cy="1175"/>
            </a:xfrm>
          </p:grpSpPr>
          <p:sp>
            <p:nvSpPr>
              <p:cNvPr id="82" name="Freeform 53">
                <a:extLst>
                  <a:ext uri="{FF2B5EF4-FFF2-40B4-BE49-F238E27FC236}">
                    <a16:creationId xmlns:a16="http://schemas.microsoft.com/office/drawing/2014/main" id="{22587308-C43E-269C-1D71-DB4093116196}"/>
                  </a:ext>
                </a:extLst>
              </p:cNvPr>
              <p:cNvSpPr>
                <a:spLocks/>
              </p:cNvSpPr>
              <p:nvPr/>
            </p:nvSpPr>
            <p:spPr bwMode="auto">
              <a:xfrm>
                <a:off x="2734" y="771"/>
                <a:ext cx="446" cy="1175"/>
              </a:xfrm>
              <a:custGeom>
                <a:avLst/>
                <a:gdLst>
                  <a:gd name="T0" fmla="*/ 0 w 446"/>
                  <a:gd name="T1" fmla="*/ 196 h 1175"/>
                  <a:gd name="T2" fmla="*/ 0 w 446"/>
                  <a:gd name="T3" fmla="*/ 1175 h 1175"/>
                  <a:gd name="T4" fmla="*/ 446 w 446"/>
                  <a:gd name="T5" fmla="*/ 897 h 1175"/>
                  <a:gd name="T6" fmla="*/ 446 w 446"/>
                  <a:gd name="T7" fmla="*/ 0 h 1175"/>
                  <a:gd name="T8" fmla="*/ 0 w 446"/>
                  <a:gd name="T9" fmla="*/ 196 h 1175"/>
                </a:gdLst>
                <a:ahLst/>
                <a:cxnLst>
                  <a:cxn ang="0">
                    <a:pos x="T0" y="T1"/>
                  </a:cxn>
                  <a:cxn ang="0">
                    <a:pos x="T2" y="T3"/>
                  </a:cxn>
                  <a:cxn ang="0">
                    <a:pos x="T4" y="T5"/>
                  </a:cxn>
                  <a:cxn ang="0">
                    <a:pos x="T6" y="T7"/>
                  </a:cxn>
                  <a:cxn ang="0">
                    <a:pos x="T8" y="T9"/>
                  </a:cxn>
                </a:cxnLst>
                <a:rect l="0" t="0" r="r" b="b"/>
                <a:pathLst>
                  <a:path w="446" h="1175">
                    <a:moveTo>
                      <a:pt x="0" y="196"/>
                    </a:moveTo>
                    <a:lnTo>
                      <a:pt x="0" y="1175"/>
                    </a:lnTo>
                    <a:lnTo>
                      <a:pt x="446" y="897"/>
                    </a:lnTo>
                    <a:lnTo>
                      <a:pt x="446" y="0"/>
                    </a:lnTo>
                    <a:lnTo>
                      <a:pt x="0" y="196"/>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83" name="Freeform 54">
                <a:extLst>
                  <a:ext uri="{FF2B5EF4-FFF2-40B4-BE49-F238E27FC236}">
                    <a16:creationId xmlns:a16="http://schemas.microsoft.com/office/drawing/2014/main" id="{BE095D18-1C52-D471-5780-4F32E44BBEA6}"/>
                  </a:ext>
                </a:extLst>
              </p:cNvPr>
              <p:cNvSpPr>
                <a:spLocks/>
              </p:cNvSpPr>
              <p:nvPr/>
            </p:nvSpPr>
            <p:spPr bwMode="auto">
              <a:xfrm>
                <a:off x="2734" y="771"/>
                <a:ext cx="446" cy="1175"/>
              </a:xfrm>
              <a:custGeom>
                <a:avLst/>
                <a:gdLst>
                  <a:gd name="T0" fmla="*/ 0 w 446"/>
                  <a:gd name="T1" fmla="*/ 196 h 1175"/>
                  <a:gd name="T2" fmla="*/ 0 w 446"/>
                  <a:gd name="T3" fmla="*/ 1175 h 1175"/>
                  <a:gd name="T4" fmla="*/ 446 w 446"/>
                  <a:gd name="T5" fmla="*/ 897 h 1175"/>
                  <a:gd name="T6" fmla="*/ 446 w 446"/>
                  <a:gd name="T7" fmla="*/ 0 h 1175"/>
                  <a:gd name="T8" fmla="*/ 0 w 446"/>
                  <a:gd name="T9" fmla="*/ 196 h 1175"/>
                </a:gdLst>
                <a:ahLst/>
                <a:cxnLst>
                  <a:cxn ang="0">
                    <a:pos x="T0" y="T1"/>
                  </a:cxn>
                  <a:cxn ang="0">
                    <a:pos x="T2" y="T3"/>
                  </a:cxn>
                  <a:cxn ang="0">
                    <a:pos x="T4" y="T5"/>
                  </a:cxn>
                  <a:cxn ang="0">
                    <a:pos x="T6" y="T7"/>
                  </a:cxn>
                  <a:cxn ang="0">
                    <a:pos x="T8" y="T9"/>
                  </a:cxn>
                </a:cxnLst>
                <a:rect l="0" t="0" r="r" b="b"/>
                <a:pathLst>
                  <a:path w="446" h="1175">
                    <a:moveTo>
                      <a:pt x="0" y="196"/>
                    </a:moveTo>
                    <a:lnTo>
                      <a:pt x="0" y="1175"/>
                    </a:lnTo>
                    <a:lnTo>
                      <a:pt x="446" y="897"/>
                    </a:lnTo>
                    <a:lnTo>
                      <a:pt x="446" y="0"/>
                    </a:lnTo>
                    <a:lnTo>
                      <a:pt x="0" y="196"/>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nvGrpSpPr>
            <p:cNvPr id="8230" name="Group 55">
              <a:extLst>
                <a:ext uri="{FF2B5EF4-FFF2-40B4-BE49-F238E27FC236}">
                  <a16:creationId xmlns:a16="http://schemas.microsoft.com/office/drawing/2014/main" id="{87246D85-850D-A12A-8BA5-F6CFD72813D7}"/>
                </a:ext>
              </a:extLst>
            </p:cNvPr>
            <p:cNvGrpSpPr>
              <a:grpSpLocks/>
            </p:cNvGrpSpPr>
            <p:nvPr/>
          </p:nvGrpSpPr>
          <p:grpSpPr bwMode="auto">
            <a:xfrm>
              <a:off x="2383" y="884"/>
              <a:ext cx="351" cy="1062"/>
              <a:chOff x="2383" y="884"/>
              <a:chExt cx="351" cy="1062"/>
            </a:xfrm>
          </p:grpSpPr>
          <p:sp>
            <p:nvSpPr>
              <p:cNvPr id="80" name="Freeform 56">
                <a:extLst>
                  <a:ext uri="{FF2B5EF4-FFF2-40B4-BE49-F238E27FC236}">
                    <a16:creationId xmlns:a16="http://schemas.microsoft.com/office/drawing/2014/main" id="{978BB5C2-7B60-09F4-54AA-A851D5FAA684}"/>
                  </a:ext>
                </a:extLst>
              </p:cNvPr>
              <p:cNvSpPr>
                <a:spLocks/>
              </p:cNvSpPr>
              <p:nvPr/>
            </p:nvSpPr>
            <p:spPr bwMode="auto">
              <a:xfrm>
                <a:off x="2378" y="884"/>
                <a:ext cx="351" cy="1062"/>
              </a:xfrm>
              <a:custGeom>
                <a:avLst/>
                <a:gdLst>
                  <a:gd name="T0" fmla="*/ 351 w 351"/>
                  <a:gd name="T1" fmla="*/ 84 h 1062"/>
                  <a:gd name="T2" fmla="*/ 351 w 351"/>
                  <a:gd name="T3" fmla="*/ 1062 h 1062"/>
                  <a:gd name="T4" fmla="*/ 1 w 351"/>
                  <a:gd name="T5" fmla="*/ 964 h 1062"/>
                  <a:gd name="T6" fmla="*/ 0 w 351"/>
                  <a:gd name="T7" fmla="*/ 0 h 1062"/>
                  <a:gd name="T8" fmla="*/ 351 w 351"/>
                  <a:gd name="T9" fmla="*/ 84 h 1062"/>
                </a:gdLst>
                <a:ahLst/>
                <a:cxnLst>
                  <a:cxn ang="0">
                    <a:pos x="T0" y="T1"/>
                  </a:cxn>
                  <a:cxn ang="0">
                    <a:pos x="T2" y="T3"/>
                  </a:cxn>
                  <a:cxn ang="0">
                    <a:pos x="T4" y="T5"/>
                  </a:cxn>
                  <a:cxn ang="0">
                    <a:pos x="T6" y="T7"/>
                  </a:cxn>
                  <a:cxn ang="0">
                    <a:pos x="T8" y="T9"/>
                  </a:cxn>
                </a:cxnLst>
                <a:rect l="0" t="0" r="r" b="b"/>
                <a:pathLst>
                  <a:path w="351" h="1062">
                    <a:moveTo>
                      <a:pt x="351" y="84"/>
                    </a:moveTo>
                    <a:lnTo>
                      <a:pt x="351" y="1062"/>
                    </a:lnTo>
                    <a:lnTo>
                      <a:pt x="1" y="964"/>
                    </a:lnTo>
                    <a:lnTo>
                      <a:pt x="0" y="0"/>
                    </a:lnTo>
                    <a:lnTo>
                      <a:pt x="351" y="8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81" name="Freeform 57">
                <a:extLst>
                  <a:ext uri="{FF2B5EF4-FFF2-40B4-BE49-F238E27FC236}">
                    <a16:creationId xmlns:a16="http://schemas.microsoft.com/office/drawing/2014/main" id="{0E3C3DFB-8796-F273-51FA-4DDC7FC0CC14}"/>
                  </a:ext>
                </a:extLst>
              </p:cNvPr>
              <p:cNvSpPr>
                <a:spLocks/>
              </p:cNvSpPr>
              <p:nvPr/>
            </p:nvSpPr>
            <p:spPr bwMode="auto">
              <a:xfrm>
                <a:off x="2378" y="884"/>
                <a:ext cx="351" cy="1062"/>
              </a:xfrm>
              <a:custGeom>
                <a:avLst/>
                <a:gdLst>
                  <a:gd name="T0" fmla="*/ 351 w 351"/>
                  <a:gd name="T1" fmla="*/ 84 h 1062"/>
                  <a:gd name="T2" fmla="*/ 351 w 351"/>
                  <a:gd name="T3" fmla="*/ 1062 h 1062"/>
                  <a:gd name="T4" fmla="*/ 1 w 351"/>
                  <a:gd name="T5" fmla="*/ 964 h 1062"/>
                  <a:gd name="T6" fmla="*/ 0 w 351"/>
                  <a:gd name="T7" fmla="*/ 0 h 1062"/>
                  <a:gd name="T8" fmla="*/ 351 w 351"/>
                  <a:gd name="T9" fmla="*/ 84 h 1062"/>
                </a:gdLst>
                <a:ahLst/>
                <a:cxnLst>
                  <a:cxn ang="0">
                    <a:pos x="T0" y="T1"/>
                  </a:cxn>
                  <a:cxn ang="0">
                    <a:pos x="T2" y="T3"/>
                  </a:cxn>
                  <a:cxn ang="0">
                    <a:pos x="T4" y="T5"/>
                  </a:cxn>
                  <a:cxn ang="0">
                    <a:pos x="T6" y="T7"/>
                  </a:cxn>
                  <a:cxn ang="0">
                    <a:pos x="T8" y="T9"/>
                  </a:cxn>
                </a:cxnLst>
                <a:rect l="0" t="0" r="r" b="b"/>
                <a:pathLst>
                  <a:path w="351" h="1062">
                    <a:moveTo>
                      <a:pt x="351" y="84"/>
                    </a:moveTo>
                    <a:lnTo>
                      <a:pt x="351" y="1062"/>
                    </a:lnTo>
                    <a:lnTo>
                      <a:pt x="1" y="964"/>
                    </a:lnTo>
                    <a:lnTo>
                      <a:pt x="0" y="0"/>
                    </a:lnTo>
                    <a:lnTo>
                      <a:pt x="351" y="84"/>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nvGrpSpPr>
            <p:cNvPr id="8231" name="Group 58">
              <a:extLst>
                <a:ext uri="{FF2B5EF4-FFF2-40B4-BE49-F238E27FC236}">
                  <a16:creationId xmlns:a16="http://schemas.microsoft.com/office/drawing/2014/main" id="{51275B3D-7D8B-004F-571D-522E9119C362}"/>
                </a:ext>
              </a:extLst>
            </p:cNvPr>
            <p:cNvGrpSpPr>
              <a:grpSpLocks/>
            </p:cNvGrpSpPr>
            <p:nvPr/>
          </p:nvGrpSpPr>
          <p:grpSpPr bwMode="auto">
            <a:xfrm>
              <a:off x="2425" y="950"/>
              <a:ext cx="253" cy="942"/>
              <a:chOff x="2425" y="950"/>
              <a:chExt cx="253" cy="942"/>
            </a:xfrm>
          </p:grpSpPr>
          <p:sp>
            <p:nvSpPr>
              <p:cNvPr id="78" name="Freeform 59">
                <a:extLst>
                  <a:ext uri="{FF2B5EF4-FFF2-40B4-BE49-F238E27FC236}">
                    <a16:creationId xmlns:a16="http://schemas.microsoft.com/office/drawing/2014/main" id="{472FA26B-7F8A-192F-DB69-3B2DABCE7B37}"/>
                  </a:ext>
                </a:extLst>
              </p:cNvPr>
              <p:cNvSpPr>
                <a:spLocks/>
              </p:cNvSpPr>
              <p:nvPr/>
            </p:nvSpPr>
            <p:spPr bwMode="auto">
              <a:xfrm>
                <a:off x="2425" y="950"/>
                <a:ext cx="253" cy="942"/>
              </a:xfrm>
              <a:custGeom>
                <a:avLst/>
                <a:gdLst>
                  <a:gd name="T0" fmla="*/ 0 w 253"/>
                  <a:gd name="T1" fmla="*/ 9 h 942"/>
                  <a:gd name="T2" fmla="*/ 0 w 253"/>
                  <a:gd name="T3" fmla="*/ 871 h 942"/>
                  <a:gd name="T4" fmla="*/ 253 w 253"/>
                  <a:gd name="T5" fmla="*/ 942 h 942"/>
                  <a:gd name="T6" fmla="*/ 252 w 253"/>
                  <a:gd name="T7" fmla="*/ 64 h 942"/>
                  <a:gd name="T8" fmla="*/ 0 w 253"/>
                  <a:gd name="T9" fmla="*/ 0 h 942"/>
                  <a:gd name="T10" fmla="*/ 0 w 253"/>
                  <a:gd name="T11" fmla="*/ 9 h 942"/>
                </a:gdLst>
                <a:ahLst/>
                <a:cxnLst>
                  <a:cxn ang="0">
                    <a:pos x="T0" y="T1"/>
                  </a:cxn>
                  <a:cxn ang="0">
                    <a:pos x="T2" y="T3"/>
                  </a:cxn>
                  <a:cxn ang="0">
                    <a:pos x="T4" y="T5"/>
                  </a:cxn>
                  <a:cxn ang="0">
                    <a:pos x="T6" y="T7"/>
                  </a:cxn>
                  <a:cxn ang="0">
                    <a:pos x="T8" y="T9"/>
                  </a:cxn>
                  <a:cxn ang="0">
                    <a:pos x="T10" y="T11"/>
                  </a:cxn>
                </a:cxnLst>
                <a:rect l="0" t="0" r="r" b="b"/>
                <a:pathLst>
                  <a:path w="253" h="942">
                    <a:moveTo>
                      <a:pt x="0" y="9"/>
                    </a:moveTo>
                    <a:lnTo>
                      <a:pt x="0" y="871"/>
                    </a:lnTo>
                    <a:lnTo>
                      <a:pt x="253" y="942"/>
                    </a:lnTo>
                    <a:lnTo>
                      <a:pt x="252" y="64"/>
                    </a:lnTo>
                    <a:lnTo>
                      <a:pt x="0" y="0"/>
                    </a:lnTo>
                    <a:lnTo>
                      <a:pt x="0" y="9"/>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79" name="Freeform 60">
                <a:extLst>
                  <a:ext uri="{FF2B5EF4-FFF2-40B4-BE49-F238E27FC236}">
                    <a16:creationId xmlns:a16="http://schemas.microsoft.com/office/drawing/2014/main" id="{B541FD24-3904-FB63-FF68-9DD05CE48FEA}"/>
                  </a:ext>
                </a:extLst>
              </p:cNvPr>
              <p:cNvSpPr>
                <a:spLocks/>
              </p:cNvSpPr>
              <p:nvPr/>
            </p:nvSpPr>
            <p:spPr bwMode="auto">
              <a:xfrm>
                <a:off x="2425" y="950"/>
                <a:ext cx="253" cy="942"/>
              </a:xfrm>
              <a:custGeom>
                <a:avLst/>
                <a:gdLst>
                  <a:gd name="T0" fmla="*/ 0 w 253"/>
                  <a:gd name="T1" fmla="*/ 9 h 942"/>
                  <a:gd name="T2" fmla="*/ 0 w 253"/>
                  <a:gd name="T3" fmla="*/ 871 h 942"/>
                  <a:gd name="T4" fmla="*/ 253 w 253"/>
                  <a:gd name="T5" fmla="*/ 942 h 942"/>
                  <a:gd name="T6" fmla="*/ 252 w 253"/>
                  <a:gd name="T7" fmla="*/ 64 h 942"/>
                  <a:gd name="T8" fmla="*/ 0 w 253"/>
                  <a:gd name="T9" fmla="*/ 0 h 942"/>
                </a:gdLst>
                <a:ahLst/>
                <a:cxnLst>
                  <a:cxn ang="0">
                    <a:pos x="T0" y="T1"/>
                  </a:cxn>
                  <a:cxn ang="0">
                    <a:pos x="T2" y="T3"/>
                  </a:cxn>
                  <a:cxn ang="0">
                    <a:pos x="T4" y="T5"/>
                  </a:cxn>
                  <a:cxn ang="0">
                    <a:pos x="T6" y="T7"/>
                  </a:cxn>
                  <a:cxn ang="0">
                    <a:pos x="T8" y="T9"/>
                  </a:cxn>
                </a:cxnLst>
                <a:rect l="0" t="0" r="r" b="b"/>
                <a:pathLst>
                  <a:path w="253" h="942">
                    <a:moveTo>
                      <a:pt x="0" y="9"/>
                    </a:moveTo>
                    <a:lnTo>
                      <a:pt x="0" y="871"/>
                    </a:lnTo>
                    <a:lnTo>
                      <a:pt x="253" y="942"/>
                    </a:lnTo>
                    <a:lnTo>
                      <a:pt x="252" y="64"/>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58" name="Line 61">
              <a:extLst>
                <a:ext uri="{FF2B5EF4-FFF2-40B4-BE49-F238E27FC236}">
                  <a16:creationId xmlns:a16="http://schemas.microsoft.com/office/drawing/2014/main" id="{34EB9B51-2B7B-29B2-5A3F-8007299576D7}"/>
                </a:ext>
              </a:extLst>
            </p:cNvPr>
            <p:cNvSpPr>
              <a:spLocks noChangeShapeType="1"/>
            </p:cNvSpPr>
            <p:nvPr/>
          </p:nvSpPr>
          <p:spPr bwMode="auto">
            <a:xfrm>
              <a:off x="2429" y="1779"/>
              <a:ext cx="243"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8233" name="Group 62">
              <a:extLst>
                <a:ext uri="{FF2B5EF4-FFF2-40B4-BE49-F238E27FC236}">
                  <a16:creationId xmlns:a16="http://schemas.microsoft.com/office/drawing/2014/main" id="{784B6060-83F9-C703-A2D5-E9591298E846}"/>
                </a:ext>
              </a:extLst>
            </p:cNvPr>
            <p:cNvGrpSpPr>
              <a:grpSpLocks/>
            </p:cNvGrpSpPr>
            <p:nvPr/>
          </p:nvGrpSpPr>
          <p:grpSpPr bwMode="auto">
            <a:xfrm>
              <a:off x="2425" y="1075"/>
              <a:ext cx="253" cy="354"/>
              <a:chOff x="2425" y="1075"/>
              <a:chExt cx="253" cy="354"/>
            </a:xfrm>
          </p:grpSpPr>
          <p:sp>
            <p:nvSpPr>
              <p:cNvPr id="76" name="Freeform 63">
                <a:extLst>
                  <a:ext uri="{FF2B5EF4-FFF2-40B4-BE49-F238E27FC236}">
                    <a16:creationId xmlns:a16="http://schemas.microsoft.com/office/drawing/2014/main" id="{B66F9D45-7CF1-E3CC-4232-52DA6CA3C74B}"/>
                  </a:ext>
                </a:extLst>
              </p:cNvPr>
              <p:cNvSpPr>
                <a:spLocks/>
              </p:cNvSpPr>
              <p:nvPr/>
            </p:nvSpPr>
            <p:spPr bwMode="auto">
              <a:xfrm>
                <a:off x="2425" y="1075"/>
                <a:ext cx="253" cy="354"/>
              </a:xfrm>
              <a:custGeom>
                <a:avLst/>
                <a:gdLst>
                  <a:gd name="T0" fmla="*/ 1 w 253"/>
                  <a:gd name="T1" fmla="*/ 0 h 354"/>
                  <a:gd name="T2" fmla="*/ 253 w 253"/>
                  <a:gd name="T3" fmla="*/ 62 h 354"/>
                  <a:gd name="T4" fmla="*/ 253 w 253"/>
                  <a:gd name="T5" fmla="*/ 354 h 354"/>
                  <a:gd name="T6" fmla="*/ 0 w 253"/>
                  <a:gd name="T7" fmla="*/ 287 h 354"/>
                  <a:gd name="T8" fmla="*/ 1 w 253"/>
                  <a:gd name="T9" fmla="*/ 0 h 354"/>
                </a:gdLst>
                <a:ahLst/>
                <a:cxnLst>
                  <a:cxn ang="0">
                    <a:pos x="T0" y="T1"/>
                  </a:cxn>
                  <a:cxn ang="0">
                    <a:pos x="T2" y="T3"/>
                  </a:cxn>
                  <a:cxn ang="0">
                    <a:pos x="T4" y="T5"/>
                  </a:cxn>
                  <a:cxn ang="0">
                    <a:pos x="T6" y="T7"/>
                  </a:cxn>
                  <a:cxn ang="0">
                    <a:pos x="T8" y="T9"/>
                  </a:cxn>
                </a:cxnLst>
                <a:rect l="0" t="0" r="r" b="b"/>
                <a:pathLst>
                  <a:path w="253" h="354">
                    <a:moveTo>
                      <a:pt x="1" y="0"/>
                    </a:moveTo>
                    <a:lnTo>
                      <a:pt x="253" y="62"/>
                    </a:lnTo>
                    <a:lnTo>
                      <a:pt x="253" y="354"/>
                    </a:lnTo>
                    <a:lnTo>
                      <a:pt x="0" y="287"/>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77" name="Freeform 64">
                <a:extLst>
                  <a:ext uri="{FF2B5EF4-FFF2-40B4-BE49-F238E27FC236}">
                    <a16:creationId xmlns:a16="http://schemas.microsoft.com/office/drawing/2014/main" id="{363DD23B-D448-50F3-EE26-8AC7EA9723E1}"/>
                  </a:ext>
                </a:extLst>
              </p:cNvPr>
              <p:cNvSpPr>
                <a:spLocks/>
              </p:cNvSpPr>
              <p:nvPr/>
            </p:nvSpPr>
            <p:spPr bwMode="auto">
              <a:xfrm>
                <a:off x="2425" y="1075"/>
                <a:ext cx="253" cy="354"/>
              </a:xfrm>
              <a:custGeom>
                <a:avLst/>
                <a:gdLst>
                  <a:gd name="T0" fmla="*/ 1 w 253"/>
                  <a:gd name="T1" fmla="*/ 0 h 354"/>
                  <a:gd name="T2" fmla="*/ 253 w 253"/>
                  <a:gd name="T3" fmla="*/ 62 h 354"/>
                  <a:gd name="T4" fmla="*/ 253 w 253"/>
                  <a:gd name="T5" fmla="*/ 354 h 354"/>
                  <a:gd name="T6" fmla="*/ 0 w 253"/>
                  <a:gd name="T7" fmla="*/ 287 h 354"/>
                  <a:gd name="T8" fmla="*/ 1 w 253"/>
                  <a:gd name="T9" fmla="*/ 0 h 354"/>
                </a:gdLst>
                <a:ahLst/>
                <a:cxnLst>
                  <a:cxn ang="0">
                    <a:pos x="T0" y="T1"/>
                  </a:cxn>
                  <a:cxn ang="0">
                    <a:pos x="T2" y="T3"/>
                  </a:cxn>
                  <a:cxn ang="0">
                    <a:pos x="T4" y="T5"/>
                  </a:cxn>
                  <a:cxn ang="0">
                    <a:pos x="T6" y="T7"/>
                  </a:cxn>
                  <a:cxn ang="0">
                    <a:pos x="T8" y="T9"/>
                  </a:cxn>
                </a:cxnLst>
                <a:rect l="0" t="0" r="r" b="b"/>
                <a:pathLst>
                  <a:path w="253" h="354">
                    <a:moveTo>
                      <a:pt x="1" y="0"/>
                    </a:moveTo>
                    <a:lnTo>
                      <a:pt x="253" y="62"/>
                    </a:lnTo>
                    <a:lnTo>
                      <a:pt x="253" y="354"/>
                    </a:lnTo>
                    <a:lnTo>
                      <a:pt x="0" y="287"/>
                    </a:lnTo>
                    <a:lnTo>
                      <a:pt x="1"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60" name="Line 65">
              <a:extLst>
                <a:ext uri="{FF2B5EF4-FFF2-40B4-BE49-F238E27FC236}">
                  <a16:creationId xmlns:a16="http://schemas.microsoft.com/office/drawing/2014/main" id="{E61C4092-2234-E249-64B5-68980772AC37}"/>
                </a:ext>
              </a:extLst>
            </p:cNvPr>
            <p:cNvSpPr>
              <a:spLocks noChangeShapeType="1"/>
            </p:cNvSpPr>
            <p:nvPr/>
          </p:nvSpPr>
          <p:spPr bwMode="auto">
            <a:xfrm>
              <a:off x="2432" y="1177"/>
              <a:ext cx="244" cy="5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61" name="Line 66">
              <a:extLst>
                <a:ext uri="{FF2B5EF4-FFF2-40B4-BE49-F238E27FC236}">
                  <a16:creationId xmlns:a16="http://schemas.microsoft.com/office/drawing/2014/main" id="{0EEE536B-D265-D40B-C8AD-2F111B9812A7}"/>
                </a:ext>
              </a:extLst>
            </p:cNvPr>
            <p:cNvSpPr>
              <a:spLocks noChangeShapeType="1"/>
            </p:cNvSpPr>
            <p:nvPr/>
          </p:nvSpPr>
          <p:spPr bwMode="auto">
            <a:xfrm>
              <a:off x="2432" y="1275"/>
              <a:ext cx="244"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62" name="Line 67">
              <a:extLst>
                <a:ext uri="{FF2B5EF4-FFF2-40B4-BE49-F238E27FC236}">
                  <a16:creationId xmlns:a16="http://schemas.microsoft.com/office/drawing/2014/main" id="{51A25B4D-85E8-2123-BE75-CE8C53DCEFB7}"/>
                </a:ext>
              </a:extLst>
            </p:cNvPr>
            <p:cNvSpPr>
              <a:spLocks noChangeShapeType="1"/>
            </p:cNvSpPr>
            <p:nvPr/>
          </p:nvSpPr>
          <p:spPr bwMode="auto">
            <a:xfrm>
              <a:off x="2463" y="1134"/>
              <a:ext cx="174" cy="34"/>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63" name="Oval 68">
              <a:extLst>
                <a:ext uri="{FF2B5EF4-FFF2-40B4-BE49-F238E27FC236}">
                  <a16:creationId xmlns:a16="http://schemas.microsoft.com/office/drawing/2014/main" id="{6A5D85E6-3223-9D53-F1D8-084D45B77E58}"/>
                </a:ext>
              </a:extLst>
            </p:cNvPr>
            <p:cNvSpPr>
              <a:spLocks noChangeArrowheads="1"/>
            </p:cNvSpPr>
            <p:nvPr/>
          </p:nvSpPr>
          <p:spPr bwMode="auto">
            <a:xfrm>
              <a:off x="2453" y="996"/>
              <a:ext cx="40" cy="22"/>
            </a:xfrm>
            <a:prstGeom prst="ellipse">
              <a:avLst/>
            </a:prstGeom>
            <a:solidFill>
              <a:srgbClr val="DC008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64" name="Freeform 69">
              <a:extLst>
                <a:ext uri="{FF2B5EF4-FFF2-40B4-BE49-F238E27FC236}">
                  <a16:creationId xmlns:a16="http://schemas.microsoft.com/office/drawing/2014/main" id="{C51A6708-46E6-5B44-1E8E-2DF301D3CEA5}"/>
                </a:ext>
              </a:extLst>
            </p:cNvPr>
            <p:cNvSpPr>
              <a:spLocks/>
            </p:cNvSpPr>
            <p:nvPr/>
          </p:nvSpPr>
          <p:spPr bwMode="auto">
            <a:xfrm>
              <a:off x="2501" y="1130"/>
              <a:ext cx="93" cy="47"/>
            </a:xfrm>
            <a:custGeom>
              <a:avLst/>
              <a:gdLst>
                <a:gd name="T0" fmla="*/ 0 w 93"/>
                <a:gd name="T1" fmla="*/ 0 h 47"/>
                <a:gd name="T2" fmla="*/ 0 w 93"/>
                <a:gd name="T3" fmla="*/ 28 h 47"/>
                <a:gd name="T4" fmla="*/ 93 w 93"/>
                <a:gd name="T5" fmla="*/ 47 h 47"/>
                <a:gd name="T6" fmla="*/ 93 w 93"/>
                <a:gd name="T7" fmla="*/ 19 h 47"/>
                <a:gd name="T8" fmla="*/ 0 w 93"/>
                <a:gd name="T9" fmla="*/ 0 h 47"/>
              </a:gdLst>
              <a:ahLst/>
              <a:cxnLst>
                <a:cxn ang="0">
                  <a:pos x="T0" y="T1"/>
                </a:cxn>
                <a:cxn ang="0">
                  <a:pos x="T2" y="T3"/>
                </a:cxn>
                <a:cxn ang="0">
                  <a:pos x="T4" y="T5"/>
                </a:cxn>
                <a:cxn ang="0">
                  <a:pos x="T6" y="T7"/>
                </a:cxn>
                <a:cxn ang="0">
                  <a:pos x="T8" y="T9"/>
                </a:cxn>
              </a:cxnLst>
              <a:rect l="0" t="0" r="r" b="b"/>
              <a:pathLst>
                <a:path w="93" h="47">
                  <a:moveTo>
                    <a:pt x="0" y="0"/>
                  </a:moveTo>
                  <a:lnTo>
                    <a:pt x="0" y="28"/>
                  </a:lnTo>
                  <a:lnTo>
                    <a:pt x="93" y="47"/>
                  </a:lnTo>
                  <a:lnTo>
                    <a:pt x="93" y="19"/>
                  </a:lnTo>
                  <a:lnTo>
                    <a:pt x="0"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65" name="Line 70">
              <a:extLst>
                <a:ext uri="{FF2B5EF4-FFF2-40B4-BE49-F238E27FC236}">
                  <a16:creationId xmlns:a16="http://schemas.microsoft.com/office/drawing/2014/main" id="{23FED1BC-EB1B-5E5A-532D-90D8736AF68F}"/>
                </a:ext>
              </a:extLst>
            </p:cNvPr>
            <p:cNvSpPr>
              <a:spLocks noChangeShapeType="1"/>
            </p:cNvSpPr>
            <p:nvPr/>
          </p:nvSpPr>
          <p:spPr bwMode="auto">
            <a:xfrm>
              <a:off x="2429" y="1732"/>
              <a:ext cx="243" cy="5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66" name="Line 71">
              <a:extLst>
                <a:ext uri="{FF2B5EF4-FFF2-40B4-BE49-F238E27FC236}">
                  <a16:creationId xmlns:a16="http://schemas.microsoft.com/office/drawing/2014/main" id="{92066B2A-166F-40D2-CE16-44D935DEA97D}"/>
                </a:ext>
              </a:extLst>
            </p:cNvPr>
            <p:cNvSpPr>
              <a:spLocks noChangeShapeType="1"/>
            </p:cNvSpPr>
            <p:nvPr/>
          </p:nvSpPr>
          <p:spPr bwMode="auto">
            <a:xfrm>
              <a:off x="2429" y="1682"/>
              <a:ext cx="243" cy="6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8241" name="Group 72">
              <a:extLst>
                <a:ext uri="{FF2B5EF4-FFF2-40B4-BE49-F238E27FC236}">
                  <a16:creationId xmlns:a16="http://schemas.microsoft.com/office/drawing/2014/main" id="{7E41EE29-1CAD-B673-403A-AD11581A4664}"/>
                </a:ext>
              </a:extLst>
            </p:cNvPr>
            <p:cNvGrpSpPr>
              <a:grpSpLocks/>
            </p:cNvGrpSpPr>
            <p:nvPr/>
          </p:nvGrpSpPr>
          <p:grpSpPr bwMode="auto">
            <a:xfrm>
              <a:off x="2378" y="694"/>
              <a:ext cx="801" cy="277"/>
              <a:chOff x="2378" y="694"/>
              <a:chExt cx="801" cy="277"/>
            </a:xfrm>
          </p:grpSpPr>
          <p:sp>
            <p:nvSpPr>
              <p:cNvPr id="74" name="Freeform 73">
                <a:extLst>
                  <a:ext uri="{FF2B5EF4-FFF2-40B4-BE49-F238E27FC236}">
                    <a16:creationId xmlns:a16="http://schemas.microsoft.com/office/drawing/2014/main" id="{F59B0A67-8FCA-03CC-1068-9BE7CDAFE494}"/>
                  </a:ext>
                </a:extLst>
              </p:cNvPr>
              <p:cNvSpPr>
                <a:spLocks/>
              </p:cNvSpPr>
              <p:nvPr/>
            </p:nvSpPr>
            <p:spPr bwMode="auto">
              <a:xfrm>
                <a:off x="2378" y="694"/>
                <a:ext cx="801" cy="277"/>
              </a:xfrm>
              <a:custGeom>
                <a:avLst/>
                <a:gdLst>
                  <a:gd name="T0" fmla="*/ 0 w 801"/>
                  <a:gd name="T1" fmla="*/ 190 h 277"/>
                  <a:gd name="T2" fmla="*/ 358 w 801"/>
                  <a:gd name="T3" fmla="*/ 277 h 277"/>
                  <a:gd name="T4" fmla="*/ 801 w 801"/>
                  <a:gd name="T5" fmla="*/ 78 h 277"/>
                  <a:gd name="T6" fmla="*/ 452 w 801"/>
                  <a:gd name="T7" fmla="*/ 0 h 277"/>
                  <a:gd name="T8" fmla="*/ 0 w 801"/>
                  <a:gd name="T9" fmla="*/ 190 h 277"/>
                </a:gdLst>
                <a:ahLst/>
                <a:cxnLst>
                  <a:cxn ang="0">
                    <a:pos x="T0" y="T1"/>
                  </a:cxn>
                  <a:cxn ang="0">
                    <a:pos x="T2" y="T3"/>
                  </a:cxn>
                  <a:cxn ang="0">
                    <a:pos x="T4" y="T5"/>
                  </a:cxn>
                  <a:cxn ang="0">
                    <a:pos x="T6" y="T7"/>
                  </a:cxn>
                  <a:cxn ang="0">
                    <a:pos x="T8" y="T9"/>
                  </a:cxn>
                </a:cxnLst>
                <a:rect l="0" t="0" r="r" b="b"/>
                <a:pathLst>
                  <a:path w="801" h="277">
                    <a:moveTo>
                      <a:pt x="0" y="190"/>
                    </a:moveTo>
                    <a:lnTo>
                      <a:pt x="358" y="277"/>
                    </a:lnTo>
                    <a:lnTo>
                      <a:pt x="801" y="78"/>
                    </a:lnTo>
                    <a:lnTo>
                      <a:pt x="452" y="0"/>
                    </a:lnTo>
                    <a:lnTo>
                      <a:pt x="0" y="19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75" name="Freeform 74">
                <a:extLst>
                  <a:ext uri="{FF2B5EF4-FFF2-40B4-BE49-F238E27FC236}">
                    <a16:creationId xmlns:a16="http://schemas.microsoft.com/office/drawing/2014/main" id="{60C2274D-93A3-8B4F-6FEA-EC61E2BED0F1}"/>
                  </a:ext>
                </a:extLst>
              </p:cNvPr>
              <p:cNvSpPr>
                <a:spLocks/>
              </p:cNvSpPr>
              <p:nvPr/>
            </p:nvSpPr>
            <p:spPr bwMode="auto">
              <a:xfrm>
                <a:off x="2378" y="694"/>
                <a:ext cx="801" cy="277"/>
              </a:xfrm>
              <a:custGeom>
                <a:avLst/>
                <a:gdLst>
                  <a:gd name="T0" fmla="*/ 0 w 801"/>
                  <a:gd name="T1" fmla="*/ 190 h 277"/>
                  <a:gd name="T2" fmla="*/ 358 w 801"/>
                  <a:gd name="T3" fmla="*/ 277 h 277"/>
                  <a:gd name="T4" fmla="*/ 801 w 801"/>
                  <a:gd name="T5" fmla="*/ 78 h 277"/>
                  <a:gd name="T6" fmla="*/ 452 w 801"/>
                  <a:gd name="T7" fmla="*/ 0 h 277"/>
                  <a:gd name="T8" fmla="*/ 0 w 801"/>
                  <a:gd name="T9" fmla="*/ 190 h 277"/>
                </a:gdLst>
                <a:ahLst/>
                <a:cxnLst>
                  <a:cxn ang="0">
                    <a:pos x="T0" y="T1"/>
                  </a:cxn>
                  <a:cxn ang="0">
                    <a:pos x="T2" y="T3"/>
                  </a:cxn>
                  <a:cxn ang="0">
                    <a:pos x="T4" y="T5"/>
                  </a:cxn>
                  <a:cxn ang="0">
                    <a:pos x="T6" y="T7"/>
                  </a:cxn>
                  <a:cxn ang="0">
                    <a:pos x="T8" y="T9"/>
                  </a:cxn>
                </a:cxnLst>
                <a:rect l="0" t="0" r="r" b="b"/>
                <a:pathLst>
                  <a:path w="801" h="277">
                    <a:moveTo>
                      <a:pt x="0" y="190"/>
                    </a:moveTo>
                    <a:lnTo>
                      <a:pt x="358" y="277"/>
                    </a:lnTo>
                    <a:lnTo>
                      <a:pt x="801" y="78"/>
                    </a:lnTo>
                    <a:lnTo>
                      <a:pt x="452" y="0"/>
                    </a:lnTo>
                    <a:lnTo>
                      <a:pt x="0" y="19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sp>
          <p:nvSpPr>
            <p:cNvPr id="68" name="Freeform 75">
              <a:extLst>
                <a:ext uri="{FF2B5EF4-FFF2-40B4-BE49-F238E27FC236}">
                  <a16:creationId xmlns:a16="http://schemas.microsoft.com/office/drawing/2014/main" id="{7C2F77A5-9C76-2F9C-0F0F-2D1BF1749BD0}"/>
                </a:ext>
              </a:extLst>
            </p:cNvPr>
            <p:cNvSpPr>
              <a:spLocks/>
            </p:cNvSpPr>
            <p:nvPr/>
          </p:nvSpPr>
          <p:spPr bwMode="auto">
            <a:xfrm>
              <a:off x="2610" y="1286"/>
              <a:ext cx="22" cy="22"/>
            </a:xfrm>
            <a:custGeom>
              <a:avLst/>
              <a:gdLst>
                <a:gd name="T0" fmla="*/ 7 w 23"/>
                <a:gd name="T1" fmla="*/ 0 h 22"/>
                <a:gd name="T2" fmla="*/ 0 w 23"/>
                <a:gd name="T3" fmla="*/ 14 h 22"/>
                <a:gd name="T4" fmla="*/ 16 w 23"/>
                <a:gd name="T5" fmla="*/ 22 h 22"/>
                <a:gd name="T6" fmla="*/ 23 w 23"/>
                <a:gd name="T7" fmla="*/ 8 h 22"/>
                <a:gd name="T8" fmla="*/ 7 w 23"/>
                <a:gd name="T9" fmla="*/ 0 h 22"/>
              </a:gdLst>
              <a:ahLst/>
              <a:cxnLst>
                <a:cxn ang="0">
                  <a:pos x="T0" y="T1"/>
                </a:cxn>
                <a:cxn ang="0">
                  <a:pos x="T2" y="T3"/>
                </a:cxn>
                <a:cxn ang="0">
                  <a:pos x="T4" y="T5"/>
                </a:cxn>
                <a:cxn ang="0">
                  <a:pos x="T6" y="T7"/>
                </a:cxn>
                <a:cxn ang="0">
                  <a:pos x="T8" y="T9"/>
                </a:cxn>
              </a:cxnLst>
              <a:rect l="0" t="0" r="r" b="b"/>
              <a:pathLst>
                <a:path w="23" h="22">
                  <a:moveTo>
                    <a:pt x="7" y="0"/>
                  </a:moveTo>
                  <a:lnTo>
                    <a:pt x="0" y="14"/>
                  </a:lnTo>
                  <a:lnTo>
                    <a:pt x="16" y="22"/>
                  </a:lnTo>
                  <a:lnTo>
                    <a:pt x="23" y="8"/>
                  </a:lnTo>
                  <a:lnTo>
                    <a:pt x="7" y="0"/>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nvGrpSpPr>
            <p:cNvPr id="8243" name="Group 76">
              <a:extLst>
                <a:ext uri="{FF2B5EF4-FFF2-40B4-BE49-F238E27FC236}">
                  <a16:creationId xmlns:a16="http://schemas.microsoft.com/office/drawing/2014/main" id="{8E488651-BAD1-DDDC-9BBB-7A290A741B91}"/>
                </a:ext>
              </a:extLst>
            </p:cNvPr>
            <p:cNvGrpSpPr>
              <a:grpSpLocks/>
            </p:cNvGrpSpPr>
            <p:nvPr/>
          </p:nvGrpSpPr>
          <p:grpSpPr bwMode="auto">
            <a:xfrm>
              <a:off x="2456" y="1201"/>
              <a:ext cx="197" cy="85"/>
              <a:chOff x="2456" y="1201"/>
              <a:chExt cx="197" cy="85"/>
            </a:xfrm>
          </p:grpSpPr>
          <p:sp>
            <p:nvSpPr>
              <p:cNvPr id="70" name="Line 77">
                <a:extLst>
                  <a:ext uri="{FF2B5EF4-FFF2-40B4-BE49-F238E27FC236}">
                    <a16:creationId xmlns:a16="http://schemas.microsoft.com/office/drawing/2014/main" id="{9D35DF05-FF55-6438-736C-53712A61A2CD}"/>
                  </a:ext>
                </a:extLst>
              </p:cNvPr>
              <p:cNvSpPr>
                <a:spLocks noChangeShapeType="1"/>
              </p:cNvSpPr>
              <p:nvPr/>
            </p:nvSpPr>
            <p:spPr bwMode="auto">
              <a:xfrm>
                <a:off x="2461" y="1204"/>
                <a:ext cx="188" cy="43"/>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71" name="Line 78">
                <a:extLst>
                  <a:ext uri="{FF2B5EF4-FFF2-40B4-BE49-F238E27FC236}">
                    <a16:creationId xmlns:a16="http://schemas.microsoft.com/office/drawing/2014/main" id="{6402D16C-7318-15AC-7EDF-8CFA283DE9BA}"/>
                  </a:ext>
                </a:extLst>
              </p:cNvPr>
              <p:cNvSpPr>
                <a:spLocks noChangeShapeType="1"/>
              </p:cNvSpPr>
              <p:nvPr/>
            </p:nvSpPr>
            <p:spPr bwMode="auto">
              <a:xfrm>
                <a:off x="2461" y="1242"/>
                <a:ext cx="188" cy="44"/>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72" name="Line 79">
                <a:extLst>
                  <a:ext uri="{FF2B5EF4-FFF2-40B4-BE49-F238E27FC236}">
                    <a16:creationId xmlns:a16="http://schemas.microsoft.com/office/drawing/2014/main" id="{DDB06AE9-5A09-CE46-E12A-5D1F89B128D1}"/>
                  </a:ext>
                </a:extLst>
              </p:cNvPr>
              <p:cNvSpPr>
                <a:spLocks noChangeShapeType="1"/>
              </p:cNvSpPr>
              <p:nvPr/>
            </p:nvSpPr>
            <p:spPr bwMode="auto">
              <a:xfrm>
                <a:off x="2456" y="1201"/>
                <a:ext cx="1" cy="34"/>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73" name="Line 80">
                <a:extLst>
                  <a:ext uri="{FF2B5EF4-FFF2-40B4-BE49-F238E27FC236}">
                    <a16:creationId xmlns:a16="http://schemas.microsoft.com/office/drawing/2014/main" id="{67BCE8D6-069F-1A80-F005-9321E3EFE3A8}"/>
                  </a:ext>
                </a:extLst>
              </p:cNvPr>
              <p:cNvSpPr>
                <a:spLocks noChangeShapeType="1"/>
              </p:cNvSpPr>
              <p:nvPr/>
            </p:nvSpPr>
            <p:spPr bwMode="auto">
              <a:xfrm>
                <a:off x="2652" y="1254"/>
                <a:ext cx="1" cy="32"/>
              </a:xfrm>
              <a:prstGeom prst="line">
                <a:avLst/>
              </a:prstGeom>
              <a:noFill/>
              <a:ln w="12700">
                <a:solidFill>
                  <a:srgbClr val="919191"/>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grpSp>
      </p:grpSp>
      <p:sp>
        <p:nvSpPr>
          <p:cNvPr id="84" name="Line 81">
            <a:extLst>
              <a:ext uri="{FF2B5EF4-FFF2-40B4-BE49-F238E27FC236}">
                <a16:creationId xmlns:a16="http://schemas.microsoft.com/office/drawing/2014/main" id="{745BD59B-1680-5FC8-8DBF-89CB12484463}"/>
              </a:ext>
            </a:extLst>
          </p:cNvPr>
          <p:cNvSpPr>
            <a:spLocks noChangeShapeType="1"/>
          </p:cNvSpPr>
          <p:nvPr/>
        </p:nvSpPr>
        <p:spPr bwMode="auto">
          <a:xfrm flipH="1">
            <a:off x="4746625" y="3713163"/>
            <a:ext cx="7588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85" name="Text Box 82">
            <a:extLst>
              <a:ext uri="{FF2B5EF4-FFF2-40B4-BE49-F238E27FC236}">
                <a16:creationId xmlns:a16="http://schemas.microsoft.com/office/drawing/2014/main" id="{B96E0990-14D2-8E68-2B9D-1FAD4BE0FAA1}"/>
              </a:ext>
            </a:extLst>
          </p:cNvPr>
          <p:cNvSpPr txBox="1">
            <a:spLocks noChangeArrowheads="1"/>
          </p:cNvSpPr>
          <p:nvPr/>
        </p:nvSpPr>
        <p:spPr bwMode="auto">
          <a:xfrm>
            <a:off x="5105400" y="3359150"/>
            <a:ext cx="588963"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a:buFont typeface="Arial" charset="0"/>
              <a:buNone/>
              <a:defRPr/>
            </a:pPr>
            <a:r>
              <a:rPr lang="zh-CN" altLang="en-US">
                <a:solidFill>
                  <a:srgbClr val="CC0000"/>
                </a:solidFill>
                <a:effectLst>
                  <a:outerShdw blurRad="38100" dist="38100" dir="2700000" algn="tl">
                    <a:srgbClr val="C0C0C0"/>
                  </a:outerShdw>
                </a:effectLst>
                <a:latin typeface="Arial" charset="0"/>
                <a:ea typeface="黑体" pitchFamily="2" charset="-122"/>
              </a:rPr>
              <a:t>请求</a:t>
            </a:r>
          </a:p>
        </p:txBody>
      </p:sp>
      <p:sp>
        <p:nvSpPr>
          <p:cNvPr id="86" name="Text Box 83">
            <a:extLst>
              <a:ext uri="{FF2B5EF4-FFF2-40B4-BE49-F238E27FC236}">
                <a16:creationId xmlns:a16="http://schemas.microsoft.com/office/drawing/2014/main" id="{DA1E07AC-A289-9660-580F-EF5FC372B15A}"/>
              </a:ext>
            </a:extLst>
          </p:cNvPr>
          <p:cNvSpPr txBox="1">
            <a:spLocks noChangeArrowheads="1"/>
          </p:cNvSpPr>
          <p:nvPr/>
        </p:nvSpPr>
        <p:spPr bwMode="auto">
          <a:xfrm>
            <a:off x="4937125" y="4067175"/>
            <a:ext cx="588963"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a:buFont typeface="Arial" charset="0"/>
              <a:buNone/>
              <a:defRPr/>
            </a:pPr>
            <a:r>
              <a:rPr lang="zh-CN" altLang="en-US">
                <a:solidFill>
                  <a:srgbClr val="CC0000"/>
                </a:solidFill>
                <a:effectLst>
                  <a:outerShdw blurRad="38100" dist="38100" dir="2700000" algn="tl">
                    <a:srgbClr val="C0C0C0"/>
                  </a:outerShdw>
                </a:effectLst>
                <a:latin typeface="Arial" charset="0"/>
                <a:ea typeface="黑体" pitchFamily="2" charset="-122"/>
              </a:rPr>
              <a:t>结果</a:t>
            </a:r>
          </a:p>
        </p:txBody>
      </p:sp>
      <p:sp>
        <p:nvSpPr>
          <p:cNvPr id="87" name="Line 84">
            <a:extLst>
              <a:ext uri="{FF2B5EF4-FFF2-40B4-BE49-F238E27FC236}">
                <a16:creationId xmlns:a16="http://schemas.microsoft.com/office/drawing/2014/main" id="{23D077D9-B8B2-DBBC-201C-D910F2D4390B}"/>
              </a:ext>
            </a:extLst>
          </p:cNvPr>
          <p:cNvSpPr>
            <a:spLocks noChangeShapeType="1"/>
          </p:cNvSpPr>
          <p:nvPr/>
        </p:nvSpPr>
        <p:spPr bwMode="auto">
          <a:xfrm>
            <a:off x="4937125" y="4067175"/>
            <a:ext cx="75723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88" name="Line 85">
            <a:extLst>
              <a:ext uri="{FF2B5EF4-FFF2-40B4-BE49-F238E27FC236}">
                <a16:creationId xmlns:a16="http://schemas.microsoft.com/office/drawing/2014/main" id="{65BC8FB9-FE36-C241-D854-D118F9C0C7AF}"/>
              </a:ext>
            </a:extLst>
          </p:cNvPr>
          <p:cNvSpPr>
            <a:spLocks noChangeShapeType="1"/>
          </p:cNvSpPr>
          <p:nvPr/>
        </p:nvSpPr>
        <p:spPr bwMode="auto">
          <a:xfrm>
            <a:off x="4746625" y="3890963"/>
            <a:ext cx="9477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89" name="Text Box 86">
            <a:extLst>
              <a:ext uri="{FF2B5EF4-FFF2-40B4-BE49-F238E27FC236}">
                <a16:creationId xmlns:a16="http://schemas.microsoft.com/office/drawing/2014/main" id="{B931AA58-5C46-D2C6-2AFF-33892BFD1915}"/>
              </a:ext>
            </a:extLst>
          </p:cNvPr>
          <p:cNvSpPr txBox="1">
            <a:spLocks noChangeArrowheads="1"/>
          </p:cNvSpPr>
          <p:nvPr/>
        </p:nvSpPr>
        <p:spPr bwMode="auto">
          <a:xfrm>
            <a:off x="5694363" y="2297113"/>
            <a:ext cx="132715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buFont typeface="Arial" charset="0"/>
              <a:buNone/>
              <a:defRPr/>
            </a:pPr>
            <a:r>
              <a:rPr lang="en-US" altLang="zh-CN" sz="2000">
                <a:solidFill>
                  <a:srgbClr val="CC0000"/>
                </a:solidFill>
                <a:effectLst>
                  <a:outerShdw blurRad="38100" dist="38100" dir="2700000" algn="tl">
                    <a:srgbClr val="C0C0C0"/>
                  </a:outerShdw>
                </a:effectLst>
                <a:latin typeface="Arial" charset="0"/>
                <a:ea typeface="黑体" pitchFamily="2" charset="-122"/>
              </a:rPr>
              <a:t>Web</a:t>
            </a:r>
            <a:r>
              <a:rPr lang="zh-CN" altLang="en-US" sz="2000">
                <a:solidFill>
                  <a:srgbClr val="CC0000"/>
                </a:solidFill>
                <a:effectLst>
                  <a:outerShdw blurRad="38100" dist="38100" dir="2700000" algn="tl">
                    <a:srgbClr val="C0C0C0"/>
                  </a:outerShdw>
                </a:effectLst>
                <a:latin typeface="Arial" charset="0"/>
                <a:ea typeface="黑体" pitchFamily="2" charset="-122"/>
              </a:rPr>
              <a:t>服务器</a:t>
            </a:r>
          </a:p>
        </p:txBody>
      </p:sp>
      <p:sp>
        <p:nvSpPr>
          <p:cNvPr id="90" name="Line 87">
            <a:extLst>
              <a:ext uri="{FF2B5EF4-FFF2-40B4-BE49-F238E27FC236}">
                <a16:creationId xmlns:a16="http://schemas.microsoft.com/office/drawing/2014/main" id="{DA9E2EBA-35E8-CF4B-C870-51D25A1A3F0F}"/>
              </a:ext>
            </a:extLst>
          </p:cNvPr>
          <p:cNvSpPr>
            <a:spLocks noChangeShapeType="1"/>
          </p:cNvSpPr>
          <p:nvPr/>
        </p:nvSpPr>
        <p:spPr bwMode="auto">
          <a:xfrm flipH="1">
            <a:off x="7024688" y="3359150"/>
            <a:ext cx="758825" cy="177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91" name="Line 88">
            <a:extLst>
              <a:ext uri="{FF2B5EF4-FFF2-40B4-BE49-F238E27FC236}">
                <a16:creationId xmlns:a16="http://schemas.microsoft.com/office/drawing/2014/main" id="{C26310F5-4F98-8197-2E67-A8FFDB232366}"/>
              </a:ext>
            </a:extLst>
          </p:cNvPr>
          <p:cNvSpPr>
            <a:spLocks noChangeShapeType="1"/>
          </p:cNvSpPr>
          <p:nvPr/>
        </p:nvSpPr>
        <p:spPr bwMode="auto">
          <a:xfrm flipV="1">
            <a:off x="7215188" y="3546475"/>
            <a:ext cx="757237" cy="177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buFont typeface="Arial" charset="0"/>
              <a:buNone/>
              <a:defRPr/>
            </a:pPr>
            <a:endParaRPr lang="zh-CN" altLang="en-US">
              <a:effectLst>
                <a:outerShdw blurRad="38100" dist="38100" dir="2700000" algn="tl">
                  <a:srgbClr val="000000">
                    <a:alpha val="43137"/>
                  </a:srgbClr>
                </a:outerShdw>
              </a:effectLst>
              <a:latin typeface="Arial" charset="0"/>
            </a:endParaRPr>
          </a:p>
        </p:txBody>
      </p:sp>
      <p:sp>
        <p:nvSpPr>
          <p:cNvPr id="8221" name="Text Box 89">
            <a:extLst>
              <a:ext uri="{FF2B5EF4-FFF2-40B4-BE49-F238E27FC236}">
                <a16:creationId xmlns:a16="http://schemas.microsoft.com/office/drawing/2014/main" id="{A357DBE0-1692-9DA9-1D7D-0B98050547E3}"/>
              </a:ext>
            </a:extLst>
          </p:cNvPr>
          <p:cNvSpPr txBox="1">
            <a:spLocks noChangeArrowheads="1"/>
          </p:cNvSpPr>
          <p:nvPr/>
        </p:nvSpPr>
        <p:spPr bwMode="auto">
          <a:xfrm>
            <a:off x="9110663" y="3103563"/>
            <a:ext cx="947737" cy="44291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endParaRPr lang="zh-CN" altLang="zh-CN" sz="1400">
              <a:latin typeface="Times New Roman" panose="02020603050405020304" pitchFamily="18" charset="0"/>
            </a:endParaRPr>
          </a:p>
        </p:txBody>
      </p:sp>
      <p:sp>
        <p:nvSpPr>
          <p:cNvPr id="8222" name="Text Box 90">
            <a:extLst>
              <a:ext uri="{FF2B5EF4-FFF2-40B4-BE49-F238E27FC236}">
                <a16:creationId xmlns:a16="http://schemas.microsoft.com/office/drawing/2014/main" id="{883458A0-A41D-D9CC-68EE-49EA77F7ED3D}"/>
              </a:ext>
            </a:extLst>
          </p:cNvPr>
          <p:cNvSpPr txBox="1">
            <a:spLocks noChangeArrowheads="1"/>
          </p:cNvSpPr>
          <p:nvPr/>
        </p:nvSpPr>
        <p:spPr bwMode="auto">
          <a:xfrm>
            <a:off x="9110663" y="4327525"/>
            <a:ext cx="947737" cy="458788"/>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endParaRPr lang="zh-CN" altLang="zh-CN" sz="1400">
              <a:latin typeface="Times New Roman" panose="02020603050405020304" pitchFamily="18" charset="0"/>
            </a:endParaRPr>
          </a:p>
        </p:txBody>
      </p:sp>
      <p:sp>
        <p:nvSpPr>
          <p:cNvPr id="8223" name="Text Box 91">
            <a:extLst>
              <a:ext uri="{FF2B5EF4-FFF2-40B4-BE49-F238E27FC236}">
                <a16:creationId xmlns:a16="http://schemas.microsoft.com/office/drawing/2014/main" id="{FA90486A-B24A-C770-B841-54AD53326B9B}"/>
              </a:ext>
            </a:extLst>
          </p:cNvPr>
          <p:cNvSpPr txBox="1">
            <a:spLocks noChangeArrowheads="1"/>
          </p:cNvSpPr>
          <p:nvPr/>
        </p:nvSpPr>
        <p:spPr bwMode="auto">
          <a:xfrm>
            <a:off x="9110663" y="5537200"/>
            <a:ext cx="947737" cy="48895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Font typeface="Arial" panose="020B0604020202020204" pitchFamily="34" charset="0"/>
              <a:buNone/>
            </a:pPr>
            <a:endParaRPr lang="zh-CN" altLang="zh-CN" sz="1400">
              <a:latin typeface="Times New Roman" panose="02020603050405020304" pitchFamily="18" charset="0"/>
            </a:endParaRPr>
          </a:p>
        </p:txBody>
      </p:sp>
      <p:sp>
        <p:nvSpPr>
          <p:cNvPr id="95" name="Rectangle 93">
            <a:extLst>
              <a:ext uri="{FF2B5EF4-FFF2-40B4-BE49-F238E27FC236}">
                <a16:creationId xmlns:a16="http://schemas.microsoft.com/office/drawing/2014/main" id="{7DF8DF09-6746-70C8-B83B-AD8FA7EF8504}"/>
              </a:ext>
            </a:extLst>
          </p:cNvPr>
          <p:cNvSpPr>
            <a:spLocks noChangeArrowheads="1"/>
          </p:cNvSpPr>
          <p:nvPr/>
        </p:nvSpPr>
        <p:spPr bwMode="auto">
          <a:xfrm>
            <a:off x="9236075" y="3189288"/>
            <a:ext cx="690563"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浏览器</a:t>
            </a:r>
          </a:p>
        </p:txBody>
      </p:sp>
      <p:sp>
        <p:nvSpPr>
          <p:cNvPr id="96" name="Rectangle 94">
            <a:extLst>
              <a:ext uri="{FF2B5EF4-FFF2-40B4-BE49-F238E27FC236}">
                <a16:creationId xmlns:a16="http://schemas.microsoft.com/office/drawing/2014/main" id="{D1BE934D-1F87-A4DD-F3AF-4435238EF4BF}"/>
              </a:ext>
            </a:extLst>
          </p:cNvPr>
          <p:cNvSpPr>
            <a:spLocks noChangeArrowheads="1"/>
          </p:cNvSpPr>
          <p:nvPr/>
        </p:nvSpPr>
        <p:spPr bwMode="auto">
          <a:xfrm>
            <a:off x="9204325" y="4406900"/>
            <a:ext cx="690563"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浏览器</a:t>
            </a:r>
          </a:p>
        </p:txBody>
      </p:sp>
      <p:sp>
        <p:nvSpPr>
          <p:cNvPr id="97" name="Rectangle 95">
            <a:extLst>
              <a:ext uri="{FF2B5EF4-FFF2-40B4-BE49-F238E27FC236}">
                <a16:creationId xmlns:a16="http://schemas.microsoft.com/office/drawing/2014/main" id="{FDCD4106-C8F5-0B24-C497-6F3BC67AD0F6}"/>
              </a:ext>
            </a:extLst>
          </p:cNvPr>
          <p:cNvSpPr>
            <a:spLocks noChangeArrowheads="1"/>
          </p:cNvSpPr>
          <p:nvPr/>
        </p:nvSpPr>
        <p:spPr bwMode="auto">
          <a:xfrm>
            <a:off x="9231313" y="5624513"/>
            <a:ext cx="690562"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浏览器</a:t>
            </a:r>
          </a:p>
        </p:txBody>
      </p:sp>
      <p:sp>
        <p:nvSpPr>
          <p:cNvPr id="98" name="Rectangle 96">
            <a:extLst>
              <a:ext uri="{FF2B5EF4-FFF2-40B4-BE49-F238E27FC236}">
                <a16:creationId xmlns:a16="http://schemas.microsoft.com/office/drawing/2014/main" id="{A33EECE6-5F2D-5899-7AAB-640CDBACAD45}"/>
              </a:ext>
            </a:extLst>
          </p:cNvPr>
          <p:cNvSpPr>
            <a:spLocks noChangeArrowheads="1"/>
          </p:cNvSpPr>
          <p:nvPr/>
        </p:nvSpPr>
        <p:spPr bwMode="auto">
          <a:xfrm>
            <a:off x="5737225" y="5419725"/>
            <a:ext cx="9207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应用程序</a:t>
            </a:r>
          </a:p>
        </p:txBody>
      </p:sp>
      <p:sp>
        <p:nvSpPr>
          <p:cNvPr id="99" name="Rectangle 97">
            <a:extLst>
              <a:ext uri="{FF2B5EF4-FFF2-40B4-BE49-F238E27FC236}">
                <a16:creationId xmlns:a16="http://schemas.microsoft.com/office/drawing/2014/main" id="{22B7B663-A176-23B6-B393-368F33913FDD}"/>
              </a:ext>
            </a:extLst>
          </p:cNvPr>
          <p:cNvSpPr>
            <a:spLocks noChangeArrowheads="1"/>
          </p:cNvSpPr>
          <p:nvPr/>
        </p:nvSpPr>
        <p:spPr bwMode="auto">
          <a:xfrm>
            <a:off x="2459038" y="4506913"/>
            <a:ext cx="690562"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buFont typeface="Arial" charset="0"/>
              <a:buNone/>
              <a:defRPr/>
            </a:pPr>
            <a:r>
              <a:rPr lang="zh-CN" altLang="en-US">
                <a:effectLst>
                  <a:outerShdw blurRad="38100" dist="38100" dir="2700000" algn="tl">
                    <a:srgbClr val="C0C0C0"/>
                  </a:outerShdw>
                </a:effectLst>
                <a:latin typeface="Arial" charset="0"/>
                <a:ea typeface="黑体" pitchFamily="2" charset="-122"/>
              </a:rPr>
              <a:t>数据库</a:t>
            </a:r>
          </a:p>
        </p:txBody>
      </p:sp>
    </p:spTree>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349763C-7386-EB75-0C6A-76E0D45A79D8}"/>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数据库应用结构 </a:t>
            </a:r>
            <a:endParaRPr lang="zh-CN" altLang="en-US" sz="4000" b="1" dirty="0">
              <a:solidFill>
                <a:schemeClr val="bg1"/>
              </a:solidFill>
              <a:latin typeface="+mn-ea"/>
              <a:ea typeface="+mn-ea"/>
            </a:endParaRPr>
          </a:p>
        </p:txBody>
      </p:sp>
      <p:sp>
        <p:nvSpPr>
          <p:cNvPr id="5" name="Rectangle 4">
            <a:extLst>
              <a:ext uri="{FF2B5EF4-FFF2-40B4-BE49-F238E27FC236}">
                <a16:creationId xmlns:a16="http://schemas.microsoft.com/office/drawing/2014/main" id="{95673FD7-F70F-C863-E58E-56759006FE60}"/>
              </a:ext>
            </a:extLst>
          </p:cNvPr>
          <p:cNvSpPr>
            <a:spLocks noChangeArrowheads="1"/>
          </p:cNvSpPr>
          <p:nvPr/>
        </p:nvSpPr>
        <p:spPr bwMode="auto">
          <a:xfrm>
            <a:off x="842963" y="1412875"/>
            <a:ext cx="10728325" cy="470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nSpc>
                <a:spcPct val="120000"/>
              </a:lnSpc>
              <a:spcAft>
                <a:spcPct val="40000"/>
              </a:spcAft>
              <a:buFont typeface="Arial" charset="0"/>
              <a:buNone/>
              <a:defRPr/>
            </a:pPr>
            <a:r>
              <a:rPr kumimoji="1" lang="zh-CN" altLang="en-US" sz="3200" b="1" dirty="0">
                <a:solidFill>
                  <a:schemeClr val="accent2"/>
                </a:solidFill>
                <a:effectLst>
                  <a:outerShdw blurRad="38100" dist="38100" dir="2700000" algn="tl">
                    <a:srgbClr val="C0C0C0"/>
                  </a:outerShdw>
                </a:effectLst>
                <a:latin typeface="黑体" pitchFamily="2" charset="-122"/>
                <a:ea typeface="黑体" pitchFamily="2" charset="-122"/>
              </a:rPr>
              <a:t>表示层</a:t>
            </a:r>
            <a:r>
              <a:rPr kumimoji="1" lang="zh-CN" altLang="en-US" sz="3200" b="1" dirty="0">
                <a:solidFill>
                  <a:srgbClr val="002060"/>
                </a:solidFill>
                <a:effectLst>
                  <a:outerShdw blurRad="38100" dist="38100" dir="2700000" algn="tl">
                    <a:srgbClr val="C0C0C0"/>
                  </a:outerShdw>
                </a:effectLst>
                <a:latin typeface="黑体" pitchFamily="2" charset="-122"/>
                <a:ea typeface="黑体" pitchFamily="2" charset="-122"/>
              </a:rPr>
              <a: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存在于客户端，只须安装一个</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Web</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浏览器软件。 </a:t>
            </a:r>
          </a:p>
          <a:p>
            <a:pPr>
              <a:lnSpc>
                <a:spcPct val="125000"/>
              </a:lnSpc>
              <a:spcAft>
                <a:spcPct val="45000"/>
              </a:spcAft>
              <a:buFont typeface="Arial" charset="0"/>
              <a:buNone/>
              <a:defRPr/>
            </a:pPr>
            <a:r>
              <a:rPr kumimoji="1" lang="en-US" altLang="zh-CN" sz="3200" b="1" dirty="0">
                <a:solidFill>
                  <a:schemeClr val="accent2"/>
                </a:solidFill>
                <a:effectLst>
                  <a:outerShdw blurRad="38100" dist="38100" dir="2700000" algn="tl">
                    <a:srgbClr val="C0C0C0"/>
                  </a:outerShdw>
                </a:effectLst>
                <a:latin typeface="黑体" pitchFamily="2" charset="-122"/>
                <a:ea typeface="黑体" pitchFamily="2" charset="-122"/>
              </a:rPr>
              <a:t>Web</a:t>
            </a:r>
            <a:r>
              <a:rPr kumimoji="1" lang="zh-CN" altLang="en-US" sz="3200" b="1" dirty="0">
                <a:solidFill>
                  <a:schemeClr val="accent2"/>
                </a:solidFill>
                <a:effectLst>
                  <a:outerShdw blurRad="38100" dist="38100" dir="2700000" algn="tl">
                    <a:srgbClr val="C0C0C0"/>
                  </a:outerShdw>
                </a:effectLst>
                <a:latin typeface="黑体" pitchFamily="2" charset="-122"/>
                <a:ea typeface="黑体" pitchFamily="2" charset="-122"/>
              </a:rPr>
              <a:t>服务器：</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作为一个</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HTTP</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服务器，处理</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HTTP</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协议，接受请求并按照</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HTTP</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格式生成响应；执行服务器端脚本（如</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VBScript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JavaScript</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等）；对于数据库应用，能够执行创建、读、修改、删除（</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CRUD</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）等操作。</a:t>
            </a:r>
            <a:endPar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a:lnSpc>
                <a:spcPct val="125000"/>
              </a:lnSpc>
              <a:spcAft>
                <a:spcPct val="45000"/>
              </a:spcAft>
              <a:buFont typeface="Arial" charset="0"/>
              <a:buNone/>
              <a:defRPr/>
            </a:pPr>
            <a:r>
              <a:rPr kumimoji="1" lang="zh-CN" altLang="en-US" sz="3200" b="1" dirty="0">
                <a:solidFill>
                  <a:schemeClr val="accent2"/>
                </a:solidFill>
                <a:effectLst>
                  <a:outerShdw blurRad="38100" dist="38100" dir="2700000" algn="tl">
                    <a:srgbClr val="C0C0C0"/>
                  </a:outerShdw>
                </a:effectLst>
                <a:latin typeface="黑体" pitchFamily="2" charset="-122"/>
                <a:ea typeface="黑体" pitchFamily="2" charset="-122"/>
              </a:rPr>
              <a:t>数据层：</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存在于数据库服务器上，安装有</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DBMS</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，提供</a:t>
            </a:r>
            <a:r>
              <a:rPr kumimoji="1"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SQL</a:t>
            </a: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处理、数据库管理等服务。</a:t>
            </a:r>
          </a:p>
        </p:txBody>
      </p:sp>
    </p:spTree>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033C3DE-E306-E963-C2B2-9CECE867CBE2}"/>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数据库应用结构 </a:t>
            </a:r>
            <a:endParaRPr lang="zh-CN" altLang="en-US" sz="4000" b="1" dirty="0">
              <a:solidFill>
                <a:schemeClr val="bg1"/>
              </a:solidFill>
              <a:latin typeface="+mn-ea"/>
              <a:ea typeface="+mn-ea"/>
            </a:endParaRPr>
          </a:p>
        </p:txBody>
      </p:sp>
      <p:sp>
        <p:nvSpPr>
          <p:cNvPr id="4" name="Text Box 3">
            <a:extLst>
              <a:ext uri="{FF2B5EF4-FFF2-40B4-BE49-F238E27FC236}">
                <a16:creationId xmlns:a16="http://schemas.microsoft.com/office/drawing/2014/main" id="{8774314F-E73D-383C-3292-D15A3CC252C2}"/>
              </a:ext>
            </a:extLst>
          </p:cNvPr>
          <p:cNvSpPr txBox="1">
            <a:spLocks noChangeArrowheads="1"/>
          </p:cNvSpPr>
          <p:nvPr/>
        </p:nvSpPr>
        <p:spPr bwMode="auto">
          <a:xfrm>
            <a:off x="908050" y="1989138"/>
            <a:ext cx="10302875" cy="275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buClr>
                <a:srgbClr val="32C6CA"/>
              </a:buClr>
              <a:buSzPct val="80000"/>
              <a:buFont typeface="Wingdings" pitchFamily="2" charset="2"/>
              <a:buNone/>
              <a:defRPr/>
            </a:pPr>
            <a:r>
              <a:rPr kumimoji="1" lang="zh-CN" altLang="en-US" sz="3600" dirty="0">
                <a:solidFill>
                  <a:srgbClr val="000066"/>
                </a:solidFill>
                <a:effectLst>
                  <a:outerShdw blurRad="38100" dist="38100" dir="2700000" algn="tl">
                    <a:srgbClr val="C0C0C0"/>
                  </a:outerShdw>
                </a:effectLst>
                <a:latin typeface="楷体_GB2312" pitchFamily="49" charset="-122"/>
                <a:ea typeface="楷体_GB2312" pitchFamily="49" charset="-122"/>
              </a:rPr>
              <a:t>    </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在</a:t>
            </a:r>
            <a:r>
              <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rPr>
              <a:t>C/S</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结构中，图形用户界面的设计工作通常使用可视化开发工具</a:t>
            </a:r>
            <a:r>
              <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rPr>
              <a:t>C++,Java</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rPr>
              <a:t>C#</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等  </a:t>
            </a:r>
            <a:endPar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20000"/>
              </a:lnSpc>
              <a:buClr>
                <a:srgbClr val="32C6CA"/>
              </a:buClr>
              <a:buSzPct val="80000"/>
              <a:buFont typeface="Wingdings" pitchFamily="2" charset="2"/>
              <a:buNone/>
              <a:defRPr/>
            </a:pPr>
            <a:r>
              <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rPr>
              <a:t>    </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在</a:t>
            </a:r>
            <a:r>
              <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rPr>
              <a:t>B/S</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结构中，常使用</a:t>
            </a:r>
            <a:r>
              <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rPr>
              <a:t>ASP.net</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rPr>
              <a:t>JSP</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和</a:t>
            </a:r>
            <a:r>
              <a:rPr kumimoji="1" lang="en-US" altLang="zh-CN" sz="3600" b="1" dirty="0">
                <a:solidFill>
                  <a:srgbClr val="002060"/>
                </a:solidFill>
                <a:effectLst>
                  <a:outerShdw blurRad="38100" dist="38100" dir="2700000" algn="tl">
                    <a:srgbClr val="C0C0C0"/>
                  </a:outerShdw>
                </a:effectLst>
                <a:latin typeface="楷体_GB2312" pitchFamily="49" charset="-122"/>
                <a:ea typeface="楷体_GB2312" pitchFamily="49" charset="-122"/>
              </a:rPr>
              <a:t>PHP</a:t>
            </a:r>
            <a:r>
              <a:rPr kumimoji="1" lang="zh-CN" altLang="en-US" sz="3600" b="1" dirty="0">
                <a:solidFill>
                  <a:srgbClr val="002060"/>
                </a:solidFill>
                <a:effectLst>
                  <a:outerShdw blurRad="38100" dist="38100" dir="2700000" algn="tl">
                    <a:srgbClr val="C0C0C0"/>
                  </a:outerShdw>
                </a:effectLst>
                <a:latin typeface="楷体_GB2312" pitchFamily="49" charset="-122"/>
                <a:ea typeface="楷体_GB2312" pitchFamily="49" charset="-122"/>
              </a:rPr>
              <a:t>等来实现业务逻辑。</a:t>
            </a:r>
          </a:p>
        </p:txBody>
      </p:sp>
    </p:spTree>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98BAECB-EBF2-3EC8-C1FF-E177AA9027F4}"/>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数据库连接技术</a:t>
            </a:r>
            <a:endParaRPr lang="zh-CN" altLang="en-US" sz="4000" b="1" dirty="0">
              <a:solidFill>
                <a:schemeClr val="bg1"/>
              </a:solidFill>
              <a:latin typeface="+mn-ea"/>
              <a:ea typeface="+mn-ea"/>
            </a:endParaRPr>
          </a:p>
        </p:txBody>
      </p:sp>
      <p:sp>
        <p:nvSpPr>
          <p:cNvPr id="4" name="Rectangle 3">
            <a:extLst>
              <a:ext uri="{FF2B5EF4-FFF2-40B4-BE49-F238E27FC236}">
                <a16:creationId xmlns:a16="http://schemas.microsoft.com/office/drawing/2014/main" id="{6D1948F0-33AA-2D55-D169-2E978B37B634}"/>
              </a:ext>
            </a:extLst>
          </p:cNvPr>
          <p:cNvSpPr>
            <a:spLocks noChangeArrowheads="1"/>
          </p:cNvSpPr>
          <p:nvPr/>
        </p:nvSpPr>
        <p:spPr bwMode="auto">
          <a:xfrm>
            <a:off x="1130300" y="1700213"/>
            <a:ext cx="10369550" cy="240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5000"/>
              </a:lnSpc>
              <a:buFont typeface="Arial" charset="0"/>
              <a:buNone/>
              <a:defRPr/>
            </a:pPr>
            <a:r>
              <a:rPr kumimoji="1"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常用的数据库的连接方法有：</a:t>
            </a:r>
          </a:p>
          <a:p>
            <a:pPr eaLnBrk="1" hangingPunct="1">
              <a:buFont typeface="Arial" charset="0"/>
              <a:buNone/>
              <a:defRPr/>
            </a:pPr>
            <a:endParaRPr kumimoji="1" lang="zh-CN" altLang="en-US" sz="20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lvl="2" eaLnBrk="1" hangingPunct="1">
              <a:lnSpc>
                <a:spcPct val="105000"/>
              </a:lnSpc>
              <a:buClr>
                <a:srgbClr val="FF0000"/>
              </a:buClr>
              <a:buFont typeface="Wingdings" pitchFamily="2" charset="2"/>
              <a:buChar char="Ø"/>
              <a:defRPr/>
            </a:pPr>
            <a:r>
              <a:rPr kumimoji="1" lang="zh-CN" altLang="en-US" sz="3200" b="1" dirty="0">
                <a:solidFill>
                  <a:srgbClr val="002060"/>
                </a:solidFill>
                <a:latin typeface="黑体" pitchFamily="2" charset="-122"/>
                <a:ea typeface="黑体" pitchFamily="2" charset="-122"/>
              </a:rPr>
              <a:t> </a:t>
            </a:r>
            <a:r>
              <a:rPr kumimoji="1" lang="en-US" altLang="zh-CN" sz="3200" b="1" dirty="0">
                <a:solidFill>
                  <a:srgbClr val="002060"/>
                </a:solidFill>
                <a:latin typeface="黑体" pitchFamily="2" charset="-122"/>
                <a:ea typeface="黑体" pitchFamily="2" charset="-122"/>
              </a:rPr>
              <a:t>ODBC</a:t>
            </a:r>
          </a:p>
          <a:p>
            <a:pPr lvl="2" eaLnBrk="1" hangingPunct="1">
              <a:lnSpc>
                <a:spcPct val="105000"/>
              </a:lnSpc>
              <a:buClr>
                <a:srgbClr val="FF0000"/>
              </a:buClr>
              <a:buFont typeface="Wingdings" pitchFamily="2" charset="2"/>
              <a:buChar char="Ø"/>
              <a:defRPr/>
            </a:pPr>
            <a:r>
              <a:rPr kumimoji="1" lang="en-US" altLang="zh-CN" sz="3200" b="1" dirty="0">
                <a:solidFill>
                  <a:srgbClr val="002060"/>
                </a:solidFill>
                <a:latin typeface="黑体" pitchFamily="2" charset="-122"/>
                <a:ea typeface="黑体" pitchFamily="2" charset="-122"/>
              </a:rPr>
              <a:t> ADO</a:t>
            </a:r>
          </a:p>
          <a:p>
            <a:pPr lvl="2" eaLnBrk="1" hangingPunct="1">
              <a:lnSpc>
                <a:spcPct val="105000"/>
              </a:lnSpc>
              <a:buClr>
                <a:srgbClr val="FF0000"/>
              </a:buClr>
              <a:buFont typeface="Wingdings" pitchFamily="2" charset="2"/>
              <a:buChar char="Ø"/>
              <a:defRPr/>
            </a:pPr>
            <a:r>
              <a:rPr kumimoji="1" lang="en-US" altLang="zh-CN" sz="3200" b="1" dirty="0">
                <a:solidFill>
                  <a:srgbClr val="002060"/>
                </a:solidFill>
                <a:latin typeface="黑体" pitchFamily="2" charset="-122"/>
                <a:ea typeface="黑体" pitchFamily="2" charset="-122"/>
              </a:rPr>
              <a:t> JDBC</a:t>
            </a:r>
          </a:p>
        </p:txBody>
      </p:sp>
    </p:spTree>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60F29D10-EEB4-BA27-52F6-0A807BE7528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数据库连接技术</a:t>
            </a:r>
            <a:endParaRPr lang="zh-CN" altLang="en-US" sz="4000" b="1" dirty="0">
              <a:solidFill>
                <a:schemeClr val="bg1"/>
              </a:solidFill>
              <a:latin typeface="+mn-ea"/>
              <a:ea typeface="+mn-ea"/>
            </a:endParaRPr>
          </a:p>
        </p:txBody>
      </p:sp>
      <p:sp>
        <p:nvSpPr>
          <p:cNvPr id="5" name="Text Box 3">
            <a:extLst>
              <a:ext uri="{FF2B5EF4-FFF2-40B4-BE49-F238E27FC236}">
                <a16:creationId xmlns:a16="http://schemas.microsoft.com/office/drawing/2014/main" id="{DCE1968A-0EB1-7316-A827-FB61FC29E8B4}"/>
              </a:ext>
            </a:extLst>
          </p:cNvPr>
          <p:cNvSpPr txBox="1">
            <a:spLocks noChangeArrowheads="1"/>
          </p:cNvSpPr>
          <p:nvPr/>
        </p:nvSpPr>
        <p:spPr bwMode="auto">
          <a:xfrm>
            <a:off x="595313" y="2133600"/>
            <a:ext cx="11120437" cy="294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spcAft>
                <a:spcPct val="30000"/>
              </a:spcAft>
              <a:buFont typeface="Arial" charset="0"/>
              <a:buNone/>
              <a:defRPr/>
            </a:pP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    ODBC</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Open Database Connectivity</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）是微软公司开放服务结构中有关数据库的一个组成部分，它建立了一组规范。</a:t>
            </a:r>
          </a:p>
          <a:p>
            <a:pPr eaLnBrk="1" hangingPunct="1">
              <a:lnSpc>
                <a:spcPct val="110000"/>
              </a:lnSpc>
              <a:spcAft>
                <a:spcPct val="30000"/>
              </a:spcAft>
              <a:buFont typeface="Arial" charset="0"/>
              <a:buNone/>
              <a:defRPr/>
            </a:pP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    它应用数据通信方法、数据传输协议、</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DBMS</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等多种技术定义了一个标准的接口协议，允许应用程序以</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SQL</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作为数据存取标准，来存取不同的</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DBMS</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管理的数据。</a:t>
            </a:r>
          </a:p>
        </p:txBody>
      </p:sp>
      <p:sp>
        <p:nvSpPr>
          <p:cNvPr id="7" name="Rectangle 6">
            <a:extLst>
              <a:ext uri="{FF2B5EF4-FFF2-40B4-BE49-F238E27FC236}">
                <a16:creationId xmlns:a16="http://schemas.microsoft.com/office/drawing/2014/main" id="{6EC768D4-1B0C-A087-AEB1-2EE072E95580}"/>
              </a:ext>
            </a:extLst>
          </p:cNvPr>
          <p:cNvSpPr>
            <a:spLocks noChangeArrowheads="1"/>
          </p:cNvSpPr>
          <p:nvPr/>
        </p:nvSpPr>
        <p:spPr bwMode="auto">
          <a:xfrm>
            <a:off x="1038225" y="1138238"/>
            <a:ext cx="315753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buFont typeface="Arial" charset="0"/>
              <a:buNone/>
              <a:defRPr/>
            </a:pPr>
            <a:r>
              <a:rPr kumimoji="1" lang="en-US" altLang="zh-CN" sz="3600" dirty="0">
                <a:solidFill>
                  <a:srgbClr val="7030A0"/>
                </a:solidFill>
                <a:effectLst>
                  <a:outerShdw blurRad="38100" dist="38100" dir="2700000" algn="tl">
                    <a:srgbClr val="C0C0C0"/>
                  </a:outerShdw>
                </a:effectLst>
                <a:latin typeface="黑体" pitchFamily="2" charset="-122"/>
                <a:ea typeface="黑体" pitchFamily="2" charset="-122"/>
              </a:rPr>
              <a:t>1.ODBC</a:t>
            </a:r>
          </a:p>
        </p:txBody>
      </p:sp>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BA2DCDA5-E94C-4B97-B494-7611108998D7}"/>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数据库连接技术</a:t>
            </a:r>
            <a:endParaRPr lang="zh-CN" altLang="en-US" sz="4000" b="1" dirty="0">
              <a:solidFill>
                <a:schemeClr val="bg1"/>
              </a:solidFill>
              <a:latin typeface="+mn-ea"/>
              <a:ea typeface="+mn-ea"/>
            </a:endParaRPr>
          </a:p>
        </p:txBody>
      </p:sp>
      <p:pic>
        <p:nvPicPr>
          <p:cNvPr id="13315" name="Picture 2" descr="09-006">
            <a:extLst>
              <a:ext uri="{FF2B5EF4-FFF2-40B4-BE49-F238E27FC236}">
                <a16:creationId xmlns:a16="http://schemas.microsoft.com/office/drawing/2014/main" id="{A4BCEC9D-46E5-4653-D76B-1C3B4FEC4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1341438"/>
            <a:ext cx="6480175"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28C74C6F-277F-F4BC-73F1-0417B07E4E1A}"/>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数据库连接技术</a:t>
            </a:r>
            <a:endParaRPr lang="zh-CN" altLang="en-US" sz="4000" b="1" dirty="0">
              <a:solidFill>
                <a:schemeClr val="bg1"/>
              </a:solidFill>
              <a:latin typeface="+mn-ea"/>
              <a:ea typeface="+mn-ea"/>
            </a:endParaRPr>
          </a:p>
        </p:txBody>
      </p:sp>
      <p:sp>
        <p:nvSpPr>
          <p:cNvPr id="5" name="Text Box 2">
            <a:extLst>
              <a:ext uri="{FF2B5EF4-FFF2-40B4-BE49-F238E27FC236}">
                <a16:creationId xmlns:a16="http://schemas.microsoft.com/office/drawing/2014/main" id="{E4F9B13D-1559-1E31-AFB6-2016DDF39F03}"/>
              </a:ext>
            </a:extLst>
          </p:cNvPr>
          <p:cNvSpPr txBox="1">
            <a:spLocks noChangeArrowheads="1"/>
          </p:cNvSpPr>
          <p:nvPr/>
        </p:nvSpPr>
        <p:spPr bwMode="auto">
          <a:xfrm>
            <a:off x="595313" y="2047875"/>
            <a:ext cx="10831512" cy="30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Aft>
                <a:spcPct val="30000"/>
              </a:spcAft>
              <a:buFont typeface="Arial" charset="0"/>
              <a:buNone/>
              <a:defRPr/>
            </a:pPr>
            <a:r>
              <a:rPr lang="en-US" altLang="zh-CN" sz="3200" dirty="0">
                <a:effectLst>
                  <a:outerShdw blurRad="38100" dist="38100" dir="2700000" algn="tl">
                    <a:srgbClr val="C0C0C0"/>
                  </a:outerShdw>
                </a:effectLst>
                <a:latin typeface="楷体_GB2312" pitchFamily="49" charset="-122"/>
                <a:ea typeface="楷体_GB2312" pitchFamily="49" charset="-122"/>
              </a:rPr>
              <a:t>    </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ADO</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ActiveX Data Objects</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ActiveX</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数据对象）技术则是一种良好的解决方案，提供一种面向对象的、与语言无关的应用程序编程接口。</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ADO</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的应用场合非常广泛，而且支持多种程序设计语言，不仅兼容所有的数据库系统，从桌面数据库到网络数据库等，</a:t>
            </a:r>
            <a:r>
              <a:rPr lang="en-US" altLang="zh-CN" sz="3200" b="1" dirty="0">
                <a:solidFill>
                  <a:srgbClr val="002060"/>
                </a:solidFill>
                <a:effectLst>
                  <a:outerShdw blurRad="38100" dist="38100" dir="2700000" algn="tl">
                    <a:srgbClr val="C0C0C0"/>
                  </a:outerShdw>
                </a:effectLst>
                <a:latin typeface="楷体_GB2312" pitchFamily="49" charset="-122"/>
                <a:ea typeface="楷体_GB2312" pitchFamily="49" charset="-122"/>
              </a:rPr>
              <a:t>ADO</a:t>
            </a:r>
            <a:r>
              <a:rPr lang="zh-CN" altLang="en-US" sz="3200" b="1" dirty="0">
                <a:solidFill>
                  <a:srgbClr val="002060"/>
                </a:solidFill>
                <a:effectLst>
                  <a:outerShdw blurRad="38100" dist="38100" dir="2700000" algn="tl">
                    <a:srgbClr val="C0C0C0"/>
                  </a:outerShdw>
                </a:effectLst>
                <a:latin typeface="楷体_GB2312" pitchFamily="49" charset="-122"/>
                <a:ea typeface="楷体_GB2312" pitchFamily="49" charset="-122"/>
              </a:rPr>
              <a:t>提供相同的处理方法。</a:t>
            </a:r>
          </a:p>
        </p:txBody>
      </p:sp>
      <p:sp>
        <p:nvSpPr>
          <p:cNvPr id="7" name="Rectangle 3">
            <a:extLst>
              <a:ext uri="{FF2B5EF4-FFF2-40B4-BE49-F238E27FC236}">
                <a16:creationId xmlns:a16="http://schemas.microsoft.com/office/drawing/2014/main" id="{95AA59AB-E8CB-C450-FD3E-6ED43BBDE5CD}"/>
              </a:ext>
            </a:extLst>
          </p:cNvPr>
          <p:cNvSpPr>
            <a:spLocks noChangeArrowheads="1"/>
          </p:cNvSpPr>
          <p:nvPr/>
        </p:nvSpPr>
        <p:spPr bwMode="auto">
          <a:xfrm>
            <a:off x="1038225" y="1112838"/>
            <a:ext cx="307498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buFont typeface="Arial" charset="0"/>
              <a:buNone/>
              <a:defRPr/>
            </a:pPr>
            <a:r>
              <a:rPr kumimoji="1" lang="en-US" altLang="zh-CN" sz="3600" dirty="0">
                <a:solidFill>
                  <a:srgbClr val="7030A0"/>
                </a:solidFill>
                <a:effectLst>
                  <a:outerShdw blurRad="38100" dist="38100" dir="2700000" algn="tl">
                    <a:srgbClr val="C0C0C0"/>
                  </a:outerShdw>
                </a:effectLst>
                <a:latin typeface="黑体" pitchFamily="2" charset="-122"/>
                <a:ea typeface="黑体" pitchFamily="2" charset="-122"/>
              </a:rPr>
              <a:t>2.ADO</a:t>
            </a:r>
          </a:p>
        </p:txBody>
      </p:sp>
    </p:spTree>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08948B5-960E-CDD9-692B-1F56C69C6B7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数据库连接技术</a:t>
            </a:r>
            <a:endParaRPr lang="zh-CN" altLang="en-US" sz="4000" b="1" dirty="0">
              <a:solidFill>
                <a:schemeClr val="bg1"/>
              </a:solidFill>
              <a:latin typeface="+mn-ea"/>
              <a:ea typeface="+mn-ea"/>
            </a:endParaRPr>
          </a:p>
        </p:txBody>
      </p:sp>
      <p:pic>
        <p:nvPicPr>
          <p:cNvPr id="15363" name="Picture 27">
            <a:extLst>
              <a:ext uri="{FF2B5EF4-FFF2-40B4-BE49-F238E27FC236}">
                <a16:creationId xmlns:a16="http://schemas.microsoft.com/office/drawing/2014/main" id="{D39D6C0E-A522-48AA-E011-14974EE54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 r="-5418" b="33736"/>
          <a:stretch>
            <a:fillRect/>
          </a:stretch>
        </p:blipFill>
        <p:spPr bwMode="auto">
          <a:xfrm>
            <a:off x="842963" y="1484313"/>
            <a:ext cx="1038860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矩形标注 1">
            <a:extLst>
              <a:ext uri="{FF2B5EF4-FFF2-40B4-BE49-F238E27FC236}">
                <a16:creationId xmlns:a16="http://schemas.microsoft.com/office/drawing/2014/main" id="{EA97B3B7-E2D7-1EEB-F49C-E3A6BAE65BA7}"/>
              </a:ext>
            </a:extLst>
          </p:cNvPr>
          <p:cNvSpPr>
            <a:spLocks noChangeArrowheads="1"/>
          </p:cNvSpPr>
          <p:nvPr/>
        </p:nvSpPr>
        <p:spPr bwMode="auto">
          <a:xfrm>
            <a:off x="5019675" y="1347788"/>
            <a:ext cx="6211888" cy="1223962"/>
          </a:xfrm>
          <a:prstGeom prst="wedgeRectCallout">
            <a:avLst>
              <a:gd name="adj1" fmla="val -90787"/>
              <a:gd name="adj2" fmla="val 7910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9" name="Rectangle 2">
            <a:extLst>
              <a:ext uri="{FF2B5EF4-FFF2-40B4-BE49-F238E27FC236}">
                <a16:creationId xmlns:a16="http://schemas.microsoft.com/office/drawing/2014/main" id="{3720CD1C-2191-A471-06CC-0D4B5CE42B25}"/>
              </a:ext>
            </a:extLst>
          </p:cNvPr>
          <p:cNvSpPr>
            <a:spLocks noChangeArrowheads="1"/>
          </p:cNvSpPr>
          <p:nvPr/>
        </p:nvSpPr>
        <p:spPr bwMode="blackWhite">
          <a:xfrm>
            <a:off x="5091113" y="1452563"/>
            <a:ext cx="6911975" cy="136048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05000"/>
              </a:lnSpc>
              <a:spcBef>
                <a:spcPct val="20000"/>
              </a:spcBef>
              <a:buClr>
                <a:srgbClr val="0000FF"/>
              </a:buClr>
              <a:buFont typeface="Wingdings" panose="05000000000000000000" pitchFamily="2" charset="2"/>
              <a:buNone/>
            </a:pPr>
            <a:r>
              <a:rPr lang="en-US" altLang="zh-CN" sz="2800" b="1">
                <a:solidFill>
                  <a:srgbClr val="002060"/>
                </a:solidFill>
              </a:rPr>
              <a:t>Connection</a:t>
            </a:r>
            <a:r>
              <a:rPr lang="zh-CN" altLang="en-US" sz="2800" b="1">
                <a:solidFill>
                  <a:srgbClr val="002060"/>
                </a:solidFill>
              </a:rPr>
              <a:t>对象要负责与数据库建立</a:t>
            </a:r>
            <a:endParaRPr lang="en-US" altLang="zh-CN" sz="2800" b="1">
              <a:solidFill>
                <a:srgbClr val="002060"/>
              </a:solidFill>
            </a:endParaRPr>
          </a:p>
          <a:p>
            <a:pPr lvl="1" algn="just">
              <a:lnSpc>
                <a:spcPct val="105000"/>
              </a:lnSpc>
              <a:spcBef>
                <a:spcPct val="20000"/>
              </a:spcBef>
              <a:buClr>
                <a:srgbClr val="0000FF"/>
              </a:buClr>
              <a:buFont typeface="Wingdings" panose="05000000000000000000" pitchFamily="2" charset="2"/>
              <a:buNone/>
            </a:pPr>
            <a:r>
              <a:rPr lang="zh-CN" altLang="en-US" sz="2800" b="1">
                <a:solidFill>
                  <a:srgbClr val="002060"/>
                </a:solidFill>
              </a:rPr>
              <a:t>连接和执行</a:t>
            </a:r>
            <a:r>
              <a:rPr lang="en-US" altLang="zh-CN" sz="2800" b="1">
                <a:solidFill>
                  <a:srgbClr val="002060"/>
                </a:solidFill>
              </a:rPr>
              <a:t>SQL</a:t>
            </a:r>
            <a:r>
              <a:rPr lang="zh-CN" altLang="en-US" sz="2800" b="1">
                <a:solidFill>
                  <a:srgbClr val="002060"/>
                </a:solidFill>
              </a:rPr>
              <a:t>语句。</a:t>
            </a:r>
          </a:p>
        </p:txBody>
      </p:sp>
      <p:sp>
        <p:nvSpPr>
          <p:cNvPr id="10" name="Rectangle 2">
            <a:extLst>
              <a:ext uri="{FF2B5EF4-FFF2-40B4-BE49-F238E27FC236}">
                <a16:creationId xmlns:a16="http://schemas.microsoft.com/office/drawing/2014/main" id="{3B3D57A6-CFA0-4A37-95A5-B8C5094A8E22}"/>
              </a:ext>
            </a:extLst>
          </p:cNvPr>
          <p:cNvSpPr>
            <a:spLocks noChangeArrowheads="1"/>
          </p:cNvSpPr>
          <p:nvPr/>
        </p:nvSpPr>
        <p:spPr bwMode="blackWhite">
          <a:xfrm>
            <a:off x="5111750" y="3119438"/>
            <a:ext cx="6913563" cy="117316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05000"/>
              </a:lnSpc>
              <a:spcBef>
                <a:spcPct val="20000"/>
              </a:spcBef>
              <a:buClr>
                <a:srgbClr val="0000FF"/>
              </a:buClr>
              <a:buFont typeface="Wingdings" panose="05000000000000000000" pitchFamily="2" charset="2"/>
              <a:buNone/>
            </a:pPr>
            <a:r>
              <a:rPr lang="en-US" altLang="zh-CN" sz="2800" b="1">
                <a:solidFill>
                  <a:srgbClr val="002060"/>
                </a:solidFill>
              </a:rPr>
              <a:t>Command</a:t>
            </a:r>
            <a:r>
              <a:rPr lang="zh-CN" altLang="en-US" sz="2800" b="1">
                <a:solidFill>
                  <a:srgbClr val="002060"/>
                </a:solidFill>
              </a:rPr>
              <a:t>对象主要执行</a:t>
            </a:r>
            <a:r>
              <a:rPr lang="en-US" altLang="zh-CN" sz="2800" b="1">
                <a:solidFill>
                  <a:srgbClr val="002060"/>
                </a:solidFill>
              </a:rPr>
              <a:t>CRUD</a:t>
            </a:r>
            <a:r>
              <a:rPr lang="zh-CN" altLang="en-US" sz="2800" b="1">
                <a:solidFill>
                  <a:srgbClr val="002060"/>
                </a:solidFill>
              </a:rPr>
              <a:t>操作。</a:t>
            </a:r>
          </a:p>
        </p:txBody>
      </p:sp>
      <p:sp>
        <p:nvSpPr>
          <p:cNvPr id="15" name="Rectangle 2">
            <a:extLst>
              <a:ext uri="{FF2B5EF4-FFF2-40B4-BE49-F238E27FC236}">
                <a16:creationId xmlns:a16="http://schemas.microsoft.com/office/drawing/2014/main" id="{45352629-401A-C18A-0A12-0AB2D638D479}"/>
              </a:ext>
            </a:extLst>
          </p:cNvPr>
          <p:cNvSpPr>
            <a:spLocks noChangeArrowheads="1"/>
          </p:cNvSpPr>
          <p:nvPr/>
        </p:nvSpPr>
        <p:spPr bwMode="blackWhite">
          <a:xfrm>
            <a:off x="5111750" y="4752975"/>
            <a:ext cx="6913563" cy="136048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lnSpc>
                <a:spcPct val="105000"/>
              </a:lnSpc>
              <a:spcBef>
                <a:spcPct val="20000"/>
              </a:spcBef>
              <a:buClr>
                <a:srgbClr val="0000FF"/>
              </a:buClr>
              <a:buFont typeface="Wingdings" panose="05000000000000000000" pitchFamily="2" charset="2"/>
              <a:buNone/>
            </a:pPr>
            <a:r>
              <a:rPr lang="en-US" altLang="zh-CN" sz="2800" b="1">
                <a:solidFill>
                  <a:srgbClr val="002060"/>
                </a:solidFill>
              </a:rPr>
              <a:t>RecordSet</a:t>
            </a:r>
            <a:r>
              <a:rPr lang="zh-CN" altLang="en-US" sz="2800" b="1">
                <a:solidFill>
                  <a:srgbClr val="002060"/>
                </a:solidFill>
              </a:rPr>
              <a:t>对象主要存放对数据库</a:t>
            </a:r>
            <a:endParaRPr lang="en-US" altLang="zh-CN" sz="2800" b="1">
              <a:solidFill>
                <a:srgbClr val="002060"/>
              </a:solidFill>
            </a:endParaRPr>
          </a:p>
          <a:p>
            <a:pPr lvl="1" algn="just">
              <a:lnSpc>
                <a:spcPct val="105000"/>
              </a:lnSpc>
              <a:spcBef>
                <a:spcPct val="20000"/>
              </a:spcBef>
              <a:buClr>
                <a:srgbClr val="0000FF"/>
              </a:buClr>
              <a:buFont typeface="Wingdings" panose="05000000000000000000" pitchFamily="2" charset="2"/>
              <a:buNone/>
            </a:pPr>
            <a:r>
              <a:rPr lang="zh-CN" altLang="en-US" sz="2800" b="1">
                <a:solidFill>
                  <a:srgbClr val="002060"/>
                </a:solidFill>
              </a:rPr>
              <a:t>表查询的结果。</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B3EB7DD6-A68C-0B84-DA81-17E5F94AC246}"/>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数据库连接技术</a:t>
            </a:r>
            <a:endParaRPr lang="zh-CN" altLang="en-US" sz="4000" b="1" dirty="0">
              <a:solidFill>
                <a:schemeClr val="bg1"/>
              </a:solidFill>
              <a:latin typeface="+mn-ea"/>
              <a:ea typeface="+mn-ea"/>
            </a:endParaRPr>
          </a:p>
        </p:txBody>
      </p:sp>
      <p:sp>
        <p:nvSpPr>
          <p:cNvPr id="5" name="Rectangle 3">
            <a:extLst>
              <a:ext uri="{FF2B5EF4-FFF2-40B4-BE49-F238E27FC236}">
                <a16:creationId xmlns:a16="http://schemas.microsoft.com/office/drawing/2014/main" id="{B58BD162-E171-DA31-3488-710C1E774361}"/>
              </a:ext>
            </a:extLst>
          </p:cNvPr>
          <p:cNvSpPr txBox="1">
            <a:spLocks noChangeArrowheads="1"/>
          </p:cNvSpPr>
          <p:nvPr/>
        </p:nvSpPr>
        <p:spPr bwMode="auto">
          <a:xfrm>
            <a:off x="627063" y="1989138"/>
            <a:ext cx="10575925"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nSpc>
                <a:spcPct val="150000"/>
              </a:lnSpc>
              <a:buFont typeface="Arial" charset="0"/>
              <a:buNone/>
              <a:defRPr/>
            </a:pPr>
            <a:r>
              <a:rPr lang="en-US" altLang="zh-CN" b="1" dirty="0">
                <a:latin typeface="楷体_GB2312" pitchFamily="49" charset="-122"/>
                <a:ea typeface="楷体_GB2312" pitchFamily="49" charset="-122"/>
              </a:rPr>
              <a:t>    </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JDBC(</a:t>
            </a:r>
            <a:r>
              <a:rPr 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Java Database Connectivity</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是一个独立于特定数据库管理系统、通用的操作数据库的</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Interface</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（一组</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API</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），定义了用来访问数据库的标准</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Java</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类库，而接口的实现有各个数据库厂商来完成</a:t>
            </a:r>
          </a:p>
          <a:p>
            <a:pPr marL="0" indent="0">
              <a:lnSpc>
                <a:spcPct val="150000"/>
              </a:lnSpc>
              <a:buFont typeface="Arial" charset="0"/>
              <a:buNone/>
              <a:defRPr/>
            </a:pP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JDBC</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驱动程序（</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jar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包）：数据库厂商对</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JDBC</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接口的一组实现类</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(jar</a:t>
            </a:r>
            <a:r>
              <a:rPr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包</a:t>
            </a:r>
            <a:r>
              <a:rPr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a:t>
            </a:r>
          </a:p>
        </p:txBody>
      </p:sp>
      <p:sp>
        <p:nvSpPr>
          <p:cNvPr id="7" name="Rectangle 3">
            <a:extLst>
              <a:ext uri="{FF2B5EF4-FFF2-40B4-BE49-F238E27FC236}">
                <a16:creationId xmlns:a16="http://schemas.microsoft.com/office/drawing/2014/main" id="{722679EE-93DF-DB50-8925-2F1EA780FB37}"/>
              </a:ext>
            </a:extLst>
          </p:cNvPr>
          <p:cNvSpPr>
            <a:spLocks noChangeArrowheads="1"/>
          </p:cNvSpPr>
          <p:nvPr/>
        </p:nvSpPr>
        <p:spPr bwMode="auto">
          <a:xfrm>
            <a:off x="938213" y="1341438"/>
            <a:ext cx="3113087"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buFont typeface="Arial" charset="0"/>
              <a:buNone/>
              <a:defRPr/>
            </a:pPr>
            <a:r>
              <a:rPr kumimoji="1" lang="en-US" altLang="zh-CN" sz="3600" dirty="0">
                <a:solidFill>
                  <a:srgbClr val="7030A0"/>
                </a:solidFill>
                <a:effectLst>
                  <a:outerShdw blurRad="38100" dist="38100" dir="2700000" algn="tl">
                    <a:srgbClr val="C0C0C0"/>
                  </a:outerShdw>
                </a:effectLst>
                <a:latin typeface="黑体" pitchFamily="2" charset="-122"/>
                <a:ea typeface="黑体" pitchFamily="2" charset="-122"/>
              </a:rPr>
              <a:t>3.JDBC</a:t>
            </a:r>
          </a:p>
        </p:txBody>
      </p:sp>
    </p:spTree>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B9A82EA-7EBD-A808-55C3-7D0B70023A9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数据库连接技术</a:t>
            </a:r>
            <a:endParaRPr lang="zh-CN" altLang="en-US" sz="4000" b="1" dirty="0">
              <a:solidFill>
                <a:schemeClr val="bg1"/>
              </a:solidFill>
              <a:latin typeface="+mn-ea"/>
              <a:ea typeface="+mn-ea"/>
            </a:endParaRPr>
          </a:p>
        </p:txBody>
      </p:sp>
      <p:sp>
        <p:nvSpPr>
          <p:cNvPr id="8" name="Rectangle 3">
            <a:extLst>
              <a:ext uri="{FF2B5EF4-FFF2-40B4-BE49-F238E27FC236}">
                <a16:creationId xmlns:a16="http://schemas.microsoft.com/office/drawing/2014/main" id="{A23AD7D9-6CC4-EEBE-5299-382C2589FED2}"/>
              </a:ext>
            </a:extLst>
          </p:cNvPr>
          <p:cNvSpPr>
            <a:spLocks noChangeArrowheads="1"/>
          </p:cNvSpPr>
          <p:nvPr/>
        </p:nvSpPr>
        <p:spPr bwMode="auto">
          <a:xfrm>
            <a:off x="3048000" y="1357313"/>
            <a:ext cx="6049963"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buFont typeface="Arial" charset="0"/>
              <a:buNone/>
              <a:defRPr/>
            </a:pPr>
            <a:r>
              <a:rPr kumimoji="1" lang="en-US" altLang="zh-CN" sz="3600" dirty="0">
                <a:solidFill>
                  <a:srgbClr val="002060"/>
                </a:solidFill>
                <a:effectLst>
                  <a:outerShdw blurRad="38100" dist="38100" dir="2700000" algn="tl">
                    <a:srgbClr val="C0C0C0"/>
                  </a:outerShdw>
                </a:effectLst>
                <a:latin typeface="黑体" pitchFamily="2" charset="-122"/>
                <a:ea typeface="黑体" pitchFamily="2" charset="-122"/>
              </a:rPr>
              <a:t>JDBC</a:t>
            </a:r>
            <a:r>
              <a:rPr kumimoji="1" lang="zh-CN" altLang="en-US" sz="3600" dirty="0">
                <a:solidFill>
                  <a:srgbClr val="002060"/>
                </a:solidFill>
                <a:effectLst>
                  <a:outerShdw blurRad="38100" dist="38100" dir="2700000" algn="tl">
                    <a:srgbClr val="C0C0C0"/>
                  </a:outerShdw>
                </a:effectLst>
                <a:latin typeface="黑体" pitchFamily="2" charset="-122"/>
                <a:ea typeface="黑体" pitchFamily="2" charset="-122"/>
              </a:rPr>
              <a:t>结构模型</a:t>
            </a:r>
          </a:p>
        </p:txBody>
      </p:sp>
      <p:pic>
        <p:nvPicPr>
          <p:cNvPr id="17412" name="Picture 7" descr="8A94WI5M3`9~H]D1CQWKHCM">
            <a:extLst>
              <a:ext uri="{FF2B5EF4-FFF2-40B4-BE49-F238E27FC236}">
                <a16:creationId xmlns:a16="http://schemas.microsoft.com/office/drawing/2014/main" id="{CB475508-A757-29AB-8F57-BA3FCF0D5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163" y="2322513"/>
            <a:ext cx="7239000"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545821F-9DD3-4D0A-B67F-75DC9EB0492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数据库连接技术</a:t>
            </a:r>
            <a:endParaRPr lang="zh-CN" altLang="en-US" sz="4000" b="1" dirty="0">
              <a:solidFill>
                <a:schemeClr val="bg1"/>
              </a:solidFill>
              <a:latin typeface="+mn-ea"/>
              <a:ea typeface="+mn-ea"/>
            </a:endParaRPr>
          </a:p>
        </p:txBody>
      </p:sp>
      <p:sp>
        <p:nvSpPr>
          <p:cNvPr id="8" name="Rectangle 8">
            <a:extLst>
              <a:ext uri="{FF2B5EF4-FFF2-40B4-BE49-F238E27FC236}">
                <a16:creationId xmlns:a16="http://schemas.microsoft.com/office/drawing/2014/main" id="{458D55E2-2571-1194-1E2F-4649F96D032F}"/>
              </a:ext>
            </a:extLst>
          </p:cNvPr>
          <p:cNvSpPr>
            <a:spLocks noChangeArrowheads="1"/>
          </p:cNvSpPr>
          <p:nvPr/>
        </p:nvSpPr>
        <p:spPr bwMode="auto">
          <a:xfrm>
            <a:off x="4402138" y="3070225"/>
            <a:ext cx="2808287" cy="360363"/>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a:effectLst>
                  <a:outerShdw blurRad="38100" dist="38100" dir="2700000" algn="tl">
                    <a:srgbClr val="000000">
                      <a:alpha val="43137"/>
                    </a:srgbClr>
                  </a:outerShdw>
                </a:effectLst>
                <a:latin typeface="Arial" charset="0"/>
              </a:rPr>
              <a:t>DriverManager</a:t>
            </a:r>
          </a:p>
        </p:txBody>
      </p:sp>
      <p:sp>
        <p:nvSpPr>
          <p:cNvPr id="9" name="Rectangle 9">
            <a:extLst>
              <a:ext uri="{FF2B5EF4-FFF2-40B4-BE49-F238E27FC236}">
                <a16:creationId xmlns:a16="http://schemas.microsoft.com/office/drawing/2014/main" id="{A1B565C9-8987-7964-088F-2F1C018B99A8}"/>
              </a:ext>
            </a:extLst>
          </p:cNvPr>
          <p:cNvSpPr>
            <a:spLocks noChangeArrowheads="1"/>
          </p:cNvSpPr>
          <p:nvPr/>
        </p:nvSpPr>
        <p:spPr bwMode="auto">
          <a:xfrm>
            <a:off x="2528888" y="3862388"/>
            <a:ext cx="1728787" cy="433387"/>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dirty="0">
                <a:effectLst>
                  <a:outerShdw blurRad="38100" dist="38100" dir="2700000" algn="tl">
                    <a:srgbClr val="000000">
                      <a:alpha val="43137"/>
                    </a:srgbClr>
                  </a:outerShdw>
                </a:effectLst>
                <a:latin typeface="Arial" charset="0"/>
              </a:rPr>
              <a:t>Connection</a:t>
            </a:r>
          </a:p>
        </p:txBody>
      </p:sp>
      <p:sp>
        <p:nvSpPr>
          <p:cNvPr id="10" name="Rectangle 10">
            <a:extLst>
              <a:ext uri="{FF2B5EF4-FFF2-40B4-BE49-F238E27FC236}">
                <a16:creationId xmlns:a16="http://schemas.microsoft.com/office/drawing/2014/main" id="{CB04060B-911D-D28C-939A-0661A274E3E9}"/>
              </a:ext>
            </a:extLst>
          </p:cNvPr>
          <p:cNvSpPr>
            <a:spLocks noChangeArrowheads="1"/>
          </p:cNvSpPr>
          <p:nvPr/>
        </p:nvSpPr>
        <p:spPr bwMode="auto">
          <a:xfrm>
            <a:off x="4833938" y="3862388"/>
            <a:ext cx="1728787" cy="433387"/>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dirty="0">
                <a:effectLst>
                  <a:outerShdw blurRad="38100" dist="38100" dir="2700000" algn="tl">
                    <a:srgbClr val="000000">
                      <a:alpha val="43137"/>
                    </a:srgbClr>
                  </a:outerShdw>
                </a:effectLst>
                <a:latin typeface="Arial" charset="0"/>
              </a:rPr>
              <a:t>Connection</a:t>
            </a:r>
          </a:p>
        </p:txBody>
      </p:sp>
      <p:sp>
        <p:nvSpPr>
          <p:cNvPr id="11" name="Rectangle 11">
            <a:extLst>
              <a:ext uri="{FF2B5EF4-FFF2-40B4-BE49-F238E27FC236}">
                <a16:creationId xmlns:a16="http://schemas.microsoft.com/office/drawing/2014/main" id="{F3FEDA77-1794-17CF-BDF6-7D66317D5C25}"/>
              </a:ext>
            </a:extLst>
          </p:cNvPr>
          <p:cNvSpPr>
            <a:spLocks noChangeArrowheads="1"/>
          </p:cNvSpPr>
          <p:nvPr/>
        </p:nvSpPr>
        <p:spPr bwMode="auto">
          <a:xfrm>
            <a:off x="7497763" y="3862388"/>
            <a:ext cx="1728787" cy="433387"/>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a:effectLst>
                  <a:outerShdw blurRad="38100" dist="38100" dir="2700000" algn="tl">
                    <a:srgbClr val="000000">
                      <a:alpha val="43137"/>
                    </a:srgbClr>
                  </a:outerShdw>
                </a:effectLst>
                <a:latin typeface="Arial" charset="0"/>
              </a:rPr>
              <a:t>Connection</a:t>
            </a:r>
          </a:p>
        </p:txBody>
      </p:sp>
      <p:sp>
        <p:nvSpPr>
          <p:cNvPr id="12" name="Rectangle 12">
            <a:extLst>
              <a:ext uri="{FF2B5EF4-FFF2-40B4-BE49-F238E27FC236}">
                <a16:creationId xmlns:a16="http://schemas.microsoft.com/office/drawing/2014/main" id="{A85CC150-A7BB-8DFD-18A4-0339BEB3C336}"/>
              </a:ext>
            </a:extLst>
          </p:cNvPr>
          <p:cNvSpPr>
            <a:spLocks noChangeArrowheads="1"/>
          </p:cNvSpPr>
          <p:nvPr/>
        </p:nvSpPr>
        <p:spPr bwMode="auto">
          <a:xfrm>
            <a:off x="2528888" y="4797425"/>
            <a:ext cx="1728787" cy="504825"/>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a:effectLst>
                  <a:outerShdw blurRad="38100" dist="38100" dir="2700000" algn="tl">
                    <a:srgbClr val="000000">
                      <a:alpha val="43137"/>
                    </a:srgbClr>
                  </a:outerShdw>
                </a:effectLst>
                <a:latin typeface="Arial" charset="0"/>
              </a:rPr>
              <a:t>Statement</a:t>
            </a:r>
          </a:p>
        </p:txBody>
      </p:sp>
      <p:sp>
        <p:nvSpPr>
          <p:cNvPr id="13" name="Rectangle 13">
            <a:extLst>
              <a:ext uri="{FF2B5EF4-FFF2-40B4-BE49-F238E27FC236}">
                <a16:creationId xmlns:a16="http://schemas.microsoft.com/office/drawing/2014/main" id="{D8A703A3-0170-D45E-BD5A-BF57EBBF9F95}"/>
              </a:ext>
            </a:extLst>
          </p:cNvPr>
          <p:cNvSpPr>
            <a:spLocks noChangeArrowheads="1"/>
          </p:cNvSpPr>
          <p:nvPr/>
        </p:nvSpPr>
        <p:spPr bwMode="auto">
          <a:xfrm>
            <a:off x="4689475" y="4725988"/>
            <a:ext cx="2305050" cy="5762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a:effectLst>
                  <a:outerShdw blurRad="38100" dist="38100" dir="2700000" algn="tl">
                    <a:srgbClr val="000000">
                      <a:alpha val="43137"/>
                    </a:srgbClr>
                  </a:outerShdw>
                </a:effectLst>
                <a:latin typeface="Arial" charset="0"/>
              </a:rPr>
              <a:t>PreparedStatement</a:t>
            </a:r>
          </a:p>
        </p:txBody>
      </p:sp>
      <p:sp>
        <p:nvSpPr>
          <p:cNvPr id="14" name="Rectangle 14">
            <a:extLst>
              <a:ext uri="{FF2B5EF4-FFF2-40B4-BE49-F238E27FC236}">
                <a16:creationId xmlns:a16="http://schemas.microsoft.com/office/drawing/2014/main" id="{069A84ED-E45A-2A9E-96D7-C09ED2BCF6AC}"/>
              </a:ext>
            </a:extLst>
          </p:cNvPr>
          <p:cNvSpPr>
            <a:spLocks noChangeArrowheads="1"/>
          </p:cNvSpPr>
          <p:nvPr/>
        </p:nvSpPr>
        <p:spPr bwMode="auto">
          <a:xfrm>
            <a:off x="7570788" y="4725988"/>
            <a:ext cx="2489200" cy="5762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a:effectLst>
                  <a:outerShdw blurRad="38100" dist="38100" dir="2700000" algn="tl">
                    <a:srgbClr val="000000">
                      <a:alpha val="43137"/>
                    </a:srgbClr>
                  </a:outerShdw>
                </a:effectLst>
                <a:latin typeface="Arial" charset="0"/>
              </a:rPr>
              <a:t>CallableStatement</a:t>
            </a:r>
          </a:p>
        </p:txBody>
      </p:sp>
      <p:sp>
        <p:nvSpPr>
          <p:cNvPr id="15" name="Rectangle 15">
            <a:extLst>
              <a:ext uri="{FF2B5EF4-FFF2-40B4-BE49-F238E27FC236}">
                <a16:creationId xmlns:a16="http://schemas.microsoft.com/office/drawing/2014/main" id="{12CCBDED-4C02-0ADA-FABE-2666AC7C61BB}"/>
              </a:ext>
            </a:extLst>
          </p:cNvPr>
          <p:cNvSpPr>
            <a:spLocks noChangeArrowheads="1"/>
          </p:cNvSpPr>
          <p:nvPr/>
        </p:nvSpPr>
        <p:spPr bwMode="auto">
          <a:xfrm>
            <a:off x="2528888" y="5734050"/>
            <a:ext cx="1728787" cy="576263"/>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a:effectLst>
                  <a:outerShdw blurRad="38100" dist="38100" dir="2700000" algn="tl">
                    <a:srgbClr val="000000">
                      <a:alpha val="43137"/>
                    </a:srgbClr>
                  </a:outerShdw>
                </a:effectLst>
                <a:latin typeface="Arial" charset="0"/>
              </a:rPr>
              <a:t>ResultSet</a:t>
            </a:r>
          </a:p>
        </p:txBody>
      </p:sp>
      <p:sp>
        <p:nvSpPr>
          <p:cNvPr id="16" name="Rectangle 16">
            <a:extLst>
              <a:ext uri="{FF2B5EF4-FFF2-40B4-BE49-F238E27FC236}">
                <a16:creationId xmlns:a16="http://schemas.microsoft.com/office/drawing/2014/main" id="{65941013-4221-FE78-B424-3A7AD50928E7}"/>
              </a:ext>
            </a:extLst>
          </p:cNvPr>
          <p:cNvSpPr>
            <a:spLocks noChangeArrowheads="1"/>
          </p:cNvSpPr>
          <p:nvPr/>
        </p:nvSpPr>
        <p:spPr bwMode="auto">
          <a:xfrm>
            <a:off x="4905375" y="5734050"/>
            <a:ext cx="1728788" cy="576263"/>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a:effectLst>
                  <a:outerShdw blurRad="38100" dist="38100" dir="2700000" algn="tl">
                    <a:srgbClr val="000000">
                      <a:alpha val="43137"/>
                    </a:srgbClr>
                  </a:outerShdw>
                </a:effectLst>
                <a:latin typeface="Arial" charset="0"/>
              </a:rPr>
              <a:t>ResultSet</a:t>
            </a:r>
          </a:p>
        </p:txBody>
      </p:sp>
      <p:sp>
        <p:nvSpPr>
          <p:cNvPr id="17" name="Rectangle 17">
            <a:extLst>
              <a:ext uri="{FF2B5EF4-FFF2-40B4-BE49-F238E27FC236}">
                <a16:creationId xmlns:a16="http://schemas.microsoft.com/office/drawing/2014/main" id="{A5F681D7-7905-CAD6-28CE-294B6C53A168}"/>
              </a:ext>
            </a:extLst>
          </p:cNvPr>
          <p:cNvSpPr>
            <a:spLocks noChangeArrowheads="1"/>
          </p:cNvSpPr>
          <p:nvPr/>
        </p:nvSpPr>
        <p:spPr bwMode="auto">
          <a:xfrm>
            <a:off x="7713663" y="5805488"/>
            <a:ext cx="1728787" cy="5762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buFont typeface="Wingdings" pitchFamily="2" charset="2"/>
              <a:buNone/>
              <a:defRPr/>
            </a:pPr>
            <a:r>
              <a:rPr lang="en-US" altLang="zh-CN" sz="2000">
                <a:effectLst>
                  <a:outerShdw blurRad="38100" dist="38100" dir="2700000" algn="tl">
                    <a:srgbClr val="000000">
                      <a:alpha val="43137"/>
                    </a:srgbClr>
                  </a:outerShdw>
                </a:effectLst>
                <a:latin typeface="Arial" charset="0"/>
              </a:rPr>
              <a:t>ResultSet</a:t>
            </a:r>
          </a:p>
        </p:txBody>
      </p:sp>
      <p:sp>
        <p:nvSpPr>
          <p:cNvPr id="18" name="Line 18">
            <a:extLst>
              <a:ext uri="{FF2B5EF4-FFF2-40B4-BE49-F238E27FC236}">
                <a16:creationId xmlns:a16="http://schemas.microsoft.com/office/drawing/2014/main" id="{A678EDE9-C896-3580-FA0D-01D3BFD84FA9}"/>
              </a:ext>
            </a:extLst>
          </p:cNvPr>
          <p:cNvSpPr>
            <a:spLocks noChangeShapeType="1"/>
          </p:cNvSpPr>
          <p:nvPr/>
        </p:nvSpPr>
        <p:spPr bwMode="auto">
          <a:xfrm flipH="1">
            <a:off x="3897313" y="3430588"/>
            <a:ext cx="1655762" cy="5032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19" name="Line 19">
            <a:extLst>
              <a:ext uri="{FF2B5EF4-FFF2-40B4-BE49-F238E27FC236}">
                <a16:creationId xmlns:a16="http://schemas.microsoft.com/office/drawing/2014/main" id="{17067F41-0726-0ECC-BE56-BAF858559E05}"/>
              </a:ext>
            </a:extLst>
          </p:cNvPr>
          <p:cNvSpPr>
            <a:spLocks noChangeShapeType="1"/>
          </p:cNvSpPr>
          <p:nvPr/>
        </p:nvSpPr>
        <p:spPr bwMode="auto">
          <a:xfrm>
            <a:off x="5770563" y="3357563"/>
            <a:ext cx="0"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20" name="Line 20">
            <a:extLst>
              <a:ext uri="{FF2B5EF4-FFF2-40B4-BE49-F238E27FC236}">
                <a16:creationId xmlns:a16="http://schemas.microsoft.com/office/drawing/2014/main" id="{B265EA85-2A75-6F71-FDBC-DF135BF22B25}"/>
              </a:ext>
            </a:extLst>
          </p:cNvPr>
          <p:cNvSpPr>
            <a:spLocks noChangeShapeType="1"/>
          </p:cNvSpPr>
          <p:nvPr/>
        </p:nvSpPr>
        <p:spPr bwMode="auto">
          <a:xfrm>
            <a:off x="5770563" y="3430588"/>
            <a:ext cx="2087562"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21" name="Line 21">
            <a:extLst>
              <a:ext uri="{FF2B5EF4-FFF2-40B4-BE49-F238E27FC236}">
                <a16:creationId xmlns:a16="http://schemas.microsoft.com/office/drawing/2014/main" id="{D7A1AE5D-7B9C-C24C-3032-0ED1C10786DF}"/>
              </a:ext>
            </a:extLst>
          </p:cNvPr>
          <p:cNvSpPr>
            <a:spLocks noChangeShapeType="1"/>
          </p:cNvSpPr>
          <p:nvPr/>
        </p:nvSpPr>
        <p:spPr bwMode="auto">
          <a:xfrm>
            <a:off x="3394075" y="4294188"/>
            <a:ext cx="0" cy="5032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22" name="Line 22">
            <a:extLst>
              <a:ext uri="{FF2B5EF4-FFF2-40B4-BE49-F238E27FC236}">
                <a16:creationId xmlns:a16="http://schemas.microsoft.com/office/drawing/2014/main" id="{030CBB07-94A4-D566-F5BF-D2B59840E949}"/>
              </a:ext>
            </a:extLst>
          </p:cNvPr>
          <p:cNvSpPr>
            <a:spLocks noChangeShapeType="1"/>
          </p:cNvSpPr>
          <p:nvPr/>
        </p:nvSpPr>
        <p:spPr bwMode="auto">
          <a:xfrm>
            <a:off x="3321050" y="53022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23" name="Line 23">
            <a:extLst>
              <a:ext uri="{FF2B5EF4-FFF2-40B4-BE49-F238E27FC236}">
                <a16:creationId xmlns:a16="http://schemas.microsoft.com/office/drawing/2014/main" id="{016545D5-90CC-7FC3-1B5E-56281D6FE0E5}"/>
              </a:ext>
            </a:extLst>
          </p:cNvPr>
          <p:cNvSpPr>
            <a:spLocks noChangeShapeType="1"/>
          </p:cNvSpPr>
          <p:nvPr/>
        </p:nvSpPr>
        <p:spPr bwMode="auto">
          <a:xfrm>
            <a:off x="5697538" y="429418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24" name="Line 24">
            <a:extLst>
              <a:ext uri="{FF2B5EF4-FFF2-40B4-BE49-F238E27FC236}">
                <a16:creationId xmlns:a16="http://schemas.microsoft.com/office/drawing/2014/main" id="{234D4ACF-90CC-F2F4-5B1B-A0C9B1F30F74}"/>
              </a:ext>
            </a:extLst>
          </p:cNvPr>
          <p:cNvSpPr>
            <a:spLocks noChangeShapeType="1"/>
          </p:cNvSpPr>
          <p:nvPr/>
        </p:nvSpPr>
        <p:spPr bwMode="auto">
          <a:xfrm>
            <a:off x="5697538" y="530225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25" name="Line 25">
            <a:extLst>
              <a:ext uri="{FF2B5EF4-FFF2-40B4-BE49-F238E27FC236}">
                <a16:creationId xmlns:a16="http://schemas.microsoft.com/office/drawing/2014/main" id="{27063A84-316B-ED2F-820E-D628F5DF6070}"/>
              </a:ext>
            </a:extLst>
          </p:cNvPr>
          <p:cNvSpPr>
            <a:spLocks noChangeShapeType="1"/>
          </p:cNvSpPr>
          <p:nvPr/>
        </p:nvSpPr>
        <p:spPr bwMode="auto">
          <a:xfrm>
            <a:off x="8434388" y="5302250"/>
            <a:ext cx="0" cy="5032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26" name="Line 26">
            <a:extLst>
              <a:ext uri="{FF2B5EF4-FFF2-40B4-BE49-F238E27FC236}">
                <a16:creationId xmlns:a16="http://schemas.microsoft.com/office/drawing/2014/main" id="{0C72286D-D4A0-C816-6EF5-69FC19FE5711}"/>
              </a:ext>
            </a:extLst>
          </p:cNvPr>
          <p:cNvSpPr>
            <a:spLocks noChangeShapeType="1"/>
          </p:cNvSpPr>
          <p:nvPr/>
        </p:nvSpPr>
        <p:spPr bwMode="auto">
          <a:xfrm>
            <a:off x="8289925" y="4294188"/>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charset="0"/>
              <a:buNone/>
              <a:defRPr/>
            </a:pPr>
            <a:endParaRPr lang="zh-CN" altLang="en-US" sz="2000">
              <a:effectLst>
                <a:outerShdw blurRad="38100" dist="38100" dir="2700000" algn="tl">
                  <a:srgbClr val="000000">
                    <a:alpha val="43137"/>
                  </a:srgbClr>
                </a:outerShdw>
              </a:effectLst>
              <a:latin typeface="Arial" charset="0"/>
            </a:endParaRPr>
          </a:p>
        </p:txBody>
      </p:sp>
      <p:sp>
        <p:nvSpPr>
          <p:cNvPr id="27" name="Text Box 27">
            <a:extLst>
              <a:ext uri="{FF2B5EF4-FFF2-40B4-BE49-F238E27FC236}">
                <a16:creationId xmlns:a16="http://schemas.microsoft.com/office/drawing/2014/main" id="{2320C6D7-BA3A-94F8-44C5-71E6F93289DA}"/>
              </a:ext>
            </a:extLst>
          </p:cNvPr>
          <p:cNvSpPr txBox="1">
            <a:spLocks noChangeArrowheads="1"/>
          </p:cNvSpPr>
          <p:nvPr/>
        </p:nvSpPr>
        <p:spPr bwMode="auto">
          <a:xfrm>
            <a:off x="2211388" y="1573213"/>
            <a:ext cx="7704137"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sz="2400">
                <a:solidFill>
                  <a:schemeClr val="tx1"/>
                </a:solidFill>
                <a:latin typeface="Times New Roman" pitchFamily="18" charset="0"/>
                <a:ea typeface="宋体" pitchFamily="2" charset="-122"/>
              </a:defRPr>
            </a:lvl1pPr>
            <a:lvl2pPr algn="l">
              <a:spcBef>
                <a:spcPct val="0"/>
              </a:spcBef>
              <a:defRPr sz="2400">
                <a:solidFill>
                  <a:schemeClr val="tx1"/>
                </a:solidFill>
                <a:latin typeface="Times New Roman" pitchFamily="18" charset="0"/>
                <a:ea typeface="宋体" pitchFamily="2" charset="-122"/>
              </a:defRPr>
            </a:lvl2pPr>
            <a:lvl3pPr algn="l">
              <a:spcBef>
                <a:spcPct val="0"/>
              </a:spcBef>
              <a:defRPr sz="2400">
                <a:solidFill>
                  <a:schemeClr val="tx1"/>
                </a:solidFill>
                <a:latin typeface="Times New Roman" pitchFamily="18" charset="0"/>
                <a:ea typeface="宋体" pitchFamily="2" charset="-122"/>
              </a:defRPr>
            </a:lvl3pPr>
            <a:lvl4pPr algn="l">
              <a:spcBef>
                <a:spcPct val="0"/>
              </a:spcBef>
              <a:defRPr sz="2400">
                <a:solidFill>
                  <a:schemeClr val="tx1"/>
                </a:solidFill>
                <a:latin typeface="Times New Roman" pitchFamily="18" charset="0"/>
                <a:ea typeface="宋体" pitchFamily="2" charset="-122"/>
              </a:defRPr>
            </a:lvl4pPr>
            <a:lvl5pPr algn="l">
              <a:spcBef>
                <a:spcPct val="0"/>
              </a:spcBef>
              <a:defRPr sz="2400">
                <a:solidFill>
                  <a:schemeClr val="tx1"/>
                </a:solidFill>
                <a:latin typeface="Times New Roman" pitchFamily="18" charset="0"/>
                <a:ea typeface="宋体" pitchFamily="2" charset="-122"/>
              </a:defRPr>
            </a:lvl5pPr>
            <a:lvl6pPr fontAlgn="base">
              <a:spcBef>
                <a:spcPct val="0"/>
              </a:spcBef>
              <a:spcAft>
                <a:spcPct val="0"/>
              </a:spcAft>
              <a:defRPr sz="2400">
                <a:solidFill>
                  <a:schemeClr val="tx1"/>
                </a:solidFill>
                <a:latin typeface="Times New Roman" pitchFamily="18" charset="0"/>
                <a:ea typeface="宋体" pitchFamily="2" charset="-122"/>
              </a:defRPr>
            </a:lvl6pPr>
            <a:lvl7pPr fontAlgn="base">
              <a:spcBef>
                <a:spcPct val="0"/>
              </a:spcBef>
              <a:spcAft>
                <a:spcPct val="0"/>
              </a:spcAft>
              <a:defRPr sz="2400">
                <a:solidFill>
                  <a:schemeClr val="tx1"/>
                </a:solidFill>
                <a:latin typeface="Times New Roman" pitchFamily="18" charset="0"/>
                <a:ea typeface="宋体" pitchFamily="2" charset="-122"/>
              </a:defRPr>
            </a:lvl7pPr>
            <a:lvl8pPr fontAlgn="base">
              <a:spcBef>
                <a:spcPct val="0"/>
              </a:spcBef>
              <a:spcAft>
                <a:spcPct val="0"/>
              </a:spcAft>
              <a:defRPr sz="2400">
                <a:solidFill>
                  <a:schemeClr val="tx1"/>
                </a:solidFill>
                <a:latin typeface="Times New Roman" pitchFamily="18" charset="0"/>
                <a:ea typeface="宋体" pitchFamily="2" charset="-122"/>
              </a:defRPr>
            </a:lvl8pPr>
            <a:lvl9pPr fontAlgn="base">
              <a:spcBef>
                <a:spcPct val="0"/>
              </a:spcBef>
              <a:spcAft>
                <a:spcPct val="0"/>
              </a:spcAft>
              <a:defRPr sz="2400">
                <a:solidFill>
                  <a:schemeClr val="tx1"/>
                </a:solidFill>
                <a:latin typeface="Times New Roman" pitchFamily="18" charset="0"/>
                <a:ea typeface="宋体" pitchFamily="2" charset="-122"/>
              </a:defRPr>
            </a:lvl9pPr>
          </a:lstStyle>
          <a:p>
            <a:pPr>
              <a:buFont typeface="Arial" charset="0"/>
              <a:buNone/>
              <a:defRPr/>
            </a:pPr>
            <a:r>
              <a:rPr kumimoji="1" lang="en-US" altLang="zh-CN" sz="3600" dirty="0">
                <a:solidFill>
                  <a:srgbClr val="002060"/>
                </a:solidFill>
                <a:effectLst>
                  <a:outerShdw blurRad="38100" dist="38100" dir="2700000" algn="tl">
                    <a:srgbClr val="C0C0C0"/>
                  </a:outerShdw>
                </a:effectLst>
                <a:latin typeface="黑体" pitchFamily="2" charset="-122"/>
                <a:ea typeface="黑体" pitchFamily="2" charset="-122"/>
              </a:rPr>
              <a:t>JDBC API</a:t>
            </a:r>
            <a:r>
              <a:rPr kumimoji="1" lang="zh-CN" altLang="en-US" sz="3600" dirty="0">
                <a:solidFill>
                  <a:srgbClr val="002060"/>
                </a:solidFill>
                <a:effectLst>
                  <a:outerShdw blurRad="38100" dist="38100" dir="2700000" algn="tl">
                    <a:srgbClr val="C0C0C0"/>
                  </a:outerShdw>
                </a:effectLst>
                <a:latin typeface="黑体" pitchFamily="2" charset="-122"/>
                <a:ea typeface="黑体" pitchFamily="2" charset="-122"/>
              </a:rPr>
              <a:t>接口介绍</a:t>
            </a:r>
          </a:p>
        </p:txBody>
      </p:sp>
    </p:spTree>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3E9B13C4-4512-8D85-66F9-EEF48F8AE12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8" name="Text Box 2">
            <a:extLst>
              <a:ext uri="{FF2B5EF4-FFF2-40B4-BE49-F238E27FC236}">
                <a16:creationId xmlns:a16="http://schemas.microsoft.com/office/drawing/2014/main" id="{9D3181D7-3F24-80B4-B952-1462BCD147A2}"/>
              </a:ext>
            </a:extLst>
          </p:cNvPr>
          <p:cNvSpPr txBox="1">
            <a:spLocks noChangeArrowheads="1"/>
          </p:cNvSpPr>
          <p:nvPr/>
        </p:nvSpPr>
        <p:spPr bwMode="auto">
          <a:xfrm>
            <a:off x="1069975" y="1628775"/>
            <a:ext cx="10429875" cy="222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Bef>
                <a:spcPct val="40000"/>
              </a:spcBef>
              <a:buFont typeface="Arial" charset="0"/>
              <a:buNone/>
              <a:defRPr/>
            </a:pPr>
            <a:r>
              <a:rPr kumimoji="1" lang="en-US" altLang="zh-CN" sz="2800" b="1" dirty="0">
                <a:solidFill>
                  <a:srgbClr val="002060"/>
                </a:solidFill>
                <a:effectLst>
                  <a:outerShdw blurRad="38100" dist="38100" dir="2700000" algn="tl">
                    <a:srgbClr val="C0C0C0"/>
                  </a:outerShdw>
                </a:effectLst>
                <a:latin typeface="Arial" charset="0"/>
              </a:rPr>
              <a:t>        Java</a:t>
            </a:r>
            <a:r>
              <a:rPr kumimoji="1" lang="zh-CN" altLang="en-US" sz="2800" b="1" dirty="0">
                <a:solidFill>
                  <a:srgbClr val="002060"/>
                </a:solidFill>
                <a:effectLst>
                  <a:outerShdw blurRad="38100" dist="38100" dir="2700000" algn="tl">
                    <a:srgbClr val="C0C0C0"/>
                  </a:outerShdw>
                </a:effectLst>
                <a:latin typeface="Arial" charset="0"/>
              </a:rPr>
              <a:t>在实际应用中和数据库有着密切的关系，</a:t>
            </a:r>
            <a:r>
              <a:rPr kumimoji="1" lang="en-US" altLang="zh-CN" sz="2800" b="1" dirty="0">
                <a:solidFill>
                  <a:srgbClr val="002060"/>
                </a:solidFill>
                <a:effectLst>
                  <a:outerShdw blurRad="38100" dist="38100" dir="2700000" algn="tl">
                    <a:srgbClr val="C0C0C0"/>
                  </a:outerShdw>
                </a:effectLst>
                <a:latin typeface="Arial" charset="0"/>
              </a:rPr>
              <a:t>Java</a:t>
            </a:r>
            <a:r>
              <a:rPr kumimoji="1" lang="zh-CN" altLang="en-US" sz="2800" b="1" dirty="0">
                <a:solidFill>
                  <a:srgbClr val="002060"/>
                </a:solidFill>
                <a:effectLst>
                  <a:outerShdw blurRad="38100" dist="38100" dir="2700000" algn="tl">
                    <a:srgbClr val="C0C0C0"/>
                  </a:outerShdw>
                </a:effectLst>
                <a:latin typeface="Arial" charset="0"/>
              </a:rPr>
              <a:t>编程工具以其诸多优点而越来越受到程序开发人员的喜爱，其市场占有率越来越大，下面就以</a:t>
            </a:r>
            <a:r>
              <a:rPr kumimoji="1" lang="en-US" altLang="zh-CN" sz="2800" b="1" dirty="0">
                <a:solidFill>
                  <a:srgbClr val="002060"/>
                </a:solidFill>
                <a:effectLst>
                  <a:outerShdw blurRad="38100" dist="38100" dir="2700000" algn="tl">
                    <a:srgbClr val="C0C0C0"/>
                  </a:outerShdw>
                </a:effectLst>
                <a:latin typeface="Arial" charset="0"/>
              </a:rPr>
              <a:t>Java</a:t>
            </a:r>
            <a:r>
              <a:rPr kumimoji="1" lang="zh-CN" altLang="en-US" sz="2800" b="1" dirty="0">
                <a:solidFill>
                  <a:srgbClr val="002060"/>
                </a:solidFill>
                <a:effectLst>
                  <a:outerShdw blurRad="38100" dist="38100" dir="2700000" algn="tl">
                    <a:srgbClr val="C0C0C0"/>
                  </a:outerShdw>
                </a:effectLst>
                <a:latin typeface="Arial" charset="0"/>
              </a:rPr>
              <a:t>工具为例，来介绍</a:t>
            </a:r>
            <a:r>
              <a:rPr kumimoji="1" lang="en-US" altLang="zh-CN" sz="2800" b="1" dirty="0">
                <a:solidFill>
                  <a:srgbClr val="002060"/>
                </a:solidFill>
                <a:effectLst>
                  <a:outerShdw blurRad="38100" dist="38100" dir="2700000" algn="tl">
                    <a:srgbClr val="C0C0C0"/>
                  </a:outerShdw>
                </a:effectLst>
                <a:latin typeface="Arial" charset="0"/>
              </a:rPr>
              <a:t>JDBC</a:t>
            </a:r>
            <a:r>
              <a:rPr kumimoji="1" lang="zh-CN" altLang="en-US" sz="2800" b="1" dirty="0">
                <a:solidFill>
                  <a:srgbClr val="002060"/>
                </a:solidFill>
                <a:effectLst>
                  <a:outerShdw blurRad="38100" dist="38100" dir="2700000" algn="tl">
                    <a:srgbClr val="C0C0C0"/>
                  </a:outerShdw>
                </a:effectLst>
                <a:latin typeface="Arial" charset="0"/>
              </a:rPr>
              <a:t>在数据库应用开发中的关键技术 。</a:t>
            </a:r>
            <a:r>
              <a:rPr kumimoji="1" lang="zh-CN" altLang="en-US" sz="2800" b="1" dirty="0">
                <a:solidFill>
                  <a:srgbClr val="002060"/>
                </a:solidFill>
                <a:effectLst>
                  <a:outerShdw blurRad="38100" dist="38100" dir="2700000" algn="tl">
                    <a:srgbClr val="C0C0C0"/>
                  </a:outerShdw>
                </a:effectLst>
                <a:latin typeface="宋体" pitchFamily="2" charset="-122"/>
              </a:rPr>
              <a:t>   </a:t>
            </a:r>
          </a:p>
        </p:txBody>
      </p:sp>
      <p:sp>
        <p:nvSpPr>
          <p:cNvPr id="19460" name="Text Box 4">
            <a:extLst>
              <a:ext uri="{FF2B5EF4-FFF2-40B4-BE49-F238E27FC236}">
                <a16:creationId xmlns:a16="http://schemas.microsoft.com/office/drawing/2014/main" id="{81CD1B11-4AB9-47F2-FBD3-6B196A5F2FD8}"/>
              </a:ext>
            </a:extLst>
          </p:cNvPr>
          <p:cNvSpPr txBox="1">
            <a:spLocks noChangeArrowheads="1"/>
          </p:cNvSpPr>
          <p:nvPr/>
        </p:nvSpPr>
        <p:spPr bwMode="auto">
          <a:xfrm>
            <a:off x="1779588" y="4953000"/>
            <a:ext cx="2016125" cy="40005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zh-CN" sz="2000"/>
              <a:t>Java se</a:t>
            </a:r>
            <a:endParaRPr lang="zh-CN" altLang="en-US" sz="2000"/>
          </a:p>
        </p:txBody>
      </p:sp>
      <p:sp>
        <p:nvSpPr>
          <p:cNvPr id="19461" name="Oval 6">
            <a:extLst>
              <a:ext uri="{FF2B5EF4-FFF2-40B4-BE49-F238E27FC236}">
                <a16:creationId xmlns:a16="http://schemas.microsoft.com/office/drawing/2014/main" id="{9B5246FC-EA7B-D944-7E39-CCBE9AD7B787}"/>
              </a:ext>
            </a:extLst>
          </p:cNvPr>
          <p:cNvSpPr>
            <a:spLocks noChangeArrowheads="1"/>
          </p:cNvSpPr>
          <p:nvPr/>
        </p:nvSpPr>
        <p:spPr bwMode="auto">
          <a:xfrm>
            <a:off x="4487863" y="4816475"/>
            <a:ext cx="1727200" cy="674688"/>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Font typeface="Wingdings" panose="05000000000000000000" pitchFamily="2" charset="2"/>
              <a:buNone/>
            </a:pPr>
            <a:r>
              <a:rPr lang="en-US" altLang="zh-CN" sz="2000"/>
              <a:t>JDBC API</a:t>
            </a:r>
          </a:p>
        </p:txBody>
      </p:sp>
      <p:sp>
        <p:nvSpPr>
          <p:cNvPr id="19462" name="Line 7">
            <a:extLst>
              <a:ext uri="{FF2B5EF4-FFF2-40B4-BE49-F238E27FC236}">
                <a16:creationId xmlns:a16="http://schemas.microsoft.com/office/drawing/2014/main" id="{5A2ED951-DB07-BC83-BBA4-5F09AFFBE5F1}"/>
              </a:ext>
            </a:extLst>
          </p:cNvPr>
          <p:cNvSpPr>
            <a:spLocks noChangeShapeType="1"/>
          </p:cNvSpPr>
          <p:nvPr/>
        </p:nvSpPr>
        <p:spPr bwMode="auto">
          <a:xfrm>
            <a:off x="6359525" y="5130800"/>
            <a:ext cx="3571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3" name="Text Box 8">
            <a:extLst>
              <a:ext uri="{FF2B5EF4-FFF2-40B4-BE49-F238E27FC236}">
                <a16:creationId xmlns:a16="http://schemas.microsoft.com/office/drawing/2014/main" id="{5C2D5AB6-5143-54F2-FCCD-A45C0F65B603}"/>
              </a:ext>
            </a:extLst>
          </p:cNvPr>
          <p:cNvSpPr txBox="1">
            <a:spLocks noChangeArrowheads="1"/>
          </p:cNvSpPr>
          <p:nvPr/>
        </p:nvSpPr>
        <p:spPr bwMode="auto">
          <a:xfrm>
            <a:off x="6858000" y="4941888"/>
            <a:ext cx="2016125" cy="376237"/>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zh-CN" sz="2000"/>
              <a:t>JDBC</a:t>
            </a:r>
            <a:r>
              <a:rPr lang="zh-CN" altLang="en-US" sz="2000"/>
              <a:t>驱动程序</a:t>
            </a:r>
          </a:p>
        </p:txBody>
      </p:sp>
      <p:sp>
        <p:nvSpPr>
          <p:cNvPr id="19464" name="AutoShape 9">
            <a:extLst>
              <a:ext uri="{FF2B5EF4-FFF2-40B4-BE49-F238E27FC236}">
                <a16:creationId xmlns:a16="http://schemas.microsoft.com/office/drawing/2014/main" id="{9E25C23E-B3BC-F4CA-3DE2-AFD161C60D87}"/>
              </a:ext>
            </a:extLst>
          </p:cNvPr>
          <p:cNvSpPr>
            <a:spLocks noChangeArrowheads="1"/>
          </p:cNvSpPr>
          <p:nvPr/>
        </p:nvSpPr>
        <p:spPr bwMode="auto">
          <a:xfrm>
            <a:off x="9483725" y="4581525"/>
            <a:ext cx="1008063" cy="1079500"/>
          </a:xfrm>
          <a:prstGeom prst="can">
            <a:avLst>
              <a:gd name="adj" fmla="val 26772"/>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Font typeface="Wingdings" panose="05000000000000000000" pitchFamily="2" charset="2"/>
              <a:buNone/>
            </a:pPr>
            <a:r>
              <a:rPr lang="zh-CN" altLang="en-US" sz="2000"/>
              <a:t>数据库</a:t>
            </a:r>
          </a:p>
        </p:txBody>
      </p:sp>
      <p:sp>
        <p:nvSpPr>
          <p:cNvPr id="19465" name="Line 10">
            <a:extLst>
              <a:ext uri="{FF2B5EF4-FFF2-40B4-BE49-F238E27FC236}">
                <a16:creationId xmlns:a16="http://schemas.microsoft.com/office/drawing/2014/main" id="{63D1E804-0827-1BAD-57AD-C2F4ACD206E7}"/>
              </a:ext>
            </a:extLst>
          </p:cNvPr>
          <p:cNvSpPr>
            <a:spLocks noChangeShapeType="1"/>
          </p:cNvSpPr>
          <p:nvPr/>
        </p:nvSpPr>
        <p:spPr bwMode="auto">
          <a:xfrm>
            <a:off x="8948738" y="5132388"/>
            <a:ext cx="3571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6" name="Line 7">
            <a:extLst>
              <a:ext uri="{FF2B5EF4-FFF2-40B4-BE49-F238E27FC236}">
                <a16:creationId xmlns:a16="http://schemas.microsoft.com/office/drawing/2014/main" id="{8B722C43-3D8C-0DBD-5C35-24D75E2632CE}"/>
              </a:ext>
            </a:extLst>
          </p:cNvPr>
          <p:cNvSpPr>
            <a:spLocks noChangeShapeType="1"/>
          </p:cNvSpPr>
          <p:nvPr/>
        </p:nvSpPr>
        <p:spPr bwMode="auto">
          <a:xfrm>
            <a:off x="3973513" y="5178425"/>
            <a:ext cx="3571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CA0C891-FBA6-5F44-5709-614037653D8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16" name="Text Box 2">
            <a:extLst>
              <a:ext uri="{FF2B5EF4-FFF2-40B4-BE49-F238E27FC236}">
                <a16:creationId xmlns:a16="http://schemas.microsoft.com/office/drawing/2014/main" id="{2F8EDFC9-7F6A-F30F-36A2-EBA2FE33C65A}"/>
              </a:ext>
            </a:extLst>
          </p:cNvPr>
          <p:cNvSpPr txBox="1">
            <a:spLocks noChangeArrowheads="1"/>
          </p:cNvSpPr>
          <p:nvPr/>
        </p:nvSpPr>
        <p:spPr bwMode="auto">
          <a:xfrm>
            <a:off x="1057275" y="1341438"/>
            <a:ext cx="10429875" cy="206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Bef>
                <a:spcPct val="40000"/>
              </a:spcBef>
              <a:buFont typeface="Arial" charset="0"/>
              <a:buNone/>
              <a:defRPr/>
            </a:pPr>
            <a:r>
              <a:rPr kumimoji="1" lang="en-US" altLang="zh-CN" sz="3200" dirty="0">
                <a:effectLst>
                  <a:outerShdw blurRad="38100" dist="38100" dir="2700000" algn="tl">
                    <a:srgbClr val="C0C0C0"/>
                  </a:outerShdw>
                </a:effectLst>
                <a:latin typeface="Arial" charset="0"/>
              </a:rPr>
              <a:t>        </a:t>
            </a:r>
            <a:r>
              <a:rPr kumimoji="1" lang="zh-CN" altLang="en-US" sz="3200" b="1" dirty="0">
                <a:solidFill>
                  <a:schemeClr val="accent2"/>
                </a:solidFill>
                <a:effectLst>
                  <a:outerShdw blurRad="38100" dist="38100" dir="2700000" algn="tl">
                    <a:srgbClr val="C0C0C0"/>
                  </a:outerShdw>
                </a:effectLst>
                <a:latin typeface="Arial" charset="0"/>
              </a:rPr>
              <a:t>搭建</a:t>
            </a:r>
            <a:r>
              <a:rPr kumimoji="1" lang="en-US" altLang="zh-CN" sz="3200" b="1" dirty="0">
                <a:solidFill>
                  <a:schemeClr val="accent2"/>
                </a:solidFill>
                <a:effectLst>
                  <a:outerShdw blurRad="38100" dist="38100" dir="2700000" algn="tl">
                    <a:srgbClr val="C0C0C0"/>
                  </a:outerShdw>
                </a:effectLst>
                <a:latin typeface="Arial" charset="0"/>
              </a:rPr>
              <a:t>Java</a:t>
            </a:r>
            <a:r>
              <a:rPr kumimoji="1" lang="zh-CN" altLang="en-US" sz="3200" b="1" dirty="0">
                <a:solidFill>
                  <a:schemeClr val="accent2"/>
                </a:solidFill>
                <a:effectLst>
                  <a:outerShdw blurRad="38100" dist="38100" dir="2700000" algn="tl">
                    <a:srgbClr val="C0C0C0"/>
                  </a:outerShdw>
                </a:effectLst>
                <a:latin typeface="Arial" charset="0"/>
              </a:rPr>
              <a:t>开发数据库的环境：</a:t>
            </a:r>
            <a:endParaRPr kumimoji="1" lang="en-US" altLang="zh-CN" sz="3200" b="1" dirty="0">
              <a:solidFill>
                <a:schemeClr val="accent2"/>
              </a:solidFill>
              <a:effectLst>
                <a:outerShdw blurRad="38100" dist="38100" dir="2700000" algn="tl">
                  <a:srgbClr val="C0C0C0"/>
                </a:outerShdw>
              </a:effectLst>
              <a:latin typeface="Arial" charset="0"/>
            </a:endParaRPr>
          </a:p>
          <a:p>
            <a:pPr eaLnBrk="1" hangingPunct="1">
              <a:lnSpc>
                <a:spcPct val="120000"/>
              </a:lnSpc>
              <a:spcBef>
                <a:spcPct val="40000"/>
              </a:spcBef>
              <a:buFont typeface="Arial" charset="0"/>
              <a:buNone/>
              <a:defRPr/>
            </a:pPr>
            <a:r>
              <a:rPr kumimoji="1" lang="zh-CN" altLang="en-US" sz="2800" b="1" dirty="0">
                <a:solidFill>
                  <a:srgbClr val="002060"/>
                </a:solidFill>
                <a:effectLst>
                  <a:outerShdw blurRad="38100" dist="38100" dir="2700000" algn="tl">
                    <a:srgbClr val="C0C0C0"/>
                  </a:outerShdw>
                </a:effectLst>
                <a:latin typeface="宋体" pitchFamily="2" charset="-122"/>
              </a:rPr>
              <a:t>  </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加载外部</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jar</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包</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20000"/>
              </a:lnSpc>
              <a:spcBef>
                <a:spcPct val="40000"/>
              </a:spcBef>
              <a:buFont typeface="Arial" charset="0"/>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2.</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加载系统</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jar</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包，创建单元测试环境</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A70CABF9-6253-1017-F3CB-A856781735C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16" name="Text Box 2">
            <a:extLst>
              <a:ext uri="{FF2B5EF4-FFF2-40B4-BE49-F238E27FC236}">
                <a16:creationId xmlns:a16="http://schemas.microsoft.com/office/drawing/2014/main" id="{1B30D4C7-51F3-CA59-88D2-3D86F5D42AD1}"/>
              </a:ext>
            </a:extLst>
          </p:cNvPr>
          <p:cNvSpPr txBox="1">
            <a:spLocks noChangeArrowheads="1"/>
          </p:cNvSpPr>
          <p:nvPr/>
        </p:nvSpPr>
        <p:spPr bwMode="auto">
          <a:xfrm>
            <a:off x="1035050" y="1341438"/>
            <a:ext cx="10429875"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Bef>
                <a:spcPct val="40000"/>
              </a:spcBef>
              <a:buFont typeface="Arial" charset="0"/>
              <a:buNone/>
              <a:defRPr/>
            </a:pPr>
            <a:r>
              <a:rPr kumimoji="1" lang="en-US" altLang="zh-CN" sz="3200" b="1" dirty="0">
                <a:solidFill>
                  <a:srgbClr val="002060"/>
                </a:solidFill>
                <a:effectLst>
                  <a:outerShdw blurRad="38100" dist="38100" dir="2700000" algn="tl">
                    <a:srgbClr val="C0C0C0"/>
                  </a:outerShdw>
                </a:effectLst>
                <a:latin typeface="Arial" charset="0"/>
              </a:rPr>
              <a:t>        </a:t>
            </a:r>
            <a:r>
              <a:rPr kumimoji="1" lang="en-US" altLang="zh-CN" sz="3200" b="1" dirty="0">
                <a:solidFill>
                  <a:schemeClr val="accent2"/>
                </a:solidFill>
                <a:effectLst>
                  <a:outerShdw blurRad="38100" dist="38100" dir="2700000" algn="tl">
                    <a:srgbClr val="C0C0C0"/>
                  </a:outerShdw>
                </a:effectLst>
                <a:latin typeface="Arial" charset="0"/>
              </a:rPr>
              <a:t>Java</a:t>
            </a:r>
            <a:r>
              <a:rPr kumimoji="1" lang="zh-CN" altLang="en-US" sz="3200" b="1" dirty="0">
                <a:solidFill>
                  <a:schemeClr val="accent2"/>
                </a:solidFill>
                <a:effectLst>
                  <a:outerShdw blurRad="38100" dist="38100" dir="2700000" algn="tl">
                    <a:srgbClr val="C0C0C0"/>
                  </a:outerShdw>
                </a:effectLst>
                <a:latin typeface="Arial" charset="0"/>
              </a:rPr>
              <a:t>连接数据库并操作数据的步骤：</a:t>
            </a:r>
            <a:endParaRPr kumimoji="1" lang="en-US" altLang="zh-CN" sz="3200" b="1" dirty="0">
              <a:solidFill>
                <a:schemeClr val="accent2"/>
              </a:solidFill>
              <a:effectLst>
                <a:outerShdw blurRad="38100" dist="38100" dir="2700000" algn="tl">
                  <a:srgbClr val="C0C0C0"/>
                </a:outerShdw>
              </a:effectLst>
              <a:latin typeface="Arial" charset="0"/>
            </a:endParaRPr>
          </a:p>
          <a:p>
            <a:pPr eaLnBrk="1" hangingPunct="1">
              <a:lnSpc>
                <a:spcPct val="120000"/>
              </a:lnSpc>
              <a:spcBef>
                <a:spcPct val="40000"/>
              </a:spcBef>
              <a:buFont typeface="Arial" charset="0"/>
              <a:buNone/>
              <a:defRPr/>
            </a:pPr>
            <a:r>
              <a:rPr kumimoji="1" lang="zh-CN" altLang="en-US" sz="2800" b="1" dirty="0">
                <a:solidFill>
                  <a:srgbClr val="002060"/>
                </a:solidFill>
                <a:effectLst>
                  <a:outerShdw blurRad="38100" dist="38100" dir="2700000" algn="tl">
                    <a:srgbClr val="C0C0C0"/>
                  </a:outerShdw>
                </a:effectLst>
                <a:latin typeface="宋体" pitchFamily="2" charset="-122"/>
              </a:rPr>
              <a:t>  </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1.</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加载驱动</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20000"/>
              </a:lnSpc>
              <a:spcBef>
                <a:spcPct val="40000"/>
              </a:spcBef>
              <a:buFont typeface="Arial" charset="0"/>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2.</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获取数据库连接</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20000"/>
              </a:lnSpc>
              <a:spcBef>
                <a:spcPct val="40000"/>
              </a:spcBef>
              <a:buFont typeface="Arial" charset="0"/>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3.</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获取</a:t>
            </a: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Statement</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对象</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20000"/>
              </a:lnSpc>
              <a:spcBef>
                <a:spcPct val="40000"/>
              </a:spcBef>
              <a:buFont typeface="Arial" charset="0"/>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4.</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操作数据库</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20000"/>
              </a:lnSpc>
              <a:spcBef>
                <a:spcPct val="40000"/>
              </a:spcBef>
              <a:buFont typeface="Arial" charset="0"/>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5.</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获取返回结果</a:t>
            </a:r>
            <a:endPar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endParaRPr>
          </a:p>
          <a:p>
            <a:pPr eaLnBrk="1" hangingPunct="1">
              <a:lnSpc>
                <a:spcPct val="120000"/>
              </a:lnSpc>
              <a:spcBef>
                <a:spcPct val="40000"/>
              </a:spcBef>
              <a:buFont typeface="Arial" charset="0"/>
              <a:buNone/>
              <a:defRPr/>
            </a:pPr>
            <a:r>
              <a:rPr kumimoji="1" lang="en-US" altLang="zh-CN" sz="2800" b="1" dirty="0">
                <a:solidFill>
                  <a:srgbClr val="002060"/>
                </a:solidFill>
                <a:effectLst>
                  <a:outerShdw blurRad="38100" dist="38100" dir="2700000" algn="tl">
                    <a:srgbClr val="C0C0C0"/>
                  </a:outerShdw>
                </a:effectLst>
                <a:latin typeface="楷体_GB2312" pitchFamily="49" charset="-122"/>
                <a:ea typeface="楷体_GB2312" pitchFamily="49" charset="-122"/>
              </a:rPr>
              <a:t>  6.</a:t>
            </a:r>
            <a:r>
              <a:rPr kumimoji="1" lang="zh-CN" altLang="en-US" sz="2800" b="1" dirty="0">
                <a:solidFill>
                  <a:srgbClr val="002060"/>
                </a:solidFill>
                <a:effectLst>
                  <a:outerShdw blurRad="38100" dist="38100" dir="2700000" algn="tl">
                    <a:srgbClr val="C0C0C0"/>
                  </a:outerShdw>
                </a:effectLst>
                <a:latin typeface="楷体_GB2312" pitchFamily="49" charset="-122"/>
                <a:ea typeface="楷体_GB2312" pitchFamily="49" charset="-122"/>
              </a:rPr>
              <a:t>关闭对象</a:t>
            </a:r>
          </a:p>
        </p:txBody>
      </p:sp>
    </p:spTree>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7A35871-04C4-CB71-FECE-EFD2B99C5D3A}"/>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16" name="Text Box 2">
            <a:extLst>
              <a:ext uri="{FF2B5EF4-FFF2-40B4-BE49-F238E27FC236}">
                <a16:creationId xmlns:a16="http://schemas.microsoft.com/office/drawing/2014/main" id="{C36D7D22-62D9-536B-23FA-8574F47A4F3C}"/>
              </a:ext>
            </a:extLst>
          </p:cNvPr>
          <p:cNvSpPr txBox="1">
            <a:spLocks noChangeArrowheads="1"/>
          </p:cNvSpPr>
          <p:nvPr/>
        </p:nvSpPr>
        <p:spPr bwMode="auto">
          <a:xfrm>
            <a:off x="1062038" y="1125538"/>
            <a:ext cx="10429875" cy="68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Bef>
                <a:spcPct val="40000"/>
              </a:spcBef>
              <a:buFont typeface="Arial" charset="0"/>
              <a:buNone/>
              <a:defRPr/>
            </a:pPr>
            <a:r>
              <a:rPr kumimoji="1" lang="en-US" altLang="zh-CN" sz="3200" b="1" dirty="0">
                <a:solidFill>
                  <a:schemeClr val="accent2"/>
                </a:solidFill>
                <a:effectLst>
                  <a:outerShdw blurRad="38100" dist="38100" dir="2700000" algn="tl">
                    <a:srgbClr val="C0C0C0"/>
                  </a:outerShdw>
                </a:effectLst>
                <a:latin typeface="Arial" charset="0"/>
              </a:rPr>
              <a:t> </a:t>
            </a: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1.</a:t>
            </a: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加载驱动</a:t>
            </a:r>
            <a:endPar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endParaRPr>
          </a:p>
        </p:txBody>
      </p:sp>
      <p:sp>
        <p:nvSpPr>
          <p:cNvPr id="22532" name="矩形 1">
            <a:extLst>
              <a:ext uri="{FF2B5EF4-FFF2-40B4-BE49-F238E27FC236}">
                <a16:creationId xmlns:a16="http://schemas.microsoft.com/office/drawing/2014/main" id="{4FBE7A19-AC15-67C7-EBBD-F64E827954D2}"/>
              </a:ext>
            </a:extLst>
          </p:cNvPr>
          <p:cNvSpPr>
            <a:spLocks noChangeArrowheads="1"/>
          </p:cNvSpPr>
          <p:nvPr/>
        </p:nvSpPr>
        <p:spPr bwMode="auto">
          <a:xfrm>
            <a:off x="482600" y="1916113"/>
            <a:ext cx="11233150" cy="453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buFont typeface="Arial" panose="020B0604020202020204" pitchFamily="34" charset="0"/>
              <a:buNone/>
            </a:pPr>
            <a:r>
              <a:rPr lang="zh-CN" altLang="en-US" sz="2800" b="1">
                <a:solidFill>
                  <a:srgbClr val="002060"/>
                </a:solidFill>
              </a:rPr>
              <a:t>        加载 </a:t>
            </a:r>
            <a:r>
              <a:rPr lang="en-US" altLang="zh-CN" sz="2800" b="1">
                <a:solidFill>
                  <a:srgbClr val="002060"/>
                </a:solidFill>
              </a:rPr>
              <a:t>JDBC </a:t>
            </a:r>
            <a:r>
              <a:rPr lang="zh-CN" altLang="en-US" sz="2800" b="1">
                <a:solidFill>
                  <a:srgbClr val="002060"/>
                </a:solidFill>
              </a:rPr>
              <a:t>驱动需调用 </a:t>
            </a:r>
            <a:r>
              <a:rPr lang="en-US" altLang="zh-CN" sz="2800" b="1">
                <a:solidFill>
                  <a:srgbClr val="002060"/>
                </a:solidFill>
              </a:rPr>
              <a:t>Class </a:t>
            </a:r>
            <a:r>
              <a:rPr lang="zh-CN" altLang="en-US" sz="2800" b="1">
                <a:solidFill>
                  <a:srgbClr val="002060"/>
                </a:solidFill>
              </a:rPr>
              <a:t>类的静态方法 </a:t>
            </a:r>
            <a:r>
              <a:rPr lang="en-US" altLang="zh-CN" sz="2800" b="1">
                <a:solidFill>
                  <a:srgbClr val="002060"/>
                </a:solidFill>
              </a:rPr>
              <a:t>forName()</a:t>
            </a:r>
            <a:r>
              <a:rPr lang="zh-CN" altLang="en-US" sz="2800" b="1">
                <a:solidFill>
                  <a:srgbClr val="002060"/>
                </a:solidFill>
              </a:rPr>
              <a:t>，向其传递要加载的 </a:t>
            </a:r>
            <a:r>
              <a:rPr lang="en-US" altLang="zh-CN" sz="2800" b="1">
                <a:solidFill>
                  <a:srgbClr val="002060"/>
                </a:solidFill>
              </a:rPr>
              <a:t>JDBC </a:t>
            </a:r>
            <a:r>
              <a:rPr lang="zh-CN" altLang="en-US" sz="2800" b="1">
                <a:solidFill>
                  <a:srgbClr val="002060"/>
                </a:solidFill>
              </a:rPr>
              <a:t>驱动的类名。</a:t>
            </a:r>
            <a:endParaRPr lang="en-US" altLang="zh-CN" sz="2800" b="1">
              <a:solidFill>
                <a:srgbClr val="002060"/>
              </a:solidFill>
            </a:endParaRPr>
          </a:p>
          <a:p>
            <a:pPr>
              <a:lnSpc>
                <a:spcPct val="150000"/>
              </a:lnSpc>
              <a:buFont typeface="Arial" panose="020B0604020202020204" pitchFamily="34" charset="0"/>
              <a:buNone/>
            </a:pPr>
            <a:r>
              <a:rPr lang="en-US" altLang="zh-CN" sz="2800" b="1">
                <a:solidFill>
                  <a:srgbClr val="002060"/>
                </a:solidFill>
              </a:rPr>
              <a:t>        DriverManager </a:t>
            </a:r>
            <a:r>
              <a:rPr lang="zh-CN" altLang="en-US" sz="2800" b="1">
                <a:solidFill>
                  <a:srgbClr val="002060"/>
                </a:solidFill>
              </a:rPr>
              <a:t>类是驱动程序管理器类，负责管理驱动程序</a:t>
            </a:r>
          </a:p>
          <a:p>
            <a:pPr>
              <a:lnSpc>
                <a:spcPct val="150000"/>
              </a:lnSpc>
              <a:buFont typeface="Arial" panose="020B0604020202020204" pitchFamily="34" charset="0"/>
              <a:buNone/>
            </a:pPr>
            <a:r>
              <a:rPr lang="zh-CN" altLang="en-US" sz="2800" b="1">
                <a:solidFill>
                  <a:srgbClr val="002060"/>
                </a:solidFill>
              </a:rPr>
              <a:t>通常不用显式调用 </a:t>
            </a:r>
            <a:r>
              <a:rPr lang="en-US" altLang="zh-CN" sz="2800" b="1">
                <a:solidFill>
                  <a:srgbClr val="002060"/>
                </a:solidFill>
              </a:rPr>
              <a:t>DriverManager </a:t>
            </a:r>
            <a:r>
              <a:rPr lang="zh-CN" altLang="en-US" sz="2800" b="1">
                <a:solidFill>
                  <a:srgbClr val="002060"/>
                </a:solidFill>
              </a:rPr>
              <a:t>类的 </a:t>
            </a:r>
            <a:r>
              <a:rPr lang="en-US" altLang="zh-CN" sz="2800" b="1">
                <a:solidFill>
                  <a:srgbClr val="002060"/>
                </a:solidFill>
              </a:rPr>
              <a:t>registerDriver() </a:t>
            </a:r>
            <a:r>
              <a:rPr lang="zh-CN" altLang="en-US" sz="2800" b="1">
                <a:solidFill>
                  <a:srgbClr val="002060"/>
                </a:solidFill>
              </a:rPr>
              <a:t>方法来注册驱动程序类的实例，因为 </a:t>
            </a:r>
            <a:r>
              <a:rPr lang="en-US" altLang="zh-CN" sz="2800" b="1">
                <a:solidFill>
                  <a:srgbClr val="002060"/>
                </a:solidFill>
              </a:rPr>
              <a:t>Driver </a:t>
            </a:r>
            <a:r>
              <a:rPr lang="zh-CN" altLang="en-US" sz="2800" b="1">
                <a:solidFill>
                  <a:srgbClr val="002060"/>
                </a:solidFill>
              </a:rPr>
              <a:t>接口的实现类都包含了静态代码块，在这个静态代码块中，会调用 </a:t>
            </a:r>
            <a:r>
              <a:rPr lang="en-US" altLang="zh-CN" sz="2800" b="1">
                <a:solidFill>
                  <a:srgbClr val="002060"/>
                </a:solidFill>
              </a:rPr>
              <a:t>DriverManager.registerDriver() </a:t>
            </a:r>
            <a:r>
              <a:rPr lang="zh-CN" altLang="en-US" sz="2800" b="1">
                <a:solidFill>
                  <a:srgbClr val="002060"/>
                </a:solidFill>
              </a:rPr>
              <a:t>方法来注册自身的一个实例</a:t>
            </a:r>
          </a:p>
        </p:txBody>
      </p:sp>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821267D2-85D2-F46F-1940-F00128D936D4}"/>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23555" name="Text Box 5">
            <a:extLst>
              <a:ext uri="{FF2B5EF4-FFF2-40B4-BE49-F238E27FC236}">
                <a16:creationId xmlns:a16="http://schemas.microsoft.com/office/drawing/2014/main" id="{D245C583-77E2-F367-58E9-C1FA3292962A}"/>
              </a:ext>
            </a:extLst>
          </p:cNvPr>
          <p:cNvSpPr txBox="1">
            <a:spLocks noChangeArrowheads="1"/>
          </p:cNvSpPr>
          <p:nvPr/>
        </p:nvSpPr>
        <p:spPr bwMode="auto">
          <a:xfrm>
            <a:off x="2247900" y="3910013"/>
            <a:ext cx="69469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None/>
            </a:pPr>
            <a:r>
              <a:rPr lang="en-US" altLang="zh-CN" sz="2400"/>
              <a:t>jdbc:mysql://localhost:3306/teaching_manage</a:t>
            </a:r>
          </a:p>
        </p:txBody>
      </p:sp>
      <p:sp>
        <p:nvSpPr>
          <p:cNvPr id="23556" name="Line 6">
            <a:extLst>
              <a:ext uri="{FF2B5EF4-FFF2-40B4-BE49-F238E27FC236}">
                <a16:creationId xmlns:a16="http://schemas.microsoft.com/office/drawing/2014/main" id="{254DA73E-CED4-10B9-2143-9DCECBBB68BE}"/>
              </a:ext>
            </a:extLst>
          </p:cNvPr>
          <p:cNvSpPr>
            <a:spLocks noChangeShapeType="1"/>
          </p:cNvSpPr>
          <p:nvPr/>
        </p:nvSpPr>
        <p:spPr bwMode="auto">
          <a:xfrm flipV="1">
            <a:off x="2641600" y="4335463"/>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57" name="Text Box 7">
            <a:extLst>
              <a:ext uri="{FF2B5EF4-FFF2-40B4-BE49-F238E27FC236}">
                <a16:creationId xmlns:a16="http://schemas.microsoft.com/office/drawing/2014/main" id="{91B32A49-7F98-EDBB-5C3F-D8DBB706CD47}"/>
              </a:ext>
            </a:extLst>
          </p:cNvPr>
          <p:cNvSpPr txBox="1">
            <a:spLocks noChangeArrowheads="1"/>
          </p:cNvSpPr>
          <p:nvPr/>
        </p:nvSpPr>
        <p:spPr bwMode="auto">
          <a:xfrm>
            <a:off x="2247900" y="4702175"/>
            <a:ext cx="792163" cy="376238"/>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None/>
            </a:pPr>
            <a:r>
              <a:rPr lang="zh-CN" altLang="en-US" sz="2000" b="1"/>
              <a:t>协议</a:t>
            </a:r>
          </a:p>
        </p:txBody>
      </p:sp>
      <p:sp>
        <p:nvSpPr>
          <p:cNvPr id="23558" name="Line 8">
            <a:extLst>
              <a:ext uri="{FF2B5EF4-FFF2-40B4-BE49-F238E27FC236}">
                <a16:creationId xmlns:a16="http://schemas.microsoft.com/office/drawing/2014/main" id="{EF32EDF9-6F31-305F-9891-4F29F44B2B02}"/>
              </a:ext>
            </a:extLst>
          </p:cNvPr>
          <p:cNvSpPr>
            <a:spLocks noChangeShapeType="1"/>
          </p:cNvSpPr>
          <p:nvPr/>
        </p:nvSpPr>
        <p:spPr bwMode="auto">
          <a:xfrm flipV="1">
            <a:off x="3598863" y="4322763"/>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59" name="Text Box 9">
            <a:extLst>
              <a:ext uri="{FF2B5EF4-FFF2-40B4-BE49-F238E27FC236}">
                <a16:creationId xmlns:a16="http://schemas.microsoft.com/office/drawing/2014/main" id="{79A6D24C-DC8A-1AB0-2939-3A506A99A54B}"/>
              </a:ext>
            </a:extLst>
          </p:cNvPr>
          <p:cNvSpPr txBox="1">
            <a:spLocks noChangeArrowheads="1"/>
          </p:cNvSpPr>
          <p:nvPr/>
        </p:nvSpPr>
        <p:spPr bwMode="auto">
          <a:xfrm>
            <a:off x="3184525" y="4702175"/>
            <a:ext cx="1008063" cy="376238"/>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None/>
            </a:pPr>
            <a:r>
              <a:rPr lang="zh-CN" altLang="en-US" sz="2000" b="1"/>
              <a:t>子协议</a:t>
            </a:r>
          </a:p>
        </p:txBody>
      </p:sp>
      <p:sp>
        <p:nvSpPr>
          <p:cNvPr id="23560" name="Line 10">
            <a:extLst>
              <a:ext uri="{FF2B5EF4-FFF2-40B4-BE49-F238E27FC236}">
                <a16:creationId xmlns:a16="http://schemas.microsoft.com/office/drawing/2014/main" id="{7CE135D7-0A15-8872-DAE4-9A96D0D27FCF}"/>
              </a:ext>
            </a:extLst>
          </p:cNvPr>
          <p:cNvSpPr>
            <a:spLocks noChangeShapeType="1"/>
          </p:cNvSpPr>
          <p:nvPr/>
        </p:nvSpPr>
        <p:spPr bwMode="auto">
          <a:xfrm flipV="1">
            <a:off x="5038725" y="4335463"/>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1" name="Text Box 11">
            <a:extLst>
              <a:ext uri="{FF2B5EF4-FFF2-40B4-BE49-F238E27FC236}">
                <a16:creationId xmlns:a16="http://schemas.microsoft.com/office/drawing/2014/main" id="{3ACEEEC0-F2AA-E56B-BE7C-B3C40352FC7C}"/>
              </a:ext>
            </a:extLst>
          </p:cNvPr>
          <p:cNvSpPr txBox="1">
            <a:spLocks noChangeArrowheads="1"/>
          </p:cNvSpPr>
          <p:nvPr/>
        </p:nvSpPr>
        <p:spPr bwMode="auto">
          <a:xfrm>
            <a:off x="4697413" y="4702175"/>
            <a:ext cx="1008062" cy="376238"/>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None/>
            </a:pPr>
            <a:r>
              <a:rPr lang="zh-CN" altLang="en-US" sz="2000" b="1"/>
              <a:t>子名称</a:t>
            </a:r>
          </a:p>
        </p:txBody>
      </p:sp>
      <p:sp>
        <p:nvSpPr>
          <p:cNvPr id="23562" name="Line 12">
            <a:extLst>
              <a:ext uri="{FF2B5EF4-FFF2-40B4-BE49-F238E27FC236}">
                <a16:creationId xmlns:a16="http://schemas.microsoft.com/office/drawing/2014/main" id="{8F60596D-6F3F-6C14-ED9D-288F593DE84E}"/>
              </a:ext>
            </a:extLst>
          </p:cNvPr>
          <p:cNvSpPr>
            <a:spLocks noChangeShapeType="1"/>
          </p:cNvSpPr>
          <p:nvPr/>
        </p:nvSpPr>
        <p:spPr bwMode="auto">
          <a:xfrm>
            <a:off x="2354263" y="4297363"/>
            <a:ext cx="57626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3" name="Line 13">
            <a:extLst>
              <a:ext uri="{FF2B5EF4-FFF2-40B4-BE49-F238E27FC236}">
                <a16:creationId xmlns:a16="http://schemas.microsoft.com/office/drawing/2014/main" id="{41082CB2-F581-EA39-A623-EB7198C1491B}"/>
              </a:ext>
            </a:extLst>
          </p:cNvPr>
          <p:cNvSpPr>
            <a:spLocks noChangeShapeType="1"/>
          </p:cNvSpPr>
          <p:nvPr/>
        </p:nvSpPr>
        <p:spPr bwMode="auto">
          <a:xfrm>
            <a:off x="3070225" y="4305300"/>
            <a:ext cx="1265238" cy="17463"/>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4" name="Line 14">
            <a:extLst>
              <a:ext uri="{FF2B5EF4-FFF2-40B4-BE49-F238E27FC236}">
                <a16:creationId xmlns:a16="http://schemas.microsoft.com/office/drawing/2014/main" id="{BCE02C1D-A3D5-9D2B-9F13-D9AA13172B99}"/>
              </a:ext>
            </a:extLst>
          </p:cNvPr>
          <p:cNvSpPr>
            <a:spLocks noChangeShapeType="1"/>
          </p:cNvSpPr>
          <p:nvPr/>
        </p:nvSpPr>
        <p:spPr bwMode="auto">
          <a:xfrm>
            <a:off x="4551363" y="4300538"/>
            <a:ext cx="2449512"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5" name="Text Box 11">
            <a:extLst>
              <a:ext uri="{FF2B5EF4-FFF2-40B4-BE49-F238E27FC236}">
                <a16:creationId xmlns:a16="http://schemas.microsoft.com/office/drawing/2014/main" id="{8C99DF49-E896-1F3C-A732-AFE3EC8272DC}"/>
              </a:ext>
            </a:extLst>
          </p:cNvPr>
          <p:cNvSpPr txBox="1">
            <a:spLocks noChangeArrowheads="1"/>
          </p:cNvSpPr>
          <p:nvPr/>
        </p:nvSpPr>
        <p:spPr bwMode="auto">
          <a:xfrm>
            <a:off x="4013200" y="3278188"/>
            <a:ext cx="1366838" cy="40005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None/>
            </a:pPr>
            <a:r>
              <a:rPr lang="zh-CN" altLang="en-US" sz="2000" b="1"/>
              <a:t>主机地址</a:t>
            </a:r>
          </a:p>
        </p:txBody>
      </p:sp>
      <p:sp>
        <p:nvSpPr>
          <p:cNvPr id="23566" name="Text Box 11">
            <a:extLst>
              <a:ext uri="{FF2B5EF4-FFF2-40B4-BE49-F238E27FC236}">
                <a16:creationId xmlns:a16="http://schemas.microsoft.com/office/drawing/2014/main" id="{C1EB0174-EBEF-9D5C-4338-A670EECDA017}"/>
              </a:ext>
            </a:extLst>
          </p:cNvPr>
          <p:cNvSpPr txBox="1">
            <a:spLocks noChangeArrowheads="1"/>
          </p:cNvSpPr>
          <p:nvPr/>
        </p:nvSpPr>
        <p:spPr bwMode="auto">
          <a:xfrm>
            <a:off x="5487988" y="3278188"/>
            <a:ext cx="1008062" cy="40005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None/>
            </a:pPr>
            <a:r>
              <a:rPr lang="zh-CN" altLang="en-US" sz="2000" b="1"/>
              <a:t>端口号</a:t>
            </a:r>
          </a:p>
        </p:txBody>
      </p:sp>
      <p:sp>
        <p:nvSpPr>
          <p:cNvPr id="23567" name="Text Box 11">
            <a:extLst>
              <a:ext uri="{FF2B5EF4-FFF2-40B4-BE49-F238E27FC236}">
                <a16:creationId xmlns:a16="http://schemas.microsoft.com/office/drawing/2014/main" id="{7A7DED72-6AA3-5434-FBCE-3847CC777D11}"/>
              </a:ext>
            </a:extLst>
          </p:cNvPr>
          <p:cNvSpPr txBox="1">
            <a:spLocks noChangeArrowheads="1"/>
          </p:cNvSpPr>
          <p:nvPr/>
        </p:nvSpPr>
        <p:spPr bwMode="auto">
          <a:xfrm>
            <a:off x="6640513" y="3278188"/>
            <a:ext cx="1223962" cy="40005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None/>
            </a:pPr>
            <a:r>
              <a:rPr lang="zh-CN" altLang="en-US" sz="2000" b="1"/>
              <a:t>数据库名</a:t>
            </a:r>
          </a:p>
        </p:txBody>
      </p:sp>
      <p:cxnSp>
        <p:nvCxnSpPr>
          <p:cNvPr id="23568" name="直接箭头连接符 2">
            <a:extLst>
              <a:ext uri="{FF2B5EF4-FFF2-40B4-BE49-F238E27FC236}">
                <a16:creationId xmlns:a16="http://schemas.microsoft.com/office/drawing/2014/main" id="{2E5D5287-C3BB-4845-8F04-F90C7AB77EB5}"/>
              </a:ext>
            </a:extLst>
          </p:cNvPr>
          <p:cNvCxnSpPr>
            <a:cxnSpLocks noChangeShapeType="1"/>
          </p:cNvCxnSpPr>
          <p:nvPr/>
        </p:nvCxnSpPr>
        <p:spPr bwMode="auto">
          <a:xfrm>
            <a:off x="4911725" y="3678238"/>
            <a:ext cx="0" cy="392112"/>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9" name="直接箭头连接符 34">
            <a:extLst>
              <a:ext uri="{FF2B5EF4-FFF2-40B4-BE49-F238E27FC236}">
                <a16:creationId xmlns:a16="http://schemas.microsoft.com/office/drawing/2014/main" id="{B9EE7A18-AFDC-A792-7B47-72F192FC09D4}"/>
              </a:ext>
            </a:extLst>
          </p:cNvPr>
          <p:cNvCxnSpPr>
            <a:cxnSpLocks noChangeShapeType="1"/>
          </p:cNvCxnSpPr>
          <p:nvPr/>
        </p:nvCxnSpPr>
        <p:spPr bwMode="auto">
          <a:xfrm>
            <a:off x="5975350" y="3678238"/>
            <a:ext cx="0" cy="392112"/>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70" name="直接箭头连接符 35">
            <a:extLst>
              <a:ext uri="{FF2B5EF4-FFF2-40B4-BE49-F238E27FC236}">
                <a16:creationId xmlns:a16="http://schemas.microsoft.com/office/drawing/2014/main" id="{B0370A80-E209-3634-C9C8-F4772E4DAD03}"/>
              </a:ext>
            </a:extLst>
          </p:cNvPr>
          <p:cNvCxnSpPr>
            <a:cxnSpLocks noChangeShapeType="1"/>
          </p:cNvCxnSpPr>
          <p:nvPr/>
        </p:nvCxnSpPr>
        <p:spPr bwMode="auto">
          <a:xfrm>
            <a:off x="6975475" y="3678238"/>
            <a:ext cx="0" cy="392112"/>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矩形 23">
            <a:extLst>
              <a:ext uri="{FF2B5EF4-FFF2-40B4-BE49-F238E27FC236}">
                <a16:creationId xmlns:a16="http://schemas.microsoft.com/office/drawing/2014/main" id="{F73BB245-3224-1AEE-6D3F-421FCE0E57C8}"/>
              </a:ext>
            </a:extLst>
          </p:cNvPr>
          <p:cNvSpPr/>
          <p:nvPr/>
        </p:nvSpPr>
        <p:spPr>
          <a:xfrm>
            <a:off x="1530350" y="1052513"/>
            <a:ext cx="3467100" cy="604837"/>
          </a:xfrm>
          <a:prstGeom prst="rect">
            <a:avLst/>
          </a:prstGeom>
        </p:spPr>
        <p:txBody>
          <a:bodyPr wrap="none">
            <a:spAutoFit/>
          </a:bodyPr>
          <a:lstStyle/>
          <a:p>
            <a:pPr eaLnBrk="1" hangingPunct="1">
              <a:lnSpc>
                <a:spcPct val="120000"/>
              </a:lnSpc>
              <a:spcBef>
                <a:spcPct val="40000"/>
              </a:spcBef>
              <a:buFont typeface="Arial" charset="0"/>
              <a:buNone/>
              <a:defRPr/>
            </a:pP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2.</a:t>
            </a: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获取数据库连接</a:t>
            </a:r>
            <a:endPar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endParaRPr>
          </a:p>
        </p:txBody>
      </p:sp>
      <p:sp>
        <p:nvSpPr>
          <p:cNvPr id="23572" name="Text Box 4">
            <a:extLst>
              <a:ext uri="{FF2B5EF4-FFF2-40B4-BE49-F238E27FC236}">
                <a16:creationId xmlns:a16="http://schemas.microsoft.com/office/drawing/2014/main" id="{C4C5785C-1875-22A5-E8F9-5F72895E446B}"/>
              </a:ext>
            </a:extLst>
          </p:cNvPr>
          <p:cNvSpPr txBox="1">
            <a:spLocks noChangeArrowheads="1"/>
          </p:cNvSpPr>
          <p:nvPr/>
        </p:nvSpPr>
        <p:spPr bwMode="auto">
          <a:xfrm>
            <a:off x="1490663" y="1960563"/>
            <a:ext cx="7704137"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Wingdings" panose="05000000000000000000" pitchFamily="2" charset="2"/>
              <a:buNone/>
            </a:pPr>
            <a:r>
              <a:rPr lang="zh-CN" altLang="en-US" sz="2800" b="1">
                <a:solidFill>
                  <a:srgbClr val="002060"/>
                </a:solidFill>
              </a:rPr>
              <a:t>连接数据库的</a:t>
            </a:r>
            <a:r>
              <a:rPr lang="en-US" altLang="zh-CN" sz="2800" b="1">
                <a:solidFill>
                  <a:srgbClr val="002060"/>
                </a:solidFill>
              </a:rPr>
              <a:t>URL</a:t>
            </a:r>
            <a:r>
              <a:rPr lang="zh-CN" altLang="en-US" sz="2800" b="1">
                <a:solidFill>
                  <a:srgbClr val="002060"/>
                </a:solidFill>
              </a:rPr>
              <a:t>：</a:t>
            </a:r>
            <a:endParaRPr lang="en-US" altLang="zh-CN" sz="2800" b="1">
              <a:solidFill>
                <a:srgbClr val="002060"/>
              </a:solidFill>
            </a:endParaRPr>
          </a:p>
        </p:txBody>
      </p:sp>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3B7EF8E-DE20-41EB-847D-C4C3EE229D6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5" name="矩形 4">
            <a:extLst>
              <a:ext uri="{FF2B5EF4-FFF2-40B4-BE49-F238E27FC236}">
                <a16:creationId xmlns:a16="http://schemas.microsoft.com/office/drawing/2014/main" id="{1C8AAEF1-3288-AFBE-3470-03594340C92E}"/>
              </a:ext>
            </a:extLst>
          </p:cNvPr>
          <p:cNvSpPr/>
          <p:nvPr/>
        </p:nvSpPr>
        <p:spPr>
          <a:xfrm>
            <a:off x="1058863" y="1196975"/>
            <a:ext cx="4083050" cy="604838"/>
          </a:xfrm>
          <a:prstGeom prst="rect">
            <a:avLst/>
          </a:prstGeom>
        </p:spPr>
        <p:txBody>
          <a:bodyPr wrap="none">
            <a:spAutoFit/>
          </a:bodyPr>
          <a:lstStyle/>
          <a:p>
            <a:pPr eaLnBrk="1" hangingPunct="1">
              <a:lnSpc>
                <a:spcPct val="120000"/>
              </a:lnSpc>
              <a:spcBef>
                <a:spcPct val="40000"/>
              </a:spcBef>
              <a:buFont typeface="Arial" charset="0"/>
              <a:buNone/>
              <a:defRPr/>
            </a:pP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3.</a:t>
            </a: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获取</a:t>
            </a: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Statement</a:t>
            </a: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对象</a:t>
            </a:r>
            <a:endPar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endParaRPr>
          </a:p>
        </p:txBody>
      </p:sp>
      <p:sp>
        <p:nvSpPr>
          <p:cNvPr id="7" name="Rectangle 3">
            <a:extLst>
              <a:ext uri="{FF2B5EF4-FFF2-40B4-BE49-F238E27FC236}">
                <a16:creationId xmlns:a16="http://schemas.microsoft.com/office/drawing/2014/main" id="{542C87C0-5A1B-7E50-58EE-322D498B36F2}"/>
              </a:ext>
            </a:extLst>
          </p:cNvPr>
          <p:cNvSpPr txBox="1">
            <a:spLocks noChangeArrowheads="1"/>
          </p:cNvSpPr>
          <p:nvPr/>
        </p:nvSpPr>
        <p:spPr>
          <a:xfrm>
            <a:off x="411163" y="1989138"/>
            <a:ext cx="11304587" cy="4581525"/>
          </a:xfrm>
          <a:prstGeom prst="rect">
            <a:avLst/>
          </a:prstGeom>
        </p:spPr>
        <p:txBody>
          <a:bodyPr/>
          <a:lstStyle>
            <a:lvl1pPr marL="342900" indent="-342900"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a:lstStyle>
          <a:p>
            <a:pPr marL="0" indent="0">
              <a:buFont typeface="Arial" charset="0"/>
              <a:buNone/>
              <a:defRPr/>
            </a:pPr>
            <a:r>
              <a:rPr lang="zh-CN" altLang="en-US" sz="2800" kern="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数据库连接被用于向数据库服务器发送命令和 </a:t>
            </a:r>
            <a:r>
              <a:rPr lang="en-US" altLang="zh-CN"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SQL </a:t>
            </a:r>
            <a:r>
              <a:rPr lang="zh-CN" altLang="en-US"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语句，在连接建立后，需要对数据库进行访问，执行 </a:t>
            </a:r>
            <a:r>
              <a:rPr lang="en-US" altLang="zh-CN" sz="2800" b="1" kern="0" dirty="0" err="1">
                <a:solidFill>
                  <a:srgbClr val="002060"/>
                </a:solidFill>
                <a:latin typeface="Times New Roman" panose="02020603050405020304" pitchFamily="18" charset="0"/>
                <a:ea typeface="宋体" panose="02010600030101010101" pitchFamily="2" charset="-122"/>
                <a:cs typeface="Times New Roman" panose="02020603050405020304" pitchFamily="18" charset="0"/>
              </a:rPr>
              <a:t>sql</a:t>
            </a:r>
            <a:r>
              <a:rPr lang="en-US" altLang="zh-CN"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语句</a:t>
            </a:r>
          </a:p>
          <a:p>
            <a:pPr marL="0" indent="0">
              <a:buFont typeface="Arial" charset="0"/>
              <a:buNone/>
              <a:defRPr/>
            </a:pPr>
            <a:r>
              <a:rPr lang="zh-CN" altLang="en-US"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在 </a:t>
            </a:r>
            <a:r>
              <a:rPr lang="en-US" altLang="zh-CN" sz="2800" b="1" kern="0" dirty="0" err="1">
                <a:solidFill>
                  <a:srgbClr val="002060"/>
                </a:solidFill>
                <a:latin typeface="Times New Roman" panose="02020603050405020304" pitchFamily="18" charset="0"/>
                <a:ea typeface="宋体" panose="02010600030101010101" pitchFamily="2" charset="-122"/>
                <a:cs typeface="Times New Roman" panose="02020603050405020304" pitchFamily="18" charset="0"/>
              </a:rPr>
              <a:t>java.sql</a:t>
            </a:r>
            <a:r>
              <a:rPr lang="en-US" altLang="zh-CN"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包中有 </a:t>
            </a:r>
            <a:r>
              <a:rPr lang="en-US" altLang="zh-CN"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个接口分别定义了对数据库的调用的不同方式：</a:t>
            </a:r>
            <a:endParaRPr lang="en-US" altLang="zh-CN"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Font typeface="Arial" charset="0"/>
              <a:buNone/>
              <a:defRPr/>
            </a:pPr>
            <a:endParaRPr lang="zh-CN" altLang="en-US" sz="2800"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p>
            <a:pPr marL="457200" lvl="1" indent="0">
              <a:buFont typeface="Arial" charset="0"/>
              <a:buNone/>
              <a:defRPr/>
            </a:pPr>
            <a:r>
              <a:rPr lang="en-US" altLang="zh-CN"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Statement  </a:t>
            </a:r>
            <a:r>
              <a:rPr lang="zh-CN" altLang="en-US"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dirty="0">
                <a:solidFill>
                  <a:srgbClr val="002060"/>
                </a:solidFill>
                <a:effectLst>
                  <a:outerShdw blurRad="38100" dist="38100" dir="2700000" algn="tl">
                    <a:srgbClr val="C0C0C0"/>
                  </a:outerShdw>
                </a:effectLst>
              </a:rPr>
              <a:t>用于执行不带参数的</a:t>
            </a:r>
            <a:r>
              <a:rPr kumimoji="1" lang="en-US" altLang="zh-CN" b="1" dirty="0">
                <a:solidFill>
                  <a:srgbClr val="002060"/>
                </a:solidFill>
                <a:effectLst>
                  <a:outerShdw blurRad="38100" dist="38100" dir="2700000" algn="tl">
                    <a:srgbClr val="C0C0C0"/>
                  </a:outerShdw>
                </a:effectLst>
              </a:rPr>
              <a:t>SQL</a:t>
            </a:r>
            <a:r>
              <a:rPr kumimoji="1" lang="zh-CN" altLang="en-US" b="1" dirty="0">
                <a:solidFill>
                  <a:srgbClr val="002060"/>
                </a:solidFill>
                <a:effectLst>
                  <a:outerShdw blurRad="38100" dist="38100" dir="2700000" algn="tl">
                    <a:srgbClr val="C0C0C0"/>
                  </a:outerShdw>
                </a:effectLst>
              </a:rPr>
              <a:t>语句；</a:t>
            </a:r>
            <a:endParaRPr lang="en-US" altLang="zh-CN"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p>
            <a:pPr marL="457200" lvl="1" indent="0">
              <a:buFont typeface="Arial" charset="0"/>
              <a:buNone/>
              <a:defRPr/>
            </a:pPr>
            <a:r>
              <a:rPr lang="en-US" altLang="zh-CN" b="1" kern="0" dirty="0" err="1">
                <a:solidFill>
                  <a:srgbClr val="002060"/>
                </a:solidFill>
                <a:latin typeface="Times New Roman" panose="02020603050405020304" pitchFamily="18" charset="0"/>
                <a:ea typeface="宋体" panose="02010600030101010101" pitchFamily="2" charset="-122"/>
                <a:cs typeface="Times New Roman" panose="02020603050405020304" pitchFamily="18" charset="0"/>
              </a:rPr>
              <a:t>PrepatedStatement</a:t>
            </a:r>
            <a:r>
              <a:rPr lang="en-US" altLang="zh-CN"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dirty="0">
                <a:solidFill>
                  <a:srgbClr val="002060"/>
                </a:solidFill>
                <a:effectLst>
                  <a:outerShdw blurRad="38100" dist="38100" dir="2700000" algn="tl">
                    <a:srgbClr val="C0C0C0"/>
                  </a:outerShdw>
                </a:effectLst>
              </a:rPr>
              <a:t>用于执行带或不带</a:t>
            </a:r>
            <a:r>
              <a:rPr kumimoji="1" lang="en-US" altLang="zh-CN" b="1" dirty="0">
                <a:solidFill>
                  <a:srgbClr val="002060"/>
                </a:solidFill>
                <a:effectLst>
                  <a:outerShdw blurRad="38100" dist="38100" dir="2700000" algn="tl">
                    <a:srgbClr val="C0C0C0"/>
                  </a:outerShdw>
                </a:effectLst>
              </a:rPr>
              <a:t>IN</a:t>
            </a:r>
            <a:r>
              <a:rPr kumimoji="1" lang="zh-CN" altLang="en-US" b="1" dirty="0">
                <a:solidFill>
                  <a:srgbClr val="002060"/>
                </a:solidFill>
                <a:effectLst>
                  <a:outerShdw blurRad="38100" dist="38100" dir="2700000" algn="tl">
                    <a:srgbClr val="C0C0C0"/>
                  </a:outerShdw>
                </a:effectLst>
              </a:rPr>
              <a:t>参数的预编译</a:t>
            </a:r>
            <a:r>
              <a:rPr kumimoji="1" lang="en-US" altLang="zh-CN" b="1" dirty="0">
                <a:solidFill>
                  <a:srgbClr val="002060"/>
                </a:solidFill>
                <a:effectLst>
                  <a:outerShdw blurRad="38100" dist="38100" dir="2700000" algn="tl">
                    <a:srgbClr val="C0C0C0"/>
                  </a:outerShdw>
                </a:effectLst>
              </a:rPr>
              <a:t>SQL</a:t>
            </a:r>
            <a:r>
              <a:rPr kumimoji="1" lang="zh-CN" altLang="en-US" b="1" dirty="0">
                <a:solidFill>
                  <a:srgbClr val="002060"/>
                </a:solidFill>
                <a:effectLst>
                  <a:outerShdw blurRad="38100" dist="38100" dir="2700000" algn="tl">
                    <a:srgbClr val="C0C0C0"/>
                  </a:outerShdw>
                </a:effectLst>
              </a:rPr>
              <a:t>语句；</a:t>
            </a:r>
            <a:r>
              <a:rPr lang="en-US" altLang="zh-CN" b="1" kern="0" dirty="0" err="1">
                <a:solidFill>
                  <a:srgbClr val="002060"/>
                </a:solidFill>
                <a:latin typeface="Times New Roman" panose="02020603050405020304" pitchFamily="18" charset="0"/>
                <a:ea typeface="宋体" panose="02010600030101010101" pitchFamily="2" charset="-122"/>
                <a:cs typeface="Times New Roman" panose="02020603050405020304" pitchFamily="18" charset="0"/>
              </a:rPr>
              <a:t>CallableStatement</a:t>
            </a:r>
            <a:r>
              <a:rPr lang="zh-CN" altLang="en-US" b="1" kern="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b="1" dirty="0">
                <a:solidFill>
                  <a:srgbClr val="002060"/>
                </a:solidFill>
                <a:effectLst>
                  <a:outerShdw blurRad="38100" dist="38100" dir="2700000" algn="tl">
                    <a:srgbClr val="C0C0C0"/>
                  </a:outerShdw>
                </a:effectLst>
              </a:rPr>
              <a:t>用于执行对数据库已有存储过程的调用。</a:t>
            </a:r>
          </a:p>
        </p:txBody>
      </p:sp>
    </p:spTree>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9544857F-D2A2-5C0E-9D68-A1C5A1B105AF}"/>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5" name="Text Box 2">
            <a:extLst>
              <a:ext uri="{FF2B5EF4-FFF2-40B4-BE49-F238E27FC236}">
                <a16:creationId xmlns:a16="http://schemas.microsoft.com/office/drawing/2014/main" id="{C8550972-78DD-ABA0-FE32-4B3BE2D8BCDF}"/>
              </a:ext>
            </a:extLst>
          </p:cNvPr>
          <p:cNvSpPr txBox="1">
            <a:spLocks noChangeArrowheads="1"/>
          </p:cNvSpPr>
          <p:nvPr/>
        </p:nvSpPr>
        <p:spPr bwMode="auto">
          <a:xfrm>
            <a:off x="385763" y="2133600"/>
            <a:ext cx="11088687" cy="379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20000"/>
              </a:lnSpc>
              <a:spcBef>
                <a:spcPct val="40000"/>
              </a:spcBef>
              <a:buFont typeface="Arial" charset="0"/>
              <a:buNone/>
              <a:defRPr/>
            </a:pPr>
            <a:r>
              <a:rPr kumimoji="1" lang="en-US" altLang="zh-CN" sz="2800" dirty="0">
                <a:effectLst>
                  <a:outerShdw blurRad="38100" dist="38100" dir="2700000" algn="tl">
                    <a:srgbClr val="C0C0C0"/>
                  </a:outerShdw>
                </a:effectLst>
                <a:latin typeface="Arial" charset="0"/>
              </a:rPr>
              <a:t>        </a:t>
            </a:r>
            <a:r>
              <a:rPr kumimoji="1" lang="en-US" altLang="zh-CN" sz="2800" b="1" dirty="0">
                <a:solidFill>
                  <a:srgbClr val="002060"/>
                </a:solidFill>
                <a:effectLst>
                  <a:outerShdw blurRad="38100" dist="38100" dir="2700000" algn="tl">
                    <a:srgbClr val="C0C0C0"/>
                  </a:outerShdw>
                </a:effectLst>
                <a:latin typeface="Arial" charset="0"/>
              </a:rPr>
              <a:t>Statement</a:t>
            </a:r>
            <a:r>
              <a:rPr kumimoji="1" lang="zh-CN" altLang="en-US" sz="2800" b="1" dirty="0">
                <a:solidFill>
                  <a:srgbClr val="002060"/>
                </a:solidFill>
                <a:effectLst>
                  <a:outerShdw blurRad="38100" dist="38100" dir="2700000" algn="tl">
                    <a:srgbClr val="C0C0C0"/>
                  </a:outerShdw>
                </a:effectLst>
                <a:latin typeface="Arial" charset="0"/>
              </a:rPr>
              <a:t>只是一个接口，没有构造方法，所以不能直接创建它的实例。但</a:t>
            </a:r>
            <a:r>
              <a:rPr kumimoji="1" lang="en-US" altLang="zh-CN" sz="2800" b="1" dirty="0">
                <a:solidFill>
                  <a:srgbClr val="002060"/>
                </a:solidFill>
                <a:effectLst>
                  <a:outerShdw blurRad="38100" dist="38100" dir="2700000" algn="tl">
                    <a:srgbClr val="C0C0C0"/>
                  </a:outerShdw>
                </a:effectLst>
                <a:latin typeface="Arial" charset="0"/>
              </a:rPr>
              <a:t>Connection</a:t>
            </a:r>
            <a:r>
              <a:rPr kumimoji="1" lang="zh-CN" altLang="en-US" sz="2800" b="1" dirty="0">
                <a:solidFill>
                  <a:srgbClr val="002060"/>
                </a:solidFill>
                <a:effectLst>
                  <a:outerShdw blurRad="38100" dist="38100" dir="2700000" algn="tl">
                    <a:srgbClr val="C0C0C0"/>
                  </a:outerShdw>
                </a:effectLst>
                <a:latin typeface="Arial" charset="0"/>
              </a:rPr>
              <a:t>接口提供了</a:t>
            </a:r>
            <a:r>
              <a:rPr kumimoji="1" lang="en-US" altLang="zh-CN" sz="2800" b="1" dirty="0" err="1">
                <a:solidFill>
                  <a:srgbClr val="002060"/>
                </a:solidFill>
                <a:effectLst>
                  <a:outerShdw blurRad="38100" dist="38100" dir="2700000" algn="tl">
                    <a:srgbClr val="C0C0C0"/>
                  </a:outerShdw>
                </a:effectLst>
                <a:latin typeface="Arial" charset="0"/>
              </a:rPr>
              <a:t>createStatement</a:t>
            </a:r>
            <a:r>
              <a:rPr kumimoji="1" lang="zh-CN" altLang="en-US" sz="2800" b="1" dirty="0">
                <a:solidFill>
                  <a:srgbClr val="002060"/>
                </a:solidFill>
                <a:effectLst>
                  <a:outerShdw blurRad="38100" dist="38100" dir="2700000" algn="tl">
                    <a:srgbClr val="C0C0C0"/>
                  </a:outerShdw>
                </a:effectLst>
                <a:latin typeface="Arial" charset="0"/>
              </a:rPr>
              <a:t>方法专门用于创建</a:t>
            </a:r>
            <a:r>
              <a:rPr kumimoji="1" lang="en-US" altLang="zh-CN" sz="2800" b="1" dirty="0">
                <a:solidFill>
                  <a:srgbClr val="002060"/>
                </a:solidFill>
                <a:effectLst>
                  <a:outerShdw blurRad="38100" dist="38100" dir="2700000" algn="tl">
                    <a:srgbClr val="C0C0C0"/>
                  </a:outerShdw>
                </a:effectLst>
                <a:latin typeface="Arial" charset="0"/>
              </a:rPr>
              <a:t>Statement</a:t>
            </a:r>
            <a:r>
              <a:rPr kumimoji="1" lang="zh-CN" altLang="en-US" sz="2800" b="1" dirty="0">
                <a:solidFill>
                  <a:srgbClr val="002060"/>
                </a:solidFill>
                <a:effectLst>
                  <a:outerShdw blurRad="38100" dist="38100" dir="2700000" algn="tl">
                    <a:srgbClr val="C0C0C0"/>
                  </a:outerShdw>
                </a:effectLst>
                <a:latin typeface="Arial" charset="0"/>
              </a:rPr>
              <a:t>对象：</a:t>
            </a:r>
          </a:p>
          <a:p>
            <a:pPr>
              <a:buFont typeface="Arial" charset="0"/>
              <a:buNone/>
              <a:defRPr/>
            </a:pPr>
            <a:r>
              <a:rPr kumimoji="1" lang="en-US" altLang="zh-CN" sz="2800" b="1" dirty="0">
                <a:solidFill>
                  <a:srgbClr val="002060"/>
                </a:solidFill>
                <a:effectLst>
                  <a:outerShdw blurRad="38100" dist="38100" dir="2700000" algn="tl">
                    <a:srgbClr val="C0C0C0"/>
                  </a:outerShdw>
                </a:effectLst>
                <a:latin typeface="Arial" charset="0"/>
              </a:rPr>
              <a:t>                  Statement </a:t>
            </a:r>
            <a:r>
              <a:rPr kumimoji="1" lang="en-US" altLang="zh-CN" sz="2800" b="1" dirty="0" err="1">
                <a:solidFill>
                  <a:srgbClr val="002060"/>
                </a:solidFill>
                <a:effectLst>
                  <a:outerShdw blurRad="38100" dist="38100" dir="2700000" algn="tl">
                    <a:srgbClr val="C0C0C0"/>
                  </a:outerShdw>
                </a:effectLst>
                <a:latin typeface="Arial" charset="0"/>
              </a:rPr>
              <a:t>stmt</a:t>
            </a:r>
            <a:r>
              <a:rPr kumimoji="1" lang="en-US" altLang="zh-CN" sz="2800" b="1" dirty="0">
                <a:solidFill>
                  <a:srgbClr val="002060"/>
                </a:solidFill>
                <a:effectLst>
                  <a:outerShdw blurRad="38100" dist="38100" dir="2700000" algn="tl">
                    <a:srgbClr val="C0C0C0"/>
                  </a:outerShdw>
                </a:effectLst>
                <a:latin typeface="Arial" charset="0"/>
              </a:rPr>
              <a:t>=</a:t>
            </a:r>
            <a:r>
              <a:rPr kumimoji="1" lang="en-US" altLang="zh-CN" sz="2800" b="1" dirty="0" err="1">
                <a:solidFill>
                  <a:srgbClr val="002060"/>
                </a:solidFill>
                <a:effectLst>
                  <a:outerShdw blurRad="38100" dist="38100" dir="2700000" algn="tl">
                    <a:srgbClr val="C0C0C0"/>
                  </a:outerShdw>
                </a:effectLst>
                <a:latin typeface="Arial" charset="0"/>
              </a:rPr>
              <a:t>con.createStatement</a:t>
            </a:r>
            <a:r>
              <a:rPr kumimoji="1" lang="en-US" altLang="zh-CN" sz="2800" b="1" dirty="0">
                <a:solidFill>
                  <a:srgbClr val="002060"/>
                </a:solidFill>
                <a:effectLst>
                  <a:outerShdw blurRad="38100" dist="38100" dir="2700000" algn="tl">
                    <a:srgbClr val="C0C0C0"/>
                  </a:outerShdw>
                </a:effectLst>
                <a:latin typeface="Arial" charset="0"/>
              </a:rPr>
              <a:t>();</a:t>
            </a:r>
          </a:p>
          <a:p>
            <a:pPr>
              <a:buFont typeface="Arial" charset="0"/>
              <a:buNone/>
              <a:defRPr/>
            </a:pPr>
            <a:r>
              <a:rPr kumimoji="1" lang="en-US" altLang="zh-CN" sz="2800" b="1" dirty="0">
                <a:solidFill>
                  <a:srgbClr val="002060"/>
                </a:solidFill>
                <a:effectLst>
                  <a:outerShdw blurRad="38100" dist="38100" dir="2700000" algn="tl">
                    <a:srgbClr val="C0C0C0"/>
                  </a:outerShdw>
                </a:effectLst>
                <a:latin typeface="Arial" charset="0"/>
              </a:rPr>
              <a:t>    </a:t>
            </a:r>
            <a:r>
              <a:rPr kumimoji="1" lang="zh-CN" altLang="en-US" sz="2800" b="1" dirty="0">
                <a:solidFill>
                  <a:srgbClr val="002060"/>
                </a:solidFill>
                <a:effectLst>
                  <a:outerShdw blurRad="38100" dist="38100" dir="2700000" algn="tl">
                    <a:srgbClr val="C0C0C0"/>
                  </a:outerShdw>
                </a:effectLst>
                <a:latin typeface="Arial" charset="0"/>
              </a:rPr>
              <a:t>创建</a:t>
            </a:r>
            <a:r>
              <a:rPr kumimoji="1" lang="en-US" altLang="zh-CN" sz="2800" b="1" dirty="0">
                <a:solidFill>
                  <a:srgbClr val="002060"/>
                </a:solidFill>
                <a:effectLst>
                  <a:outerShdw blurRad="38100" dist="38100" dir="2700000" algn="tl">
                    <a:srgbClr val="C0C0C0"/>
                  </a:outerShdw>
                </a:effectLst>
                <a:latin typeface="Arial" charset="0"/>
              </a:rPr>
              <a:t>Statement</a:t>
            </a:r>
            <a:r>
              <a:rPr kumimoji="1" lang="zh-CN" altLang="en-US" sz="2800" b="1" dirty="0">
                <a:solidFill>
                  <a:srgbClr val="002060"/>
                </a:solidFill>
                <a:effectLst>
                  <a:outerShdw blurRad="38100" dist="38100" dir="2700000" algn="tl">
                    <a:srgbClr val="C0C0C0"/>
                  </a:outerShdw>
                </a:effectLst>
                <a:latin typeface="Arial" charset="0"/>
              </a:rPr>
              <a:t>对象之后，就可以用于执行</a:t>
            </a:r>
            <a:r>
              <a:rPr kumimoji="1" lang="en-US" altLang="zh-CN" sz="2800" b="1" dirty="0">
                <a:solidFill>
                  <a:srgbClr val="002060"/>
                </a:solidFill>
                <a:effectLst>
                  <a:outerShdw blurRad="38100" dist="38100" dir="2700000" algn="tl">
                    <a:srgbClr val="C0C0C0"/>
                  </a:outerShdw>
                </a:effectLst>
                <a:latin typeface="Arial" charset="0"/>
              </a:rPr>
              <a:t>SQL</a:t>
            </a:r>
            <a:r>
              <a:rPr kumimoji="1" lang="zh-CN" altLang="en-US" sz="2800" b="1" dirty="0">
                <a:solidFill>
                  <a:srgbClr val="002060"/>
                </a:solidFill>
                <a:effectLst>
                  <a:outerShdw blurRad="38100" dist="38100" dir="2700000" algn="tl">
                    <a:srgbClr val="C0C0C0"/>
                  </a:outerShdw>
                </a:effectLst>
                <a:latin typeface="Arial" charset="0"/>
              </a:rPr>
              <a:t>语句；</a:t>
            </a:r>
            <a:r>
              <a:rPr kumimoji="1" lang="en-US" altLang="zh-CN" sz="2800" b="1" dirty="0">
                <a:solidFill>
                  <a:srgbClr val="002060"/>
                </a:solidFill>
                <a:effectLst>
                  <a:outerShdw blurRad="38100" dist="38100" dir="2700000" algn="tl">
                    <a:srgbClr val="C0C0C0"/>
                  </a:outerShdw>
                </a:effectLst>
                <a:latin typeface="Arial" charset="0"/>
              </a:rPr>
              <a:t>Statement</a:t>
            </a:r>
            <a:r>
              <a:rPr kumimoji="1" lang="zh-CN" altLang="en-US" sz="2800" b="1" dirty="0">
                <a:solidFill>
                  <a:srgbClr val="002060"/>
                </a:solidFill>
                <a:effectLst>
                  <a:outerShdw blurRad="38100" dist="38100" dir="2700000" algn="tl">
                    <a:srgbClr val="C0C0C0"/>
                  </a:outerShdw>
                </a:effectLst>
                <a:latin typeface="Arial" charset="0"/>
              </a:rPr>
              <a:t>接口有</a:t>
            </a:r>
            <a:r>
              <a:rPr kumimoji="1" lang="en-US" altLang="zh-CN" sz="2800" b="1" dirty="0">
                <a:solidFill>
                  <a:srgbClr val="002060"/>
                </a:solidFill>
                <a:effectLst>
                  <a:outerShdw blurRad="38100" dist="38100" dir="2700000" algn="tl">
                    <a:srgbClr val="C0C0C0"/>
                  </a:outerShdw>
                </a:effectLst>
                <a:latin typeface="Arial" charset="0"/>
              </a:rPr>
              <a:t>4</a:t>
            </a:r>
            <a:r>
              <a:rPr kumimoji="1" lang="zh-CN" altLang="en-US" sz="2800" b="1" dirty="0">
                <a:solidFill>
                  <a:srgbClr val="002060"/>
                </a:solidFill>
                <a:effectLst>
                  <a:outerShdw blurRad="38100" dist="38100" dir="2700000" algn="tl">
                    <a:srgbClr val="C0C0C0"/>
                  </a:outerShdw>
                </a:effectLst>
                <a:latin typeface="Arial" charset="0"/>
              </a:rPr>
              <a:t>个基本的方法可以使用</a:t>
            </a:r>
            <a:r>
              <a:rPr kumimoji="1" lang="zh-CN" altLang="en-US" sz="2800" b="1" dirty="0">
                <a:solidFill>
                  <a:srgbClr val="002060"/>
                </a:solidFill>
                <a:effectLst>
                  <a:outerShdw blurRad="38100" dist="38100" dir="2700000" algn="tl">
                    <a:srgbClr val="C0C0C0"/>
                  </a:outerShdw>
                </a:effectLst>
                <a:latin typeface="Arial" charset="0"/>
                <a:sym typeface="Wingdings" panose="05000000000000000000" pitchFamily="2" charset="2"/>
              </a:rPr>
              <a:t>：</a:t>
            </a:r>
            <a:endParaRPr kumimoji="1" lang="en-US" altLang="zh-CN" sz="2800" b="1" dirty="0">
              <a:solidFill>
                <a:srgbClr val="002060"/>
              </a:solidFill>
              <a:effectLst>
                <a:outerShdw blurRad="38100" dist="38100" dir="2700000" algn="tl">
                  <a:srgbClr val="C0C0C0"/>
                </a:outerShdw>
              </a:effectLst>
              <a:latin typeface="Arial" charset="0"/>
              <a:sym typeface="Wingdings" panose="05000000000000000000" pitchFamily="2" charset="2"/>
            </a:endParaRPr>
          </a:p>
          <a:p>
            <a:pPr>
              <a:buFont typeface="Arial" charset="0"/>
              <a:buNone/>
              <a:defRPr/>
            </a:pPr>
            <a:r>
              <a:rPr kumimoji="1" lang="zh-CN" altLang="en-US" sz="2800" b="1" dirty="0">
                <a:solidFill>
                  <a:srgbClr val="002060"/>
                </a:solidFill>
                <a:effectLst>
                  <a:outerShdw blurRad="38100" dist="38100" dir="2700000" algn="tl">
                    <a:srgbClr val="C0C0C0"/>
                  </a:outerShdw>
                </a:effectLst>
                <a:latin typeface="Arial" charset="0"/>
                <a:sym typeface="Wingdings" panose="05000000000000000000" pitchFamily="2" charset="2"/>
              </a:rPr>
              <a:t>（</a:t>
            </a:r>
            <a:r>
              <a:rPr kumimoji="1" lang="en-US" altLang="zh-CN" sz="2800" b="1" dirty="0">
                <a:solidFill>
                  <a:srgbClr val="002060"/>
                </a:solidFill>
                <a:effectLst>
                  <a:outerShdw blurRad="38100" dist="38100" dir="2700000" algn="tl">
                    <a:srgbClr val="C0C0C0"/>
                  </a:outerShdw>
                </a:effectLst>
                <a:latin typeface="Arial" charset="0"/>
                <a:sym typeface="Wingdings" panose="05000000000000000000" pitchFamily="2" charset="2"/>
              </a:rPr>
              <a:t>1</a:t>
            </a:r>
            <a:r>
              <a:rPr kumimoji="1" lang="zh-CN" altLang="en-US" sz="2800" b="1" dirty="0">
                <a:solidFill>
                  <a:srgbClr val="002060"/>
                </a:solidFill>
                <a:effectLst>
                  <a:outerShdw blurRad="38100" dist="38100" dir="2700000" algn="tl">
                    <a:srgbClr val="C0C0C0"/>
                  </a:outerShdw>
                </a:effectLst>
                <a:latin typeface="Arial" charset="0"/>
                <a:sym typeface="Wingdings" panose="05000000000000000000" pitchFamily="2" charset="2"/>
              </a:rPr>
              <a:t>）</a:t>
            </a:r>
            <a:r>
              <a:rPr kumimoji="1" lang="en-US" altLang="zh-CN" sz="2800" b="1" dirty="0" err="1">
                <a:solidFill>
                  <a:srgbClr val="002060"/>
                </a:solidFill>
                <a:effectLst>
                  <a:outerShdw blurRad="38100" dist="38100" dir="2700000" algn="tl">
                    <a:srgbClr val="C0C0C0"/>
                  </a:outerShdw>
                </a:effectLst>
                <a:latin typeface="Arial" charset="0"/>
              </a:rPr>
              <a:t>executeQuery</a:t>
            </a:r>
            <a:r>
              <a:rPr kumimoji="1" lang="en-US" altLang="zh-CN" sz="2800" b="1" dirty="0">
                <a:solidFill>
                  <a:srgbClr val="002060"/>
                </a:solidFill>
                <a:effectLst>
                  <a:outerShdw blurRad="38100" dist="38100" dir="2700000" algn="tl">
                    <a:srgbClr val="C0C0C0"/>
                  </a:outerShdw>
                </a:effectLst>
                <a:latin typeface="Arial" charset="0"/>
              </a:rPr>
              <a:t> </a:t>
            </a:r>
            <a:r>
              <a:rPr kumimoji="1" lang="zh-CN" altLang="en-US" sz="2800" b="1" dirty="0">
                <a:solidFill>
                  <a:srgbClr val="002060"/>
                </a:solidFill>
                <a:effectLst>
                  <a:outerShdw blurRad="38100" dist="38100" dir="2700000" algn="tl">
                    <a:srgbClr val="C0C0C0"/>
                  </a:outerShdw>
                </a:effectLst>
                <a:latin typeface="Arial" charset="0"/>
              </a:rPr>
              <a:t> ：用于执行查询语句；</a:t>
            </a:r>
            <a:endParaRPr kumimoji="1" lang="en-US" altLang="zh-CN" sz="2800" b="1" dirty="0">
              <a:solidFill>
                <a:srgbClr val="002060"/>
              </a:solidFill>
              <a:effectLst>
                <a:outerShdw blurRad="38100" dist="38100" dir="2700000" algn="tl">
                  <a:srgbClr val="C0C0C0"/>
                </a:outerShdw>
              </a:effectLst>
              <a:latin typeface="Arial" charset="0"/>
            </a:endParaRPr>
          </a:p>
          <a:p>
            <a:pPr>
              <a:buFont typeface="Arial" charset="0"/>
              <a:buNone/>
              <a:defRPr/>
            </a:pPr>
            <a:r>
              <a:rPr kumimoji="1" lang="zh-CN" altLang="en-US" sz="2800" b="1" dirty="0">
                <a:solidFill>
                  <a:srgbClr val="002060"/>
                </a:solidFill>
                <a:effectLst>
                  <a:outerShdw blurRad="38100" dist="38100" dir="2700000" algn="tl">
                    <a:srgbClr val="C0C0C0"/>
                  </a:outerShdw>
                </a:effectLst>
                <a:latin typeface="Arial" charset="0"/>
              </a:rPr>
              <a:t>（</a:t>
            </a:r>
            <a:r>
              <a:rPr kumimoji="1" lang="en-US" altLang="zh-CN" sz="2800" b="1" dirty="0">
                <a:solidFill>
                  <a:srgbClr val="002060"/>
                </a:solidFill>
                <a:effectLst>
                  <a:outerShdw blurRad="38100" dist="38100" dir="2700000" algn="tl">
                    <a:srgbClr val="C0C0C0"/>
                  </a:outerShdw>
                </a:effectLst>
                <a:latin typeface="Arial" charset="0"/>
              </a:rPr>
              <a:t>2</a:t>
            </a:r>
            <a:r>
              <a:rPr kumimoji="1" lang="zh-CN" altLang="en-US" sz="2800" b="1" dirty="0">
                <a:solidFill>
                  <a:srgbClr val="002060"/>
                </a:solidFill>
                <a:effectLst>
                  <a:outerShdw blurRad="38100" dist="38100" dir="2700000" algn="tl">
                    <a:srgbClr val="C0C0C0"/>
                  </a:outerShdw>
                </a:effectLst>
                <a:latin typeface="Arial" charset="0"/>
              </a:rPr>
              <a:t>）</a:t>
            </a:r>
            <a:r>
              <a:rPr kumimoji="1" lang="en-US" altLang="zh-CN" sz="2800" b="1" dirty="0" err="1">
                <a:solidFill>
                  <a:srgbClr val="002060"/>
                </a:solidFill>
                <a:effectLst>
                  <a:outerShdw blurRad="38100" dist="38100" dir="2700000" algn="tl">
                    <a:srgbClr val="C0C0C0"/>
                  </a:outerShdw>
                </a:effectLst>
                <a:latin typeface="Arial" charset="0"/>
              </a:rPr>
              <a:t>executeUpdate</a:t>
            </a:r>
            <a:r>
              <a:rPr kumimoji="1" lang="en-US" altLang="zh-CN" sz="2800" b="1" dirty="0">
                <a:solidFill>
                  <a:srgbClr val="002060"/>
                </a:solidFill>
                <a:effectLst>
                  <a:outerShdw blurRad="38100" dist="38100" dir="2700000" algn="tl">
                    <a:srgbClr val="C0C0C0"/>
                  </a:outerShdw>
                </a:effectLst>
                <a:latin typeface="Arial" charset="0"/>
              </a:rPr>
              <a:t>  </a:t>
            </a:r>
            <a:r>
              <a:rPr kumimoji="1" lang="zh-CN" altLang="en-US" sz="2800" b="1" dirty="0">
                <a:solidFill>
                  <a:srgbClr val="002060"/>
                </a:solidFill>
                <a:effectLst>
                  <a:outerShdw blurRad="38100" dist="38100" dir="2700000" algn="tl">
                    <a:srgbClr val="C0C0C0"/>
                  </a:outerShdw>
                </a:effectLst>
                <a:latin typeface="Arial" charset="0"/>
              </a:rPr>
              <a:t>：用于执行更新语句 。</a:t>
            </a:r>
          </a:p>
        </p:txBody>
      </p:sp>
      <p:sp>
        <p:nvSpPr>
          <p:cNvPr id="7" name="矩形 6">
            <a:extLst>
              <a:ext uri="{FF2B5EF4-FFF2-40B4-BE49-F238E27FC236}">
                <a16:creationId xmlns:a16="http://schemas.microsoft.com/office/drawing/2014/main" id="{80ED0458-8C16-B181-0CB6-F84D509488F3}"/>
              </a:ext>
            </a:extLst>
          </p:cNvPr>
          <p:cNvSpPr/>
          <p:nvPr/>
        </p:nvSpPr>
        <p:spPr>
          <a:xfrm>
            <a:off x="1346200" y="1052513"/>
            <a:ext cx="2236788" cy="604837"/>
          </a:xfrm>
          <a:prstGeom prst="rect">
            <a:avLst/>
          </a:prstGeom>
        </p:spPr>
        <p:txBody>
          <a:bodyPr wrap="none">
            <a:spAutoFit/>
          </a:bodyPr>
          <a:lstStyle/>
          <a:p>
            <a:pPr eaLnBrk="1" hangingPunct="1">
              <a:lnSpc>
                <a:spcPct val="120000"/>
              </a:lnSpc>
              <a:spcBef>
                <a:spcPct val="40000"/>
              </a:spcBef>
              <a:buFont typeface="Arial" charset="0"/>
              <a:buNone/>
              <a:defRPr/>
            </a:pP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4.</a:t>
            </a: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操作数据</a:t>
            </a:r>
            <a:endPar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2D6615C2-A84D-151F-DD49-EFC64EC04E8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5" name="矩形 4">
            <a:extLst>
              <a:ext uri="{FF2B5EF4-FFF2-40B4-BE49-F238E27FC236}">
                <a16:creationId xmlns:a16="http://schemas.microsoft.com/office/drawing/2014/main" id="{F2769984-7344-8A15-69F7-4CC2EAE13011}"/>
              </a:ext>
            </a:extLst>
          </p:cNvPr>
          <p:cNvSpPr/>
          <p:nvPr/>
        </p:nvSpPr>
        <p:spPr>
          <a:xfrm>
            <a:off x="1457325" y="1052513"/>
            <a:ext cx="3057525" cy="604837"/>
          </a:xfrm>
          <a:prstGeom prst="rect">
            <a:avLst/>
          </a:prstGeom>
        </p:spPr>
        <p:txBody>
          <a:bodyPr wrap="none">
            <a:spAutoFit/>
          </a:bodyPr>
          <a:lstStyle/>
          <a:p>
            <a:pPr eaLnBrk="1" hangingPunct="1">
              <a:lnSpc>
                <a:spcPct val="120000"/>
              </a:lnSpc>
              <a:spcBef>
                <a:spcPct val="40000"/>
              </a:spcBef>
              <a:buFont typeface="Arial" charset="0"/>
              <a:buNone/>
              <a:defRPr/>
            </a:pP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5.</a:t>
            </a: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获取返回结果</a:t>
            </a:r>
            <a:endPar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endParaRPr>
          </a:p>
        </p:txBody>
      </p:sp>
      <p:sp>
        <p:nvSpPr>
          <p:cNvPr id="7" name="Text Box 2">
            <a:extLst>
              <a:ext uri="{FF2B5EF4-FFF2-40B4-BE49-F238E27FC236}">
                <a16:creationId xmlns:a16="http://schemas.microsoft.com/office/drawing/2014/main" id="{76653C9A-54C9-AEA2-CF58-2C49174993E2}"/>
              </a:ext>
            </a:extLst>
          </p:cNvPr>
          <p:cNvSpPr txBox="1">
            <a:spLocks noChangeArrowheads="1"/>
          </p:cNvSpPr>
          <p:nvPr/>
        </p:nvSpPr>
        <p:spPr bwMode="auto">
          <a:xfrm>
            <a:off x="431800" y="1989138"/>
            <a:ext cx="11088688" cy="384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fontAlgn="base">
              <a:defRPr kumimoji="1" sz="2400">
                <a:solidFill>
                  <a:schemeClr val="tx1"/>
                </a:solidFill>
                <a:latin typeface="Times New Roman" pitchFamily="18" charset="0"/>
                <a:ea typeface="宋体" pitchFamily="2" charset="-122"/>
              </a:defRPr>
            </a:lvl1pPr>
            <a:lvl2pPr marL="914400" indent="-457200" algn="l" fontAlgn="base">
              <a:defRPr kumimoji="1" sz="2400">
                <a:solidFill>
                  <a:schemeClr val="tx1"/>
                </a:solidFill>
                <a:latin typeface="Times New Roman" pitchFamily="18" charset="0"/>
                <a:ea typeface="宋体" pitchFamily="2" charset="-122"/>
              </a:defRPr>
            </a:lvl2pPr>
            <a:lvl3pPr marL="1371600" indent="-457200" algn="l" fontAlgn="base">
              <a:defRPr kumimoji="1" sz="2400">
                <a:solidFill>
                  <a:schemeClr val="tx1"/>
                </a:solidFill>
                <a:latin typeface="Times New Roman" pitchFamily="18" charset="0"/>
                <a:ea typeface="宋体" pitchFamily="2" charset="-122"/>
              </a:defRPr>
            </a:lvl3pPr>
            <a:lvl4pPr marL="1828800" indent="-457200" algn="l" fontAlgn="base">
              <a:defRPr kumimoji="1" sz="2400">
                <a:solidFill>
                  <a:schemeClr val="tx1"/>
                </a:solidFill>
                <a:latin typeface="Times New Roman" pitchFamily="18" charset="0"/>
                <a:ea typeface="宋体" pitchFamily="2" charset="-122"/>
              </a:defRPr>
            </a:lvl4pPr>
            <a:lvl5pPr marL="2286000" indent="-457200" algn="l" fontAlgn="base">
              <a:defRPr kumimoji="1" sz="2400">
                <a:solidFill>
                  <a:schemeClr val="tx1"/>
                </a:solidFill>
                <a:latin typeface="Times New Roman" pitchFamily="18" charset="0"/>
                <a:ea typeface="宋体" pitchFamily="2" charset="-122"/>
              </a:defRPr>
            </a:lvl5pPr>
            <a:lvl6pPr marL="2743200" indent="-457200" fontAlgn="base">
              <a:spcBef>
                <a:spcPct val="0"/>
              </a:spcBef>
              <a:spcAft>
                <a:spcPct val="0"/>
              </a:spcAft>
              <a:defRPr kumimoji="1" sz="2400">
                <a:solidFill>
                  <a:schemeClr val="tx1"/>
                </a:solidFill>
                <a:latin typeface="Times New Roman" pitchFamily="18" charset="0"/>
                <a:ea typeface="宋体" pitchFamily="2" charset="-122"/>
              </a:defRPr>
            </a:lvl6pPr>
            <a:lvl7pPr marL="3200400" indent="-457200" fontAlgn="base">
              <a:spcBef>
                <a:spcPct val="0"/>
              </a:spcBef>
              <a:spcAft>
                <a:spcPct val="0"/>
              </a:spcAft>
              <a:defRPr kumimoji="1" sz="2400">
                <a:solidFill>
                  <a:schemeClr val="tx1"/>
                </a:solidFill>
                <a:latin typeface="Times New Roman" pitchFamily="18" charset="0"/>
                <a:ea typeface="宋体" pitchFamily="2" charset="-122"/>
              </a:defRPr>
            </a:lvl7pPr>
            <a:lvl8pPr marL="3657600" indent="-457200" fontAlgn="base">
              <a:spcBef>
                <a:spcPct val="0"/>
              </a:spcBef>
              <a:spcAft>
                <a:spcPct val="0"/>
              </a:spcAft>
              <a:defRPr kumimoji="1" sz="2400">
                <a:solidFill>
                  <a:schemeClr val="tx1"/>
                </a:solidFill>
                <a:latin typeface="Times New Roman" pitchFamily="18" charset="0"/>
                <a:ea typeface="宋体" pitchFamily="2" charset="-122"/>
              </a:defRPr>
            </a:lvl8pPr>
            <a:lvl9pPr marL="411480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fontAlgn="ctr">
              <a:buFontTx/>
              <a:buAutoNum type="arabicParenBoth"/>
              <a:defRPr/>
            </a:pPr>
            <a:r>
              <a:rPr lang="en-US" altLang="zh-CN" sz="2800" b="1" dirty="0" err="1">
                <a:solidFill>
                  <a:srgbClr val="002060"/>
                </a:solidFill>
                <a:effectLst>
                  <a:outerShdw blurRad="38100" dist="38100" dir="2700000" algn="tl">
                    <a:srgbClr val="C0C0C0"/>
                  </a:outerShdw>
                </a:effectLst>
              </a:rPr>
              <a:t>executeQuery</a:t>
            </a:r>
            <a:r>
              <a:rPr lang="en-US" altLang="zh-CN" sz="2800" b="1" dirty="0">
                <a:solidFill>
                  <a:srgbClr val="002060"/>
                </a:solidFill>
                <a:effectLst>
                  <a:outerShdw blurRad="38100" dist="38100" dir="2700000" algn="tl">
                    <a:srgbClr val="C0C0C0"/>
                  </a:outerShdw>
                </a:effectLst>
              </a:rPr>
              <a:t>()</a:t>
            </a:r>
            <a:r>
              <a:rPr lang="zh-CN" altLang="en-US" sz="2800" b="1" dirty="0">
                <a:solidFill>
                  <a:srgbClr val="002060"/>
                </a:solidFill>
                <a:effectLst>
                  <a:outerShdw blurRad="38100" dist="38100" dir="2700000" algn="tl">
                    <a:srgbClr val="C0C0C0"/>
                  </a:outerShdw>
                </a:effectLst>
              </a:rPr>
              <a:t>：用于执行产生单个结果集的</a:t>
            </a:r>
            <a:r>
              <a:rPr lang="en-US" altLang="zh-CN" sz="2800" b="1" dirty="0">
                <a:solidFill>
                  <a:srgbClr val="002060"/>
                </a:solidFill>
                <a:effectLst>
                  <a:outerShdw blurRad="38100" dist="38100" dir="2700000" algn="tl">
                    <a:srgbClr val="C0C0C0"/>
                  </a:outerShdw>
                </a:effectLst>
              </a:rPr>
              <a:t>SQL</a:t>
            </a:r>
            <a:r>
              <a:rPr lang="zh-CN" altLang="en-US" sz="2800" b="1" dirty="0">
                <a:solidFill>
                  <a:srgbClr val="002060"/>
                </a:solidFill>
                <a:effectLst>
                  <a:outerShdw blurRad="38100" dist="38100" dir="2700000" algn="tl">
                    <a:srgbClr val="C0C0C0"/>
                  </a:outerShdw>
                </a:effectLst>
              </a:rPr>
              <a:t>语句，返回的是查询的结果集。</a:t>
            </a:r>
          </a:p>
          <a:p>
            <a:pPr fontAlgn="ctr">
              <a:buFont typeface="Arial" charset="0"/>
              <a:buNone/>
              <a:defRPr/>
            </a:pPr>
            <a:endParaRPr lang="zh-CN" altLang="en-US" sz="2800" b="1" dirty="0">
              <a:solidFill>
                <a:srgbClr val="002060"/>
              </a:solidFill>
              <a:effectLst>
                <a:outerShdw blurRad="38100" dist="38100" dir="2700000" algn="tl">
                  <a:srgbClr val="C0C0C0"/>
                </a:outerShdw>
              </a:effectLst>
            </a:endParaRPr>
          </a:p>
          <a:p>
            <a:pPr fontAlgn="ctr">
              <a:buFont typeface="Arial" charset="0"/>
              <a:buNone/>
              <a:defRPr/>
            </a:pPr>
            <a:r>
              <a:rPr lang="en-US" altLang="zh-CN" sz="2800" b="1" dirty="0">
                <a:solidFill>
                  <a:srgbClr val="002060"/>
                </a:solidFill>
                <a:effectLst>
                  <a:outerShdw blurRad="38100" dist="38100" dir="2700000" algn="tl">
                    <a:srgbClr val="C0C0C0"/>
                  </a:outerShdw>
                </a:effectLst>
              </a:rPr>
              <a:t>(2) </a:t>
            </a:r>
            <a:r>
              <a:rPr lang="en-US" altLang="zh-CN" sz="2800" b="1" dirty="0" err="1">
                <a:solidFill>
                  <a:srgbClr val="002060"/>
                </a:solidFill>
                <a:effectLst>
                  <a:outerShdw blurRad="38100" dist="38100" dir="2700000" algn="tl">
                    <a:srgbClr val="C0C0C0"/>
                  </a:outerShdw>
                </a:effectLst>
              </a:rPr>
              <a:t>executeUpdate</a:t>
            </a:r>
            <a:r>
              <a:rPr lang="en-US" altLang="zh-CN" sz="2800" b="1" dirty="0">
                <a:solidFill>
                  <a:srgbClr val="002060"/>
                </a:solidFill>
                <a:effectLst>
                  <a:outerShdw blurRad="38100" dist="38100" dir="2700000" algn="tl">
                    <a:srgbClr val="C0C0C0"/>
                  </a:outerShdw>
                </a:effectLst>
              </a:rPr>
              <a:t>()</a:t>
            </a:r>
            <a:r>
              <a:rPr lang="zh-CN" altLang="en-US" sz="2800" b="1" dirty="0">
                <a:solidFill>
                  <a:srgbClr val="002060"/>
                </a:solidFill>
                <a:effectLst>
                  <a:outerShdw blurRad="38100" dist="38100" dir="2700000" algn="tl">
                    <a:srgbClr val="C0C0C0"/>
                  </a:outerShdw>
                </a:effectLst>
              </a:rPr>
              <a:t>：用于执行</a:t>
            </a:r>
            <a:r>
              <a:rPr lang="en-US" altLang="zh-CN" sz="2800" b="1" dirty="0">
                <a:solidFill>
                  <a:srgbClr val="002060"/>
                </a:solidFill>
                <a:effectLst>
                  <a:outerShdw blurRad="38100" dist="38100" dir="2700000" algn="tl">
                    <a:srgbClr val="C0C0C0"/>
                  </a:outerShdw>
                </a:effectLst>
              </a:rPr>
              <a:t>INSERT</a:t>
            </a:r>
            <a:r>
              <a:rPr lang="zh-CN" altLang="en-US" sz="2800" b="1" dirty="0">
                <a:solidFill>
                  <a:srgbClr val="002060"/>
                </a:solidFill>
                <a:effectLst>
                  <a:outerShdw blurRad="38100" dist="38100" dir="2700000" algn="tl">
                    <a:srgbClr val="C0C0C0"/>
                  </a:outerShdw>
                </a:effectLst>
              </a:rPr>
              <a:t>、</a:t>
            </a:r>
            <a:r>
              <a:rPr lang="en-US" altLang="zh-CN" sz="2800" b="1" dirty="0">
                <a:solidFill>
                  <a:srgbClr val="002060"/>
                </a:solidFill>
                <a:effectLst>
                  <a:outerShdw blurRad="38100" dist="38100" dir="2700000" algn="tl">
                    <a:srgbClr val="C0C0C0"/>
                  </a:outerShdw>
                </a:effectLst>
              </a:rPr>
              <a:t>UPDTE</a:t>
            </a:r>
            <a:r>
              <a:rPr lang="zh-CN" altLang="en-US" sz="2800" b="1" dirty="0">
                <a:solidFill>
                  <a:srgbClr val="002060"/>
                </a:solidFill>
                <a:effectLst>
                  <a:outerShdw blurRad="38100" dist="38100" dir="2700000" algn="tl">
                    <a:srgbClr val="C0C0C0"/>
                  </a:outerShdw>
                </a:effectLst>
              </a:rPr>
              <a:t>或</a:t>
            </a:r>
            <a:r>
              <a:rPr lang="en-US" altLang="zh-CN" sz="2800" b="1" dirty="0">
                <a:solidFill>
                  <a:srgbClr val="002060"/>
                </a:solidFill>
                <a:effectLst>
                  <a:outerShdw blurRad="38100" dist="38100" dir="2700000" algn="tl">
                    <a:srgbClr val="C0C0C0"/>
                  </a:outerShdw>
                </a:effectLst>
              </a:rPr>
              <a:t>DELETE</a:t>
            </a:r>
            <a:r>
              <a:rPr lang="zh-CN" altLang="en-US" sz="2800" b="1" dirty="0">
                <a:solidFill>
                  <a:srgbClr val="002060"/>
                </a:solidFill>
                <a:effectLst>
                  <a:outerShdw blurRad="38100" dist="38100" dir="2700000" algn="tl">
                    <a:srgbClr val="C0C0C0"/>
                  </a:outerShdw>
                </a:effectLst>
              </a:rPr>
              <a:t>语句以及数据定义语句，如</a:t>
            </a:r>
            <a:r>
              <a:rPr lang="en-US" altLang="zh-CN" sz="2800" b="1" dirty="0">
                <a:solidFill>
                  <a:srgbClr val="002060"/>
                </a:solidFill>
                <a:effectLst>
                  <a:outerShdw blurRad="38100" dist="38100" dir="2700000" algn="tl">
                    <a:srgbClr val="C0C0C0"/>
                  </a:outerShdw>
                </a:effectLst>
              </a:rPr>
              <a:t>CREATE TABLE</a:t>
            </a:r>
            <a:r>
              <a:rPr lang="zh-CN" altLang="en-US" sz="2800" b="1" dirty="0">
                <a:solidFill>
                  <a:srgbClr val="002060"/>
                </a:solidFill>
                <a:effectLst>
                  <a:outerShdw blurRad="38100" dist="38100" dir="2700000" algn="tl">
                    <a:srgbClr val="C0C0C0"/>
                  </a:outerShdw>
                </a:effectLst>
              </a:rPr>
              <a:t>和</a:t>
            </a:r>
            <a:r>
              <a:rPr lang="en-US" altLang="zh-CN" sz="2800" b="1" dirty="0">
                <a:solidFill>
                  <a:srgbClr val="002060"/>
                </a:solidFill>
                <a:effectLst>
                  <a:outerShdw blurRad="38100" dist="38100" dir="2700000" algn="tl">
                    <a:srgbClr val="C0C0C0"/>
                  </a:outerShdw>
                </a:effectLst>
              </a:rPr>
              <a:t>DROP TABLE</a:t>
            </a:r>
            <a:r>
              <a:rPr lang="zh-CN" altLang="en-US" sz="2800" b="1" dirty="0">
                <a:solidFill>
                  <a:srgbClr val="002060"/>
                </a:solidFill>
                <a:effectLst>
                  <a:outerShdw blurRad="38100" dist="38100" dir="2700000" algn="tl">
                    <a:srgbClr val="C0C0C0"/>
                  </a:outerShdw>
                </a:effectLst>
              </a:rPr>
              <a:t>等。</a:t>
            </a:r>
            <a:r>
              <a:rPr lang="en-US" altLang="zh-CN" sz="2800" b="1" dirty="0" err="1">
                <a:solidFill>
                  <a:srgbClr val="002060"/>
                </a:solidFill>
                <a:effectLst>
                  <a:outerShdw blurRad="38100" dist="38100" dir="2700000" algn="tl">
                    <a:srgbClr val="C0C0C0"/>
                  </a:outerShdw>
                </a:effectLst>
              </a:rPr>
              <a:t>executeUpdate</a:t>
            </a:r>
            <a:r>
              <a:rPr lang="zh-CN" altLang="en-US" sz="2800" b="1" dirty="0">
                <a:solidFill>
                  <a:srgbClr val="002060"/>
                </a:solidFill>
                <a:effectLst>
                  <a:outerShdw blurRad="38100" dist="38100" dir="2700000" algn="tl">
                    <a:srgbClr val="C0C0C0"/>
                  </a:outerShdw>
                </a:effectLst>
              </a:rPr>
              <a:t>的返回值是一个整数，表示受影响的行数。对于数据定义语句的返回值为零。</a:t>
            </a:r>
          </a:p>
          <a:p>
            <a:pPr fontAlgn="ctr">
              <a:buFont typeface="Arial" charset="0"/>
              <a:buNone/>
              <a:defRPr/>
            </a:pPr>
            <a:r>
              <a:rPr lang="zh-CN" altLang="en-US" dirty="0">
                <a:solidFill>
                  <a:schemeClr val="accent2"/>
                </a:solidFill>
                <a:effectLst>
                  <a:outerShdw blurRad="38100" dist="38100" dir="2700000" algn="tl">
                    <a:srgbClr val="C0C0C0"/>
                  </a:outerShdw>
                </a:effectLst>
              </a:rPr>
              <a:t> </a:t>
            </a:r>
          </a:p>
          <a:p>
            <a:pPr fontAlgn="ctr">
              <a:buFont typeface="Arial" charset="0"/>
              <a:buNone/>
              <a:defRPr/>
            </a:pPr>
            <a:endParaRPr lang="en-US" altLang="zh-CN" dirty="0">
              <a:solidFill>
                <a:schemeClr val="accent2"/>
              </a:solidFill>
              <a:effectLst>
                <a:outerShdw blurRad="38100" dist="38100" dir="2700000" algn="tl">
                  <a:srgbClr val="C0C0C0"/>
                </a:outerShdw>
              </a:effectLst>
            </a:endParaRPr>
          </a:p>
        </p:txBody>
      </p:sp>
    </p:spTree>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701ED7F-E0DE-CE49-564B-76959931AF18}"/>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8" name="矩形 7">
            <a:extLst>
              <a:ext uri="{FF2B5EF4-FFF2-40B4-BE49-F238E27FC236}">
                <a16:creationId xmlns:a16="http://schemas.microsoft.com/office/drawing/2014/main" id="{BAA5AAAB-7E6B-9659-44C5-837782DCF8A9}"/>
              </a:ext>
            </a:extLst>
          </p:cNvPr>
          <p:cNvSpPr/>
          <p:nvPr/>
        </p:nvSpPr>
        <p:spPr>
          <a:xfrm>
            <a:off x="1530350" y="1052513"/>
            <a:ext cx="2236788" cy="604837"/>
          </a:xfrm>
          <a:prstGeom prst="rect">
            <a:avLst/>
          </a:prstGeom>
        </p:spPr>
        <p:txBody>
          <a:bodyPr wrap="none">
            <a:spAutoFit/>
          </a:bodyPr>
          <a:lstStyle/>
          <a:p>
            <a:pPr eaLnBrk="1" hangingPunct="1">
              <a:lnSpc>
                <a:spcPct val="120000"/>
              </a:lnSpc>
              <a:spcBef>
                <a:spcPct val="40000"/>
              </a:spcBef>
              <a:buFont typeface="Arial" charset="0"/>
              <a:buNone/>
              <a:defRPr/>
            </a:pPr>
            <a:r>
              <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rPr>
              <a:t>6.</a:t>
            </a:r>
            <a:r>
              <a:rPr kumimoji="1" lang="zh-CN" altLang="en-US" sz="3200" b="1" dirty="0">
                <a:solidFill>
                  <a:schemeClr val="accent2"/>
                </a:solidFill>
                <a:effectLst>
                  <a:outerShdw blurRad="38100" dist="38100" dir="2700000" algn="tl">
                    <a:srgbClr val="C0C0C0"/>
                  </a:outerShdw>
                </a:effectLst>
                <a:latin typeface="楷体_GB2312" pitchFamily="49" charset="-122"/>
                <a:ea typeface="楷体_GB2312" pitchFamily="49" charset="-122"/>
              </a:rPr>
              <a:t>关闭对象</a:t>
            </a:r>
            <a:endParaRPr kumimoji="1" lang="en-US" altLang="zh-CN" sz="3200" b="1" dirty="0">
              <a:solidFill>
                <a:schemeClr val="accent2"/>
              </a:solidFill>
              <a:effectLst>
                <a:outerShdw blurRad="38100" dist="38100" dir="2700000" algn="tl">
                  <a:srgbClr val="C0C0C0"/>
                </a:outerShdw>
              </a:effectLst>
              <a:latin typeface="楷体_GB2312" pitchFamily="49" charset="-122"/>
              <a:ea typeface="楷体_GB2312" pitchFamily="49" charset="-122"/>
            </a:endParaRPr>
          </a:p>
        </p:txBody>
      </p:sp>
      <p:sp>
        <p:nvSpPr>
          <p:cNvPr id="9" name="Text Box 2">
            <a:extLst>
              <a:ext uri="{FF2B5EF4-FFF2-40B4-BE49-F238E27FC236}">
                <a16:creationId xmlns:a16="http://schemas.microsoft.com/office/drawing/2014/main" id="{417A82F4-BC30-DDE6-8D68-C7EF80D48449}"/>
              </a:ext>
            </a:extLst>
          </p:cNvPr>
          <p:cNvSpPr txBox="1">
            <a:spLocks noChangeArrowheads="1"/>
          </p:cNvSpPr>
          <p:nvPr/>
        </p:nvSpPr>
        <p:spPr bwMode="auto">
          <a:xfrm>
            <a:off x="3146425" y="2349500"/>
            <a:ext cx="3889375"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fontAlgn="base">
              <a:defRPr kumimoji="1" sz="2400">
                <a:solidFill>
                  <a:schemeClr val="tx1"/>
                </a:solidFill>
                <a:latin typeface="Times New Roman" pitchFamily="18" charset="0"/>
                <a:ea typeface="宋体" pitchFamily="2" charset="-122"/>
              </a:defRPr>
            </a:lvl1pPr>
            <a:lvl2pPr marL="914400" indent="-457200" algn="l" fontAlgn="base">
              <a:defRPr kumimoji="1" sz="2400">
                <a:solidFill>
                  <a:schemeClr val="tx1"/>
                </a:solidFill>
                <a:latin typeface="Times New Roman" pitchFamily="18" charset="0"/>
                <a:ea typeface="宋体" pitchFamily="2" charset="-122"/>
              </a:defRPr>
            </a:lvl2pPr>
            <a:lvl3pPr marL="1371600" indent="-457200" algn="l" fontAlgn="base">
              <a:defRPr kumimoji="1" sz="2400">
                <a:solidFill>
                  <a:schemeClr val="tx1"/>
                </a:solidFill>
                <a:latin typeface="Times New Roman" pitchFamily="18" charset="0"/>
                <a:ea typeface="宋体" pitchFamily="2" charset="-122"/>
              </a:defRPr>
            </a:lvl3pPr>
            <a:lvl4pPr marL="1828800" indent="-457200" algn="l" fontAlgn="base">
              <a:defRPr kumimoji="1" sz="2400">
                <a:solidFill>
                  <a:schemeClr val="tx1"/>
                </a:solidFill>
                <a:latin typeface="Times New Roman" pitchFamily="18" charset="0"/>
                <a:ea typeface="宋体" pitchFamily="2" charset="-122"/>
              </a:defRPr>
            </a:lvl4pPr>
            <a:lvl5pPr marL="2286000" indent="-457200" algn="l" fontAlgn="base">
              <a:defRPr kumimoji="1" sz="2400">
                <a:solidFill>
                  <a:schemeClr val="tx1"/>
                </a:solidFill>
                <a:latin typeface="Times New Roman" pitchFamily="18" charset="0"/>
                <a:ea typeface="宋体" pitchFamily="2" charset="-122"/>
              </a:defRPr>
            </a:lvl5pPr>
            <a:lvl6pPr marL="2743200" indent="-457200" fontAlgn="base">
              <a:spcBef>
                <a:spcPct val="0"/>
              </a:spcBef>
              <a:spcAft>
                <a:spcPct val="0"/>
              </a:spcAft>
              <a:defRPr kumimoji="1" sz="2400">
                <a:solidFill>
                  <a:schemeClr val="tx1"/>
                </a:solidFill>
                <a:latin typeface="Times New Roman" pitchFamily="18" charset="0"/>
                <a:ea typeface="宋体" pitchFamily="2" charset="-122"/>
              </a:defRPr>
            </a:lvl6pPr>
            <a:lvl7pPr marL="3200400" indent="-457200" fontAlgn="base">
              <a:spcBef>
                <a:spcPct val="0"/>
              </a:spcBef>
              <a:spcAft>
                <a:spcPct val="0"/>
              </a:spcAft>
              <a:defRPr kumimoji="1" sz="2400">
                <a:solidFill>
                  <a:schemeClr val="tx1"/>
                </a:solidFill>
                <a:latin typeface="Times New Roman" pitchFamily="18" charset="0"/>
                <a:ea typeface="宋体" pitchFamily="2" charset="-122"/>
              </a:defRPr>
            </a:lvl7pPr>
            <a:lvl8pPr marL="3657600" indent="-457200" fontAlgn="base">
              <a:spcBef>
                <a:spcPct val="0"/>
              </a:spcBef>
              <a:spcAft>
                <a:spcPct val="0"/>
              </a:spcAft>
              <a:defRPr kumimoji="1" sz="2400">
                <a:solidFill>
                  <a:schemeClr val="tx1"/>
                </a:solidFill>
                <a:latin typeface="Times New Roman" pitchFamily="18" charset="0"/>
                <a:ea typeface="宋体" pitchFamily="2" charset="-122"/>
              </a:defRPr>
            </a:lvl8pPr>
            <a:lvl9pPr marL="411480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fontAlgn="ctr">
              <a:buFont typeface="Arial" charset="0"/>
              <a:buNone/>
              <a:defRPr/>
            </a:pPr>
            <a:r>
              <a:rPr lang="zh-CN" altLang="en-US" sz="2800" b="1" dirty="0">
                <a:solidFill>
                  <a:srgbClr val="002060"/>
                </a:solidFill>
                <a:effectLst>
                  <a:outerShdw blurRad="38100" dist="38100" dir="2700000" algn="tl">
                    <a:srgbClr val="C0C0C0"/>
                  </a:outerShdw>
                </a:effectLst>
              </a:rPr>
              <a:t>原则：先开后关 </a:t>
            </a:r>
          </a:p>
          <a:p>
            <a:pPr fontAlgn="ctr">
              <a:buFont typeface="Arial" charset="0"/>
              <a:buNone/>
              <a:defRPr/>
            </a:pPr>
            <a:endParaRPr lang="en-US" altLang="zh-CN" dirty="0">
              <a:solidFill>
                <a:schemeClr val="accent2"/>
              </a:solidFill>
              <a:effectLst>
                <a:outerShdw blurRad="38100" dist="38100" dir="2700000" algn="tl">
                  <a:srgbClr val="C0C0C0"/>
                </a:outerShdw>
              </a:effectLst>
            </a:endParaRPr>
          </a:p>
        </p:txBody>
      </p:sp>
    </p:spTree>
  </p:cSld>
  <p:clrMapOvr>
    <a:masterClrMapping/>
  </p:clrMapOvr>
  <p:transition spd="slow">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8DACE1F3-EBF0-2B67-11FA-A524E1CAD066}"/>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8" name="Text Box 2">
            <a:extLst>
              <a:ext uri="{FF2B5EF4-FFF2-40B4-BE49-F238E27FC236}">
                <a16:creationId xmlns:a16="http://schemas.microsoft.com/office/drawing/2014/main" id="{76300565-5FED-0546-04BC-8EC20D8A2B2A}"/>
              </a:ext>
            </a:extLst>
          </p:cNvPr>
          <p:cNvSpPr txBox="1">
            <a:spLocks noChangeArrowheads="1"/>
          </p:cNvSpPr>
          <p:nvPr/>
        </p:nvSpPr>
        <p:spPr bwMode="auto">
          <a:xfrm>
            <a:off x="698500" y="1700213"/>
            <a:ext cx="11085513" cy="403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20000"/>
              </a:lnSpc>
              <a:spcBef>
                <a:spcPct val="40000"/>
              </a:spcBef>
              <a:buFont typeface="Arial" charset="0"/>
              <a:buNone/>
              <a:defRPr/>
            </a:pPr>
            <a:r>
              <a:rPr kumimoji="1" lang="en-US" altLang="zh-CN" sz="3600" b="1" dirty="0" err="1">
                <a:solidFill>
                  <a:srgbClr val="002060"/>
                </a:solidFill>
                <a:effectLst>
                  <a:outerShdw blurRad="38100" dist="38100" dir="2700000" algn="tl">
                    <a:srgbClr val="C0C0C0"/>
                  </a:outerShdw>
                </a:effectLst>
                <a:latin typeface="Arial" charset="0"/>
              </a:rPr>
              <a:t>PreparedStatement</a:t>
            </a:r>
            <a:r>
              <a:rPr kumimoji="1" lang="en-US" altLang="zh-CN" sz="3600" b="1" dirty="0">
                <a:solidFill>
                  <a:srgbClr val="002060"/>
                </a:solidFill>
                <a:effectLst>
                  <a:outerShdw blurRad="38100" dist="38100" dir="2700000" algn="tl">
                    <a:srgbClr val="C0C0C0"/>
                  </a:outerShdw>
                </a:effectLst>
                <a:latin typeface="Arial" charset="0"/>
              </a:rPr>
              <a:t>  </a:t>
            </a:r>
            <a:r>
              <a:rPr kumimoji="1" lang="en-US" altLang="zh-CN" sz="2400" b="1" dirty="0">
                <a:solidFill>
                  <a:srgbClr val="002060"/>
                </a:solidFill>
                <a:effectLst>
                  <a:outerShdw blurRad="38100" dist="38100" dir="2700000" algn="tl">
                    <a:srgbClr val="C0C0C0"/>
                  </a:outerShdw>
                </a:effectLst>
                <a:latin typeface="Arial" charset="0"/>
              </a:rPr>
              <a:t>  </a:t>
            </a:r>
          </a:p>
          <a:p>
            <a:pPr algn="just" eaLnBrk="1" hangingPunct="1">
              <a:lnSpc>
                <a:spcPct val="120000"/>
              </a:lnSpc>
              <a:spcBef>
                <a:spcPct val="40000"/>
              </a:spcBef>
              <a:buFont typeface="Arial" charset="0"/>
              <a:buNone/>
              <a:defRPr/>
            </a:pPr>
            <a:r>
              <a:rPr kumimoji="1" lang="en-US" altLang="zh-CN" sz="2400" b="1" dirty="0">
                <a:solidFill>
                  <a:srgbClr val="002060"/>
                </a:solidFill>
                <a:latin typeface="Arial" charset="0"/>
              </a:rPr>
              <a:t>            </a:t>
            </a:r>
            <a:r>
              <a:rPr kumimoji="1" lang="en-US" altLang="zh-CN" sz="2800" b="1" dirty="0" err="1">
                <a:solidFill>
                  <a:srgbClr val="002060"/>
                </a:solidFill>
                <a:latin typeface="Arial" charset="0"/>
              </a:rPr>
              <a:t>PreparedStatement</a:t>
            </a:r>
            <a:r>
              <a:rPr kumimoji="1" lang="zh-CN" altLang="en-US" sz="2800" b="1" dirty="0">
                <a:solidFill>
                  <a:srgbClr val="002060"/>
                </a:solidFill>
                <a:latin typeface="Arial" charset="0"/>
              </a:rPr>
              <a:t>是</a:t>
            </a:r>
            <a:r>
              <a:rPr kumimoji="1" lang="en-US" altLang="zh-CN" sz="2800" b="1" dirty="0">
                <a:solidFill>
                  <a:srgbClr val="002060"/>
                </a:solidFill>
                <a:latin typeface="Arial" charset="0"/>
              </a:rPr>
              <a:t>Statement</a:t>
            </a:r>
            <a:r>
              <a:rPr kumimoji="1" lang="zh-CN" altLang="en-US" sz="2800" b="1" dirty="0">
                <a:solidFill>
                  <a:srgbClr val="002060"/>
                </a:solidFill>
                <a:latin typeface="Arial" charset="0"/>
              </a:rPr>
              <a:t>的子接口，</a:t>
            </a:r>
            <a:r>
              <a:rPr kumimoji="1" lang="en-US" altLang="zh-CN" sz="2800" b="1" dirty="0" err="1">
                <a:solidFill>
                  <a:srgbClr val="002060"/>
                </a:solidFill>
                <a:latin typeface="Arial" charset="0"/>
              </a:rPr>
              <a:t>PreparedStatement</a:t>
            </a:r>
            <a:r>
              <a:rPr kumimoji="1" lang="zh-CN" altLang="en-US" sz="2800" b="1" dirty="0">
                <a:solidFill>
                  <a:srgbClr val="002060"/>
                </a:solidFill>
                <a:latin typeface="Arial" charset="0"/>
              </a:rPr>
              <a:t>的实例包含已编译的</a:t>
            </a:r>
            <a:r>
              <a:rPr kumimoji="1" lang="en-US" altLang="zh-CN" sz="2800" b="1" dirty="0">
                <a:solidFill>
                  <a:srgbClr val="002060"/>
                </a:solidFill>
                <a:latin typeface="Arial" charset="0"/>
              </a:rPr>
              <a:t>SQL</a:t>
            </a:r>
            <a:r>
              <a:rPr kumimoji="1" lang="zh-CN" altLang="en-US" sz="2800" b="1" dirty="0">
                <a:solidFill>
                  <a:srgbClr val="002060"/>
                </a:solidFill>
                <a:latin typeface="Arial" charset="0"/>
              </a:rPr>
              <a:t>语句。由于</a:t>
            </a:r>
            <a:r>
              <a:rPr kumimoji="1" lang="en-US" altLang="zh-CN" sz="2800" b="1" dirty="0" err="1">
                <a:solidFill>
                  <a:srgbClr val="002060"/>
                </a:solidFill>
                <a:latin typeface="Arial" charset="0"/>
              </a:rPr>
              <a:t>PreparedStatement</a:t>
            </a:r>
            <a:r>
              <a:rPr kumimoji="1" lang="zh-CN" altLang="en-US" sz="2800" b="1" dirty="0">
                <a:solidFill>
                  <a:srgbClr val="002060"/>
                </a:solidFill>
                <a:latin typeface="Arial" charset="0"/>
              </a:rPr>
              <a:t>对象已预编译过，所以其执行速度要快于</a:t>
            </a:r>
            <a:r>
              <a:rPr kumimoji="1" lang="en-US" altLang="zh-CN" sz="2800" b="1" dirty="0">
                <a:solidFill>
                  <a:srgbClr val="002060"/>
                </a:solidFill>
                <a:latin typeface="Arial" charset="0"/>
              </a:rPr>
              <a:t>Statement</a:t>
            </a:r>
            <a:r>
              <a:rPr kumimoji="1" lang="zh-CN" altLang="en-US" sz="2800" b="1" dirty="0">
                <a:solidFill>
                  <a:srgbClr val="002060"/>
                </a:solidFill>
                <a:latin typeface="Arial" charset="0"/>
              </a:rPr>
              <a:t>对象。因此，多次执行的</a:t>
            </a:r>
            <a:r>
              <a:rPr kumimoji="1" lang="en-US" altLang="zh-CN" sz="2800" b="1" dirty="0">
                <a:solidFill>
                  <a:srgbClr val="002060"/>
                </a:solidFill>
                <a:latin typeface="Arial" charset="0"/>
              </a:rPr>
              <a:t>SQL</a:t>
            </a:r>
            <a:r>
              <a:rPr kumimoji="1" lang="zh-CN" altLang="en-US" sz="2800" b="1" dirty="0">
                <a:solidFill>
                  <a:srgbClr val="002060"/>
                </a:solidFill>
                <a:latin typeface="Arial" charset="0"/>
              </a:rPr>
              <a:t>语句经常创建为</a:t>
            </a:r>
            <a:r>
              <a:rPr kumimoji="1" lang="en-US" altLang="zh-CN" sz="2800" b="1" dirty="0" err="1">
                <a:solidFill>
                  <a:srgbClr val="002060"/>
                </a:solidFill>
                <a:latin typeface="Arial" charset="0"/>
              </a:rPr>
              <a:t>PreparedStatement</a:t>
            </a:r>
            <a:r>
              <a:rPr kumimoji="1" lang="zh-CN" altLang="en-US" sz="2800" b="1" dirty="0">
                <a:solidFill>
                  <a:srgbClr val="002060"/>
                </a:solidFill>
                <a:latin typeface="Arial" charset="0"/>
              </a:rPr>
              <a:t>对象，以提高效率。另外，</a:t>
            </a:r>
            <a:r>
              <a:rPr kumimoji="1" lang="en-US" altLang="zh-CN" sz="2800" b="1" dirty="0">
                <a:solidFill>
                  <a:srgbClr val="002060"/>
                </a:solidFill>
                <a:latin typeface="Arial" charset="0"/>
              </a:rPr>
              <a:t> </a:t>
            </a:r>
            <a:r>
              <a:rPr kumimoji="1" lang="en-US" altLang="zh-CN" sz="2800" b="1" dirty="0" err="1">
                <a:solidFill>
                  <a:srgbClr val="002060"/>
                </a:solidFill>
                <a:latin typeface="Arial" charset="0"/>
              </a:rPr>
              <a:t>PreparedStatement</a:t>
            </a:r>
            <a:r>
              <a:rPr kumimoji="1" lang="zh-CN" altLang="en-US" sz="2800" b="1" dirty="0">
                <a:solidFill>
                  <a:srgbClr val="002060"/>
                </a:solidFill>
                <a:latin typeface="Arial" charset="0"/>
              </a:rPr>
              <a:t>对象可以防止</a:t>
            </a:r>
            <a:r>
              <a:rPr kumimoji="1" lang="en-US" altLang="zh-CN" sz="2800" b="1" dirty="0">
                <a:solidFill>
                  <a:srgbClr val="002060"/>
                </a:solidFill>
                <a:latin typeface="Arial" charset="0"/>
              </a:rPr>
              <a:t>SQL</a:t>
            </a:r>
            <a:r>
              <a:rPr kumimoji="1" lang="zh-CN" altLang="en-US" sz="2800" b="1" dirty="0">
                <a:solidFill>
                  <a:srgbClr val="002060"/>
                </a:solidFill>
                <a:latin typeface="Arial" charset="0"/>
              </a:rPr>
              <a:t>注入。</a:t>
            </a:r>
          </a:p>
        </p:txBody>
      </p:sp>
    </p:spTree>
  </p:cSld>
  <p:clrMapOvr>
    <a:masterClrMapping/>
  </p:clrMapOvr>
  <p:transition spd="slow">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AD4ED8DF-1C67-7AA0-3B1F-A0E3D0D1DCF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8" name="矩形 7">
            <a:extLst>
              <a:ext uri="{FF2B5EF4-FFF2-40B4-BE49-F238E27FC236}">
                <a16:creationId xmlns:a16="http://schemas.microsoft.com/office/drawing/2014/main" id="{1B373BCC-7E25-E6B9-9C22-7989E20455D6}"/>
              </a:ext>
            </a:extLst>
          </p:cNvPr>
          <p:cNvSpPr/>
          <p:nvPr/>
        </p:nvSpPr>
        <p:spPr>
          <a:xfrm>
            <a:off x="1185863" y="2492375"/>
            <a:ext cx="10098087" cy="2678113"/>
          </a:xfrm>
          <a:prstGeom prst="rect">
            <a:avLst/>
          </a:prstGeom>
        </p:spPr>
        <p:txBody>
          <a:bodyPr>
            <a:spAutoFit/>
          </a:bodyPr>
          <a:lstStyle/>
          <a:p>
            <a:pPr eaLnBrk="1" hangingPunct="1">
              <a:lnSpc>
                <a:spcPct val="120000"/>
              </a:lnSpc>
              <a:spcBef>
                <a:spcPct val="40000"/>
              </a:spcBef>
              <a:buFont typeface="Arial" charset="0"/>
              <a:buNone/>
              <a:defRPr/>
            </a:pPr>
            <a:r>
              <a:rPr lang="en-US" altLang="zh-CN" sz="3200" b="1" dirty="0">
                <a:solidFill>
                  <a:srgbClr val="002060"/>
                </a:solidFill>
                <a:latin typeface="Arial" charset="0"/>
              </a:rPr>
              <a:t>    CRUD</a:t>
            </a:r>
            <a:r>
              <a:rPr lang="zh-CN" altLang="en-US" sz="3200" b="1" dirty="0">
                <a:solidFill>
                  <a:srgbClr val="002060"/>
                </a:solidFill>
                <a:latin typeface="Arial" charset="0"/>
              </a:rPr>
              <a:t>是指在做计算处理时的</a:t>
            </a:r>
            <a:r>
              <a:rPr kumimoji="1" lang="zh-CN" altLang="en-US" sz="3600" b="1" dirty="0">
                <a:solidFill>
                  <a:srgbClr val="002060"/>
                </a:solidFill>
                <a:effectLst>
                  <a:outerShdw blurRad="38100" dist="38100" dir="2700000" algn="tl">
                    <a:srgbClr val="C0C0C0"/>
                  </a:outerShdw>
                </a:effectLst>
                <a:latin typeface="Arial" charset="0"/>
              </a:rPr>
              <a:t>增加</a:t>
            </a:r>
            <a:r>
              <a:rPr kumimoji="1" lang="en-US" altLang="zh-CN" sz="3600" b="1" dirty="0">
                <a:solidFill>
                  <a:srgbClr val="002060"/>
                </a:solidFill>
                <a:effectLst>
                  <a:outerShdw blurRad="38100" dist="38100" dir="2700000" algn="tl">
                    <a:srgbClr val="C0C0C0"/>
                  </a:outerShdw>
                </a:effectLst>
                <a:latin typeface="Arial" charset="0"/>
              </a:rPr>
              <a:t>(</a:t>
            </a:r>
            <a:r>
              <a:rPr lang="en-US" altLang="zh-CN" sz="3200" b="1" dirty="0">
                <a:solidFill>
                  <a:srgbClr val="002060"/>
                </a:solidFill>
                <a:latin typeface="Arial" charset="0"/>
              </a:rPr>
              <a:t>Create)</a:t>
            </a:r>
            <a:r>
              <a:rPr lang="zh-CN" altLang="en-US" sz="3200" b="1" dirty="0">
                <a:solidFill>
                  <a:srgbClr val="002060"/>
                </a:solidFill>
                <a:latin typeface="Arial" charset="0"/>
              </a:rPr>
              <a:t>、</a:t>
            </a:r>
            <a:r>
              <a:rPr kumimoji="1" lang="zh-CN" altLang="en-US" sz="3600" b="1" dirty="0">
                <a:solidFill>
                  <a:srgbClr val="002060"/>
                </a:solidFill>
                <a:effectLst>
                  <a:outerShdw blurRad="38100" dist="38100" dir="2700000" algn="tl">
                    <a:srgbClr val="C0C0C0"/>
                  </a:outerShdw>
                </a:effectLst>
                <a:latin typeface="Arial" charset="0"/>
              </a:rPr>
              <a:t>读取</a:t>
            </a:r>
            <a:r>
              <a:rPr lang="en-US" altLang="zh-CN" sz="3200" b="1" dirty="0">
                <a:solidFill>
                  <a:srgbClr val="002060"/>
                </a:solidFill>
                <a:latin typeface="Arial" charset="0"/>
              </a:rPr>
              <a:t>(Retrieve)</a:t>
            </a:r>
            <a:r>
              <a:rPr lang="zh-CN" altLang="en-US" sz="3200" b="1" dirty="0">
                <a:solidFill>
                  <a:srgbClr val="002060"/>
                </a:solidFill>
                <a:latin typeface="Arial" charset="0"/>
              </a:rPr>
              <a:t>（重新得到数据即查询）、</a:t>
            </a:r>
            <a:r>
              <a:rPr kumimoji="1" lang="zh-CN" altLang="en-US" sz="3600" b="1" dirty="0">
                <a:solidFill>
                  <a:srgbClr val="002060"/>
                </a:solidFill>
                <a:effectLst>
                  <a:outerShdw blurRad="38100" dist="38100" dir="2700000" algn="tl">
                    <a:srgbClr val="C0C0C0"/>
                  </a:outerShdw>
                </a:effectLst>
                <a:latin typeface="Arial" charset="0"/>
              </a:rPr>
              <a:t>更新</a:t>
            </a:r>
            <a:r>
              <a:rPr lang="en-US" altLang="zh-CN" sz="3200" b="1" dirty="0">
                <a:solidFill>
                  <a:srgbClr val="002060"/>
                </a:solidFill>
                <a:latin typeface="Arial" charset="0"/>
              </a:rPr>
              <a:t>(Update)</a:t>
            </a:r>
            <a:r>
              <a:rPr lang="zh-CN" altLang="en-US" sz="3200" b="1" dirty="0">
                <a:solidFill>
                  <a:srgbClr val="002060"/>
                </a:solidFill>
                <a:latin typeface="Arial" charset="0"/>
              </a:rPr>
              <a:t>和</a:t>
            </a:r>
            <a:r>
              <a:rPr kumimoji="1" lang="zh-CN" altLang="en-US" sz="3600" b="1" dirty="0">
                <a:solidFill>
                  <a:srgbClr val="002060"/>
                </a:solidFill>
                <a:effectLst>
                  <a:outerShdw blurRad="38100" dist="38100" dir="2700000" algn="tl">
                    <a:srgbClr val="C0C0C0"/>
                  </a:outerShdw>
                </a:effectLst>
                <a:latin typeface="Arial" charset="0"/>
              </a:rPr>
              <a:t>删除</a:t>
            </a:r>
            <a:r>
              <a:rPr lang="en-US" altLang="zh-CN" sz="3200" b="1" dirty="0">
                <a:solidFill>
                  <a:srgbClr val="002060"/>
                </a:solidFill>
                <a:latin typeface="Arial" charset="0"/>
              </a:rPr>
              <a:t>(Delete)</a:t>
            </a:r>
            <a:r>
              <a:rPr lang="zh-CN" altLang="en-US" sz="3200" b="1" dirty="0">
                <a:solidFill>
                  <a:srgbClr val="002060"/>
                </a:solidFill>
                <a:latin typeface="Arial" charset="0"/>
              </a:rPr>
              <a:t>，主要被用在描述软件系统中数据库的基本操作功能</a:t>
            </a:r>
            <a:endParaRPr lang="en-US" altLang="zh-CN" sz="3200" b="1" dirty="0">
              <a:solidFill>
                <a:srgbClr val="002060"/>
              </a:solidFill>
              <a:latin typeface="Arial" charset="0"/>
            </a:endParaRPr>
          </a:p>
        </p:txBody>
      </p:sp>
      <p:sp>
        <p:nvSpPr>
          <p:cNvPr id="9" name="矩形 8">
            <a:extLst>
              <a:ext uri="{FF2B5EF4-FFF2-40B4-BE49-F238E27FC236}">
                <a16:creationId xmlns:a16="http://schemas.microsoft.com/office/drawing/2014/main" id="{AC191034-22AB-6FA8-3A8E-31749344980D}"/>
              </a:ext>
            </a:extLst>
          </p:cNvPr>
          <p:cNvSpPr/>
          <p:nvPr/>
        </p:nvSpPr>
        <p:spPr>
          <a:xfrm>
            <a:off x="1198563" y="1341438"/>
            <a:ext cx="4287837" cy="646112"/>
          </a:xfrm>
          <a:prstGeom prst="rect">
            <a:avLst/>
          </a:prstGeom>
        </p:spPr>
        <p:txBody>
          <a:bodyPr wrap="none">
            <a:spAutoFit/>
          </a:bodyPr>
          <a:lstStyle/>
          <a:p>
            <a:pPr>
              <a:buFont typeface="Arial" charset="0"/>
              <a:buNone/>
              <a:defRPr/>
            </a:pPr>
            <a:r>
              <a:rPr kumimoji="1" lang="zh-CN" altLang="en-US" sz="3600" b="1" dirty="0">
                <a:solidFill>
                  <a:schemeClr val="accent2"/>
                </a:solidFill>
                <a:effectLst>
                  <a:outerShdw blurRad="38100" dist="38100" dir="2700000" algn="tl">
                    <a:srgbClr val="C0C0C0"/>
                  </a:outerShdw>
                </a:effectLst>
                <a:latin typeface="Arial" charset="0"/>
              </a:rPr>
              <a:t>数据库的</a:t>
            </a:r>
            <a:r>
              <a:rPr kumimoji="1" lang="en-US" altLang="zh-CN" sz="3600" b="1" dirty="0">
                <a:solidFill>
                  <a:schemeClr val="accent2"/>
                </a:solidFill>
                <a:effectLst>
                  <a:outerShdw blurRad="38100" dist="38100" dir="2700000" algn="tl">
                    <a:srgbClr val="C0C0C0"/>
                  </a:outerShdw>
                </a:effectLst>
                <a:latin typeface="Arial" charset="0"/>
              </a:rPr>
              <a:t>CRUD</a:t>
            </a:r>
            <a:r>
              <a:rPr kumimoji="1" lang="zh-CN" altLang="en-US" sz="3600" b="1" dirty="0">
                <a:solidFill>
                  <a:schemeClr val="accent2"/>
                </a:solidFill>
                <a:effectLst>
                  <a:outerShdw blurRad="38100" dist="38100" dir="2700000" algn="tl">
                    <a:srgbClr val="C0C0C0"/>
                  </a:outerShdw>
                </a:effectLst>
                <a:latin typeface="Arial" charset="0"/>
              </a:rPr>
              <a:t>操作</a:t>
            </a:r>
          </a:p>
        </p:txBody>
      </p:sp>
    </p:spTree>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F3025AE6-044C-A1B9-6326-B72E90EB09D8}"/>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sp>
        <p:nvSpPr>
          <p:cNvPr id="5" name="矩形 4">
            <a:extLst>
              <a:ext uri="{FF2B5EF4-FFF2-40B4-BE49-F238E27FC236}">
                <a16:creationId xmlns:a16="http://schemas.microsoft.com/office/drawing/2014/main" id="{B4BCB5E4-2A07-4118-6E04-35AB147C304B}"/>
              </a:ext>
            </a:extLst>
          </p:cNvPr>
          <p:cNvSpPr/>
          <p:nvPr/>
        </p:nvSpPr>
        <p:spPr>
          <a:xfrm>
            <a:off x="1779588" y="1397000"/>
            <a:ext cx="7123112" cy="646113"/>
          </a:xfrm>
          <a:prstGeom prst="rect">
            <a:avLst/>
          </a:prstGeom>
        </p:spPr>
        <p:txBody>
          <a:bodyPr wrap="none">
            <a:spAutoFit/>
          </a:bodyPr>
          <a:lstStyle/>
          <a:p>
            <a:pPr>
              <a:buFont typeface="Arial" charset="0"/>
              <a:buNone/>
              <a:defRPr/>
            </a:pPr>
            <a:r>
              <a:rPr kumimoji="1" lang="zh-CN" altLang="en-US" sz="3600" b="1" dirty="0">
                <a:solidFill>
                  <a:srgbClr val="002060"/>
                </a:solidFill>
                <a:effectLst>
                  <a:outerShdw blurRad="38100" dist="38100" dir="2700000" algn="tl">
                    <a:srgbClr val="C0C0C0"/>
                  </a:outerShdw>
                </a:effectLst>
                <a:latin typeface="Arial" charset="0"/>
              </a:rPr>
              <a:t>利用</a:t>
            </a:r>
            <a:r>
              <a:rPr kumimoji="1" lang="en-US" altLang="zh-CN" sz="3600" b="1" dirty="0" err="1">
                <a:solidFill>
                  <a:srgbClr val="002060"/>
                </a:solidFill>
                <a:effectLst>
                  <a:outerShdw blurRad="38100" dist="38100" dir="2700000" algn="tl">
                    <a:srgbClr val="C0C0C0"/>
                  </a:outerShdw>
                </a:effectLst>
                <a:latin typeface="Arial" charset="0"/>
              </a:rPr>
              <a:t>windowbuilder</a:t>
            </a:r>
            <a:r>
              <a:rPr kumimoji="1" lang="zh-CN" altLang="en-US" sz="3600" b="1" dirty="0">
                <a:solidFill>
                  <a:srgbClr val="002060"/>
                </a:solidFill>
                <a:effectLst>
                  <a:outerShdw blurRad="38100" dist="38100" dir="2700000" algn="tl">
                    <a:srgbClr val="C0C0C0"/>
                  </a:outerShdw>
                </a:effectLst>
                <a:latin typeface="Arial" charset="0"/>
              </a:rPr>
              <a:t>设计用户界面</a:t>
            </a:r>
          </a:p>
        </p:txBody>
      </p:sp>
      <p:sp>
        <p:nvSpPr>
          <p:cNvPr id="7" name="矩形 6">
            <a:extLst>
              <a:ext uri="{FF2B5EF4-FFF2-40B4-BE49-F238E27FC236}">
                <a16:creationId xmlns:a16="http://schemas.microsoft.com/office/drawing/2014/main" id="{866DDC9D-63C3-605B-75D2-21CB600C203D}"/>
              </a:ext>
            </a:extLst>
          </p:cNvPr>
          <p:cNvSpPr/>
          <p:nvPr/>
        </p:nvSpPr>
        <p:spPr>
          <a:xfrm>
            <a:off x="1058863" y="2128838"/>
            <a:ext cx="10098087" cy="1216025"/>
          </a:xfrm>
          <a:prstGeom prst="rect">
            <a:avLst/>
          </a:prstGeom>
        </p:spPr>
        <p:txBody>
          <a:bodyPr>
            <a:spAutoFit/>
          </a:bodyPr>
          <a:lstStyle/>
          <a:p>
            <a:pPr eaLnBrk="1" hangingPunct="1">
              <a:lnSpc>
                <a:spcPct val="120000"/>
              </a:lnSpc>
              <a:spcBef>
                <a:spcPct val="40000"/>
              </a:spcBef>
              <a:buFont typeface="Arial" charset="0"/>
              <a:buNone/>
              <a:defRPr/>
            </a:pPr>
            <a:r>
              <a:rPr lang="en-US" altLang="zh-CN" sz="3200" b="1" dirty="0">
                <a:solidFill>
                  <a:srgbClr val="002060"/>
                </a:solidFill>
                <a:latin typeface="Arial" charset="0"/>
              </a:rPr>
              <a:t>      </a:t>
            </a:r>
            <a:r>
              <a:rPr kumimoji="1" lang="en-US" altLang="zh-CN" sz="3200" b="1" dirty="0" err="1">
                <a:solidFill>
                  <a:srgbClr val="002060"/>
                </a:solidFill>
                <a:effectLst>
                  <a:outerShdw blurRad="38100" dist="38100" dir="2700000" algn="tl">
                    <a:srgbClr val="C0C0C0"/>
                  </a:outerShdw>
                </a:effectLst>
                <a:latin typeface="Arial" charset="0"/>
              </a:rPr>
              <a:t>windowbuilder</a:t>
            </a:r>
            <a:r>
              <a:rPr kumimoji="1" lang="zh-CN" altLang="en-US" sz="3200" b="1" dirty="0">
                <a:solidFill>
                  <a:srgbClr val="002060"/>
                </a:solidFill>
                <a:effectLst>
                  <a:outerShdw blurRad="38100" dist="38100" dir="2700000" algn="tl">
                    <a:srgbClr val="C0C0C0"/>
                  </a:outerShdw>
                </a:effectLst>
                <a:latin typeface="Arial" charset="0"/>
              </a:rPr>
              <a:t>是一款可视化的用户界面设计工具，使用特别方便。</a:t>
            </a:r>
            <a:endParaRPr lang="en-US" altLang="zh-CN" sz="3200" b="1" dirty="0">
              <a:solidFill>
                <a:srgbClr val="002060"/>
              </a:solidFill>
              <a:latin typeface="Arial" charset="0"/>
            </a:endParaRPr>
          </a:p>
        </p:txBody>
      </p:sp>
      <p:sp>
        <p:nvSpPr>
          <p:cNvPr id="30725" name="矩形 1">
            <a:extLst>
              <a:ext uri="{FF2B5EF4-FFF2-40B4-BE49-F238E27FC236}">
                <a16:creationId xmlns:a16="http://schemas.microsoft.com/office/drawing/2014/main" id="{C6705BA6-55C5-5AF9-5AA8-8F0132327D92}"/>
              </a:ext>
            </a:extLst>
          </p:cNvPr>
          <p:cNvSpPr>
            <a:spLocks noChangeArrowheads="1"/>
          </p:cNvSpPr>
          <p:nvPr/>
        </p:nvSpPr>
        <p:spPr bwMode="auto">
          <a:xfrm>
            <a:off x="1851025" y="4005263"/>
            <a:ext cx="2087563" cy="1871662"/>
          </a:xfrm>
          <a:prstGeom prst="rect">
            <a:avLst/>
          </a:prstGeom>
          <a:noFill/>
          <a:ln w="25400" algn="ctr">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t>         </a:t>
            </a:r>
          </a:p>
          <a:p>
            <a:pPr>
              <a:buFont typeface="Arial" panose="020B0604020202020204" pitchFamily="34" charset="0"/>
              <a:buNone/>
            </a:pPr>
            <a:endParaRPr lang="en-US" altLang="zh-CN" sz="2000"/>
          </a:p>
          <a:p>
            <a:pPr>
              <a:buFont typeface="Arial" panose="020B0604020202020204" pitchFamily="34" charset="0"/>
              <a:buNone/>
            </a:pPr>
            <a:r>
              <a:rPr lang="en-US" altLang="zh-CN" sz="2000"/>
              <a:t>  </a:t>
            </a:r>
            <a:r>
              <a:rPr lang="zh-CN" altLang="en-US" sz="2000"/>
              <a:t>用户界面层</a:t>
            </a:r>
          </a:p>
        </p:txBody>
      </p:sp>
      <p:sp>
        <p:nvSpPr>
          <p:cNvPr id="30726" name="矩形 5">
            <a:extLst>
              <a:ext uri="{FF2B5EF4-FFF2-40B4-BE49-F238E27FC236}">
                <a16:creationId xmlns:a16="http://schemas.microsoft.com/office/drawing/2014/main" id="{72DBFB39-9E84-2BCE-7590-A6C91CB1E34F}"/>
              </a:ext>
            </a:extLst>
          </p:cNvPr>
          <p:cNvSpPr>
            <a:spLocks noChangeArrowheads="1"/>
          </p:cNvSpPr>
          <p:nvPr/>
        </p:nvSpPr>
        <p:spPr bwMode="auto">
          <a:xfrm>
            <a:off x="5307013" y="4005263"/>
            <a:ext cx="2087562" cy="1871662"/>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t>         </a:t>
            </a:r>
          </a:p>
          <a:p>
            <a:pPr>
              <a:buFont typeface="Arial" panose="020B0604020202020204" pitchFamily="34" charset="0"/>
              <a:buNone/>
            </a:pPr>
            <a:r>
              <a:rPr lang="en-US" altLang="zh-CN" sz="2000"/>
              <a:t>        </a:t>
            </a:r>
          </a:p>
          <a:p>
            <a:pPr>
              <a:buFont typeface="Arial" panose="020B0604020202020204" pitchFamily="34" charset="0"/>
              <a:buNone/>
            </a:pPr>
            <a:r>
              <a:rPr lang="en-US" altLang="zh-CN" sz="2000"/>
              <a:t>  </a:t>
            </a:r>
            <a:r>
              <a:rPr lang="zh-CN" altLang="en-US" sz="2000"/>
              <a:t>业务逻辑层</a:t>
            </a:r>
          </a:p>
        </p:txBody>
      </p:sp>
      <p:sp>
        <p:nvSpPr>
          <p:cNvPr id="30727" name="矩形 7">
            <a:extLst>
              <a:ext uri="{FF2B5EF4-FFF2-40B4-BE49-F238E27FC236}">
                <a16:creationId xmlns:a16="http://schemas.microsoft.com/office/drawing/2014/main" id="{C22CA19C-3A98-4744-7E36-00F2763B5C2C}"/>
              </a:ext>
            </a:extLst>
          </p:cNvPr>
          <p:cNvSpPr>
            <a:spLocks noChangeArrowheads="1"/>
          </p:cNvSpPr>
          <p:nvPr/>
        </p:nvSpPr>
        <p:spPr bwMode="auto">
          <a:xfrm>
            <a:off x="8764588" y="4005263"/>
            <a:ext cx="2087562" cy="1871662"/>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t>         </a:t>
            </a:r>
          </a:p>
          <a:p>
            <a:pPr>
              <a:buFont typeface="Arial" panose="020B0604020202020204" pitchFamily="34" charset="0"/>
              <a:buNone/>
            </a:pPr>
            <a:r>
              <a:rPr lang="en-US" altLang="zh-CN" sz="2000"/>
              <a:t>        </a:t>
            </a:r>
          </a:p>
          <a:p>
            <a:pPr>
              <a:buFont typeface="Arial" panose="020B0604020202020204" pitchFamily="34" charset="0"/>
              <a:buNone/>
            </a:pPr>
            <a:r>
              <a:rPr lang="en-US" altLang="zh-CN" sz="2000"/>
              <a:t>  </a:t>
            </a:r>
            <a:r>
              <a:rPr lang="zh-CN" altLang="en-US" sz="2000"/>
              <a:t>数据库层</a:t>
            </a:r>
          </a:p>
        </p:txBody>
      </p:sp>
      <p:cxnSp>
        <p:nvCxnSpPr>
          <p:cNvPr id="30728" name="直接箭头连接符 8">
            <a:extLst>
              <a:ext uri="{FF2B5EF4-FFF2-40B4-BE49-F238E27FC236}">
                <a16:creationId xmlns:a16="http://schemas.microsoft.com/office/drawing/2014/main" id="{C7CAAC21-56BD-FE30-2C7F-BE0DB00345CB}"/>
              </a:ext>
            </a:extLst>
          </p:cNvPr>
          <p:cNvCxnSpPr>
            <a:cxnSpLocks noChangeShapeType="1"/>
          </p:cNvCxnSpPr>
          <p:nvPr/>
        </p:nvCxnSpPr>
        <p:spPr bwMode="auto">
          <a:xfrm>
            <a:off x="3938588" y="4581525"/>
            <a:ext cx="13684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29" name="直接箭头连接符 10">
            <a:extLst>
              <a:ext uri="{FF2B5EF4-FFF2-40B4-BE49-F238E27FC236}">
                <a16:creationId xmlns:a16="http://schemas.microsoft.com/office/drawing/2014/main" id="{2CEF0B26-DAF3-8D15-85FA-237B8402FB4F}"/>
              </a:ext>
            </a:extLst>
          </p:cNvPr>
          <p:cNvCxnSpPr>
            <a:cxnSpLocks noChangeShapeType="1"/>
          </p:cNvCxnSpPr>
          <p:nvPr/>
        </p:nvCxnSpPr>
        <p:spPr bwMode="auto">
          <a:xfrm>
            <a:off x="7394575" y="4581525"/>
            <a:ext cx="13684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0" name="直接箭头连接符 11">
            <a:extLst>
              <a:ext uri="{FF2B5EF4-FFF2-40B4-BE49-F238E27FC236}">
                <a16:creationId xmlns:a16="http://schemas.microsoft.com/office/drawing/2014/main" id="{7A1D1CB6-DDCB-BA56-22A8-7F5385502929}"/>
              </a:ext>
            </a:extLst>
          </p:cNvPr>
          <p:cNvCxnSpPr>
            <a:cxnSpLocks noChangeShapeType="1"/>
          </p:cNvCxnSpPr>
          <p:nvPr/>
        </p:nvCxnSpPr>
        <p:spPr bwMode="auto">
          <a:xfrm flipH="1">
            <a:off x="3938588" y="5229225"/>
            <a:ext cx="13684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31" name="直接箭头连接符 15">
            <a:extLst>
              <a:ext uri="{FF2B5EF4-FFF2-40B4-BE49-F238E27FC236}">
                <a16:creationId xmlns:a16="http://schemas.microsoft.com/office/drawing/2014/main" id="{14296C6C-99DF-FBD7-29E8-4BB32B272BAB}"/>
              </a:ext>
            </a:extLst>
          </p:cNvPr>
          <p:cNvCxnSpPr>
            <a:cxnSpLocks noChangeShapeType="1"/>
          </p:cNvCxnSpPr>
          <p:nvPr/>
        </p:nvCxnSpPr>
        <p:spPr bwMode="auto">
          <a:xfrm flipH="1">
            <a:off x="7394575" y="5232400"/>
            <a:ext cx="13684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0DC1CA3F-9F3D-CD80-6EE7-BCCDA8B6D09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数据库应用开发</a:t>
            </a:r>
            <a:endParaRPr lang="zh-CN" altLang="en-US" sz="4000" b="1" dirty="0">
              <a:solidFill>
                <a:schemeClr val="bg1"/>
              </a:solidFill>
              <a:latin typeface="+mn-ea"/>
              <a:ea typeface="+mn-ea"/>
            </a:endParaRPr>
          </a:p>
        </p:txBody>
      </p:sp>
      <p:pic>
        <p:nvPicPr>
          <p:cNvPr id="31747" name="图片 2">
            <a:extLst>
              <a:ext uri="{FF2B5EF4-FFF2-40B4-BE49-F238E27FC236}">
                <a16:creationId xmlns:a16="http://schemas.microsoft.com/office/drawing/2014/main" id="{02279018-F8F4-C501-1217-87FCC7F6FD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43188" y="2276475"/>
            <a:ext cx="7343775"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ECC3F395-2677-2EFA-68FD-6A2789FE7604}"/>
              </a:ext>
            </a:extLst>
          </p:cNvPr>
          <p:cNvSpPr/>
          <p:nvPr/>
        </p:nvSpPr>
        <p:spPr>
          <a:xfrm>
            <a:off x="2066925" y="1082675"/>
            <a:ext cx="3416300" cy="646113"/>
          </a:xfrm>
          <a:prstGeom prst="rect">
            <a:avLst/>
          </a:prstGeom>
        </p:spPr>
        <p:txBody>
          <a:bodyPr wrap="none">
            <a:spAutoFit/>
          </a:bodyPr>
          <a:lstStyle/>
          <a:p>
            <a:pPr>
              <a:buFont typeface="Arial" charset="0"/>
              <a:buNone/>
              <a:defRPr/>
            </a:pPr>
            <a:r>
              <a:rPr kumimoji="1" lang="zh-CN" altLang="en-US" sz="3600" b="1" dirty="0">
                <a:solidFill>
                  <a:schemeClr val="accent6"/>
                </a:solidFill>
                <a:effectLst>
                  <a:outerShdw blurRad="38100" dist="38100" dir="2700000" algn="tl">
                    <a:srgbClr val="C0C0C0"/>
                  </a:outerShdw>
                </a:effectLst>
                <a:latin typeface="Arial" charset="0"/>
              </a:rPr>
              <a:t>用户登录时序图</a:t>
            </a:r>
          </a:p>
        </p:txBody>
      </p:sp>
    </p:spTree>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D68A22D3-4A2A-D3E1-936D-96349EF87798}"/>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sym typeface="Impact" pitchFamily="34" charset="0"/>
              </a:rPr>
              <a:t>数据库设计模式</a:t>
            </a:r>
            <a:endParaRPr lang="zh-CN" altLang="en-US" sz="4000" b="1" dirty="0">
              <a:solidFill>
                <a:schemeClr val="bg1"/>
              </a:solidFill>
              <a:latin typeface="+mn-ea"/>
              <a:ea typeface="+mn-ea"/>
            </a:endParaRPr>
          </a:p>
        </p:txBody>
      </p:sp>
      <p:sp>
        <p:nvSpPr>
          <p:cNvPr id="32771" name="矩形 1">
            <a:extLst>
              <a:ext uri="{FF2B5EF4-FFF2-40B4-BE49-F238E27FC236}">
                <a16:creationId xmlns:a16="http://schemas.microsoft.com/office/drawing/2014/main" id="{8B197D6E-8191-8893-6366-25C519BD423A}"/>
              </a:ext>
            </a:extLst>
          </p:cNvPr>
          <p:cNvSpPr>
            <a:spLocks noChangeArrowheads="1"/>
          </p:cNvSpPr>
          <p:nvPr/>
        </p:nvSpPr>
        <p:spPr bwMode="auto">
          <a:xfrm>
            <a:off x="1527175" y="2781300"/>
            <a:ext cx="2087563" cy="1871663"/>
          </a:xfrm>
          <a:prstGeom prst="rect">
            <a:avLst/>
          </a:prstGeom>
          <a:noFill/>
          <a:ln w="25400" algn="ctr">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t>         </a:t>
            </a:r>
          </a:p>
          <a:p>
            <a:pPr>
              <a:buFont typeface="Arial" panose="020B0604020202020204" pitchFamily="34" charset="0"/>
              <a:buNone/>
            </a:pPr>
            <a:endParaRPr lang="en-US" altLang="zh-CN" sz="2000"/>
          </a:p>
          <a:p>
            <a:pPr>
              <a:buFont typeface="Arial" panose="020B0604020202020204" pitchFamily="34" charset="0"/>
              <a:buNone/>
            </a:pPr>
            <a:r>
              <a:rPr lang="en-US" altLang="zh-CN" sz="2000"/>
              <a:t>  </a:t>
            </a:r>
            <a:r>
              <a:rPr lang="zh-CN" altLang="en-US" sz="2000"/>
              <a:t>用户界面层</a:t>
            </a:r>
          </a:p>
        </p:txBody>
      </p:sp>
      <p:sp>
        <p:nvSpPr>
          <p:cNvPr id="32772" name="矩形 5">
            <a:extLst>
              <a:ext uri="{FF2B5EF4-FFF2-40B4-BE49-F238E27FC236}">
                <a16:creationId xmlns:a16="http://schemas.microsoft.com/office/drawing/2014/main" id="{77369C21-6178-CA33-7428-EC08E6840689}"/>
              </a:ext>
            </a:extLst>
          </p:cNvPr>
          <p:cNvSpPr>
            <a:spLocks noChangeArrowheads="1"/>
          </p:cNvSpPr>
          <p:nvPr/>
        </p:nvSpPr>
        <p:spPr bwMode="auto">
          <a:xfrm>
            <a:off x="4983163" y="2781300"/>
            <a:ext cx="2087562" cy="1871663"/>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t>         </a:t>
            </a:r>
          </a:p>
          <a:p>
            <a:pPr>
              <a:buFont typeface="Arial" panose="020B0604020202020204" pitchFamily="34" charset="0"/>
              <a:buNone/>
            </a:pPr>
            <a:r>
              <a:rPr lang="en-US" altLang="zh-CN" sz="2000"/>
              <a:t>        </a:t>
            </a:r>
          </a:p>
          <a:p>
            <a:pPr>
              <a:buFont typeface="Arial" panose="020B0604020202020204" pitchFamily="34" charset="0"/>
              <a:buNone/>
            </a:pPr>
            <a:r>
              <a:rPr lang="en-US" altLang="zh-CN" sz="2000"/>
              <a:t>  </a:t>
            </a:r>
            <a:r>
              <a:rPr lang="zh-CN" altLang="en-US" sz="2000"/>
              <a:t>业务逻辑层</a:t>
            </a:r>
          </a:p>
        </p:txBody>
      </p:sp>
      <p:sp>
        <p:nvSpPr>
          <p:cNvPr id="32773" name="矩形 7">
            <a:extLst>
              <a:ext uri="{FF2B5EF4-FFF2-40B4-BE49-F238E27FC236}">
                <a16:creationId xmlns:a16="http://schemas.microsoft.com/office/drawing/2014/main" id="{48767472-241B-006E-F371-D15D4CDDFDEE}"/>
              </a:ext>
            </a:extLst>
          </p:cNvPr>
          <p:cNvSpPr>
            <a:spLocks noChangeArrowheads="1"/>
          </p:cNvSpPr>
          <p:nvPr/>
        </p:nvSpPr>
        <p:spPr bwMode="auto">
          <a:xfrm>
            <a:off x="8440738" y="2781300"/>
            <a:ext cx="2087562" cy="1871663"/>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t>         </a:t>
            </a:r>
          </a:p>
          <a:p>
            <a:pPr>
              <a:buFont typeface="Arial" panose="020B0604020202020204" pitchFamily="34" charset="0"/>
              <a:buNone/>
            </a:pPr>
            <a:r>
              <a:rPr lang="en-US" altLang="zh-CN" sz="2000"/>
              <a:t>        </a:t>
            </a:r>
          </a:p>
          <a:p>
            <a:pPr>
              <a:buFont typeface="Arial" panose="020B0604020202020204" pitchFamily="34" charset="0"/>
              <a:buNone/>
            </a:pPr>
            <a:r>
              <a:rPr lang="en-US" altLang="zh-CN" sz="2000"/>
              <a:t>  </a:t>
            </a:r>
            <a:r>
              <a:rPr lang="zh-CN" altLang="en-US" sz="2000"/>
              <a:t>数据库层</a:t>
            </a:r>
          </a:p>
        </p:txBody>
      </p:sp>
      <p:cxnSp>
        <p:nvCxnSpPr>
          <p:cNvPr id="32774" name="直接箭头连接符 8">
            <a:extLst>
              <a:ext uri="{FF2B5EF4-FFF2-40B4-BE49-F238E27FC236}">
                <a16:creationId xmlns:a16="http://schemas.microsoft.com/office/drawing/2014/main" id="{7D14146C-83CA-D652-7321-16C781323B7F}"/>
              </a:ext>
            </a:extLst>
          </p:cNvPr>
          <p:cNvCxnSpPr>
            <a:cxnSpLocks noChangeShapeType="1"/>
          </p:cNvCxnSpPr>
          <p:nvPr/>
        </p:nvCxnSpPr>
        <p:spPr bwMode="auto">
          <a:xfrm>
            <a:off x="3614738" y="3357563"/>
            <a:ext cx="13684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75" name="直接箭头连接符 10">
            <a:extLst>
              <a:ext uri="{FF2B5EF4-FFF2-40B4-BE49-F238E27FC236}">
                <a16:creationId xmlns:a16="http://schemas.microsoft.com/office/drawing/2014/main" id="{E4B6ADDD-3B4B-BD0B-04F9-F76BE11AF390}"/>
              </a:ext>
            </a:extLst>
          </p:cNvPr>
          <p:cNvCxnSpPr>
            <a:cxnSpLocks noChangeShapeType="1"/>
          </p:cNvCxnSpPr>
          <p:nvPr/>
        </p:nvCxnSpPr>
        <p:spPr bwMode="auto">
          <a:xfrm>
            <a:off x="7070725" y="3357563"/>
            <a:ext cx="13684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76" name="直接箭头连接符 11">
            <a:extLst>
              <a:ext uri="{FF2B5EF4-FFF2-40B4-BE49-F238E27FC236}">
                <a16:creationId xmlns:a16="http://schemas.microsoft.com/office/drawing/2014/main" id="{F31519B3-F073-13EA-0184-049F52DA7F62}"/>
              </a:ext>
            </a:extLst>
          </p:cNvPr>
          <p:cNvCxnSpPr>
            <a:cxnSpLocks noChangeShapeType="1"/>
          </p:cNvCxnSpPr>
          <p:nvPr/>
        </p:nvCxnSpPr>
        <p:spPr bwMode="auto">
          <a:xfrm flipH="1">
            <a:off x="3614738" y="4005263"/>
            <a:ext cx="13684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77" name="直接箭头连接符 15">
            <a:extLst>
              <a:ext uri="{FF2B5EF4-FFF2-40B4-BE49-F238E27FC236}">
                <a16:creationId xmlns:a16="http://schemas.microsoft.com/office/drawing/2014/main" id="{66508E34-4D95-D23A-E3AA-8EA024F0F3E4}"/>
              </a:ext>
            </a:extLst>
          </p:cNvPr>
          <p:cNvCxnSpPr>
            <a:cxnSpLocks noChangeShapeType="1"/>
          </p:cNvCxnSpPr>
          <p:nvPr/>
        </p:nvCxnSpPr>
        <p:spPr bwMode="auto">
          <a:xfrm flipH="1">
            <a:off x="7070725" y="4008438"/>
            <a:ext cx="136842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78" name="矩形 1">
            <a:extLst>
              <a:ext uri="{FF2B5EF4-FFF2-40B4-BE49-F238E27FC236}">
                <a16:creationId xmlns:a16="http://schemas.microsoft.com/office/drawing/2014/main" id="{292F8910-24F7-A3DD-279C-75DE3B4D99A1}"/>
              </a:ext>
            </a:extLst>
          </p:cNvPr>
          <p:cNvSpPr>
            <a:spLocks noChangeArrowheads="1"/>
          </p:cNvSpPr>
          <p:nvPr/>
        </p:nvSpPr>
        <p:spPr bwMode="auto">
          <a:xfrm>
            <a:off x="1874838" y="3860800"/>
            <a:ext cx="1422400" cy="647700"/>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3200" b="1">
                <a:solidFill>
                  <a:srgbClr val="3366FF"/>
                </a:solidFill>
                <a:latin typeface="微软雅黑" panose="020B0503020204020204" pitchFamily="34" charset="-122"/>
                <a:ea typeface="微软雅黑" panose="020B0503020204020204" pitchFamily="34" charset="-122"/>
              </a:rPr>
              <a:t>V</a:t>
            </a:r>
            <a:r>
              <a:rPr lang="en-US" altLang="zh-CN" sz="3200" b="1">
                <a:solidFill>
                  <a:schemeClr val="bg1"/>
                </a:solidFill>
                <a:latin typeface="微软雅黑" panose="020B0503020204020204" pitchFamily="34" charset="-122"/>
                <a:ea typeface="微软雅黑" panose="020B0503020204020204" pitchFamily="34" charset="-122"/>
              </a:rPr>
              <a:t>iew</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2779" name="矩形 10">
            <a:extLst>
              <a:ext uri="{FF2B5EF4-FFF2-40B4-BE49-F238E27FC236}">
                <a16:creationId xmlns:a16="http://schemas.microsoft.com/office/drawing/2014/main" id="{67014BE9-6858-AF28-2742-8BA82938E4AE}"/>
              </a:ext>
            </a:extLst>
          </p:cNvPr>
          <p:cNvSpPr>
            <a:spLocks noChangeArrowheads="1"/>
          </p:cNvSpPr>
          <p:nvPr/>
        </p:nvSpPr>
        <p:spPr bwMode="auto">
          <a:xfrm>
            <a:off x="5091113" y="3860800"/>
            <a:ext cx="1716087" cy="647700"/>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3200" b="1">
                <a:solidFill>
                  <a:srgbClr val="3366FF"/>
                </a:solidFill>
                <a:latin typeface="微软雅黑" panose="020B0503020204020204" pitchFamily="34" charset="-122"/>
                <a:ea typeface="微软雅黑" panose="020B0503020204020204" pitchFamily="34" charset="-122"/>
              </a:rPr>
              <a:t>C</a:t>
            </a:r>
            <a:r>
              <a:rPr lang="en-US" altLang="zh-CN" sz="3200" b="1">
                <a:solidFill>
                  <a:schemeClr val="bg1"/>
                </a:solidFill>
                <a:latin typeface="微软雅黑" panose="020B0503020204020204" pitchFamily="34" charset="-122"/>
                <a:ea typeface="微软雅黑" panose="020B0503020204020204" pitchFamily="34" charset="-122"/>
              </a:rPr>
              <a:t>ontrol</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32780" name="矩形 11">
            <a:extLst>
              <a:ext uri="{FF2B5EF4-FFF2-40B4-BE49-F238E27FC236}">
                <a16:creationId xmlns:a16="http://schemas.microsoft.com/office/drawing/2014/main" id="{BEA01AF0-0A9A-0A19-E77A-5FBF3625DA74}"/>
              </a:ext>
            </a:extLst>
          </p:cNvPr>
          <p:cNvSpPr>
            <a:spLocks noChangeArrowheads="1"/>
          </p:cNvSpPr>
          <p:nvPr/>
        </p:nvSpPr>
        <p:spPr bwMode="auto">
          <a:xfrm>
            <a:off x="8701088" y="3959225"/>
            <a:ext cx="1716087" cy="647700"/>
          </a:xfrm>
          <a:prstGeom prst="rect">
            <a:avLst/>
          </a:prstGeom>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3200" b="1">
                <a:solidFill>
                  <a:srgbClr val="3366FF"/>
                </a:solidFill>
                <a:latin typeface="微软雅黑" panose="020B0503020204020204" pitchFamily="34" charset="-122"/>
                <a:ea typeface="微软雅黑" panose="020B0503020204020204" pitchFamily="34" charset="-122"/>
              </a:rPr>
              <a:t>M</a:t>
            </a:r>
            <a:r>
              <a:rPr lang="en-US" altLang="zh-CN" sz="3200" b="1">
                <a:solidFill>
                  <a:schemeClr val="bg1"/>
                </a:solidFill>
                <a:latin typeface="微软雅黑" panose="020B0503020204020204" pitchFamily="34" charset="-122"/>
                <a:ea typeface="微软雅黑" panose="020B0503020204020204" pitchFamily="34" charset="-122"/>
              </a:rPr>
              <a:t>odel</a:t>
            </a:r>
            <a:endParaRPr lang="zh-CN" altLang="en-US" sz="3200" b="1">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70C91656-AFB8-5991-BFEF-044783F63845}"/>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ea typeface="+mn-ea"/>
                <a:sym typeface="Impact" pitchFamily="34" charset="0"/>
              </a:rPr>
              <a:t>ORM</a:t>
            </a:r>
            <a:r>
              <a:rPr lang="zh-CN" altLang="en-US" sz="4000" b="1" dirty="0">
                <a:solidFill>
                  <a:schemeClr val="bg1"/>
                </a:solidFill>
                <a:latin typeface="+mn-ea"/>
                <a:ea typeface="+mn-ea"/>
                <a:sym typeface="Impact" pitchFamily="34" charset="0"/>
              </a:rPr>
              <a:t>技术</a:t>
            </a:r>
            <a:endParaRPr lang="zh-CN" altLang="en-US" sz="4000" b="1" dirty="0">
              <a:solidFill>
                <a:schemeClr val="bg1"/>
              </a:solidFill>
              <a:latin typeface="+mn-ea"/>
              <a:ea typeface="+mn-ea"/>
            </a:endParaRPr>
          </a:p>
        </p:txBody>
      </p:sp>
      <p:sp>
        <p:nvSpPr>
          <p:cNvPr id="33795" name="矩形 6">
            <a:extLst>
              <a:ext uri="{FF2B5EF4-FFF2-40B4-BE49-F238E27FC236}">
                <a16:creationId xmlns:a16="http://schemas.microsoft.com/office/drawing/2014/main" id="{9A6ABC5E-33F0-6929-129D-DE8D7FE8C6B6}"/>
              </a:ext>
            </a:extLst>
          </p:cNvPr>
          <p:cNvSpPr>
            <a:spLocks noChangeArrowheads="1"/>
          </p:cNvSpPr>
          <p:nvPr/>
        </p:nvSpPr>
        <p:spPr bwMode="auto">
          <a:xfrm>
            <a:off x="698500" y="1557338"/>
            <a:ext cx="10098088"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40000"/>
              </a:spcBef>
            </a:pPr>
            <a:r>
              <a:rPr lang="en-US" altLang="zh-CN" sz="2800" b="1">
                <a:solidFill>
                  <a:srgbClr val="C00000"/>
                </a:solidFill>
              </a:rPr>
              <a:t>ORM</a:t>
            </a:r>
            <a:r>
              <a:rPr lang="zh-CN" altLang="en-US" sz="2800" b="1">
                <a:solidFill>
                  <a:srgbClr val="002060"/>
                </a:solidFill>
              </a:rPr>
              <a:t>是</a:t>
            </a:r>
            <a:r>
              <a:rPr lang="en-US" altLang="zh-CN" sz="2800" b="1">
                <a:solidFill>
                  <a:srgbClr val="002060"/>
                </a:solidFill>
              </a:rPr>
              <a:t>Object Relational Mapping</a:t>
            </a:r>
            <a:r>
              <a:rPr lang="zh-CN" altLang="en-US" sz="2800" b="1">
                <a:solidFill>
                  <a:srgbClr val="002060"/>
                </a:solidFill>
              </a:rPr>
              <a:t>的缩写，译为“对象关系映射”，是一种自动生成</a:t>
            </a:r>
            <a:r>
              <a:rPr lang="en-US" altLang="zh-CN" sz="2800" b="1">
                <a:solidFill>
                  <a:srgbClr val="002060"/>
                </a:solidFill>
              </a:rPr>
              <a:t>SQL</a:t>
            </a:r>
            <a:r>
              <a:rPr lang="zh-CN" altLang="en-US" sz="2800" b="1">
                <a:solidFill>
                  <a:srgbClr val="002060"/>
                </a:solidFill>
              </a:rPr>
              <a:t>语句的技术，它实现了对象和关系型数据库之间的数据交互，提高了开发效率。在实际开发中，常见的增删改查（</a:t>
            </a:r>
            <a:r>
              <a:rPr lang="en-US" altLang="zh-CN" sz="2800" b="1">
                <a:solidFill>
                  <a:srgbClr val="002060"/>
                </a:solidFill>
              </a:rPr>
              <a:t>CRUD</a:t>
            </a:r>
            <a:r>
              <a:rPr lang="zh-CN" altLang="en-US" sz="2800" b="1">
                <a:solidFill>
                  <a:srgbClr val="002060"/>
                </a:solidFill>
              </a:rPr>
              <a:t>）操作都可以交给</a:t>
            </a:r>
            <a:r>
              <a:rPr lang="en-US" altLang="zh-CN" sz="2800" b="1">
                <a:solidFill>
                  <a:srgbClr val="002060"/>
                </a:solidFill>
              </a:rPr>
              <a:t>ORM</a:t>
            </a:r>
            <a:r>
              <a:rPr lang="zh-CN" altLang="en-US" sz="2800" b="1">
                <a:solidFill>
                  <a:srgbClr val="002060"/>
                </a:solidFill>
              </a:rPr>
              <a:t>，避免了手写</a:t>
            </a:r>
            <a:r>
              <a:rPr lang="en-US" altLang="zh-CN" sz="2800" b="1">
                <a:solidFill>
                  <a:srgbClr val="002060"/>
                </a:solidFill>
              </a:rPr>
              <a:t>SQL</a:t>
            </a:r>
            <a:r>
              <a:rPr lang="zh-CN" altLang="en-US" sz="2800" b="1">
                <a:solidFill>
                  <a:srgbClr val="002060"/>
                </a:solidFill>
              </a:rPr>
              <a:t>语句的麻烦。</a:t>
            </a:r>
          </a:p>
        </p:txBody>
      </p:sp>
    </p:spTree>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D9D3C20C-17E3-CF31-F9D2-71450BFB36F1}"/>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en-US" altLang="zh-CN" sz="4000" b="1" dirty="0">
                <a:solidFill>
                  <a:schemeClr val="bg1"/>
                </a:solidFill>
                <a:latin typeface="+mn-ea"/>
                <a:ea typeface="+mn-ea"/>
                <a:sym typeface="Impact" pitchFamily="34" charset="0"/>
              </a:rPr>
              <a:t>ORM</a:t>
            </a:r>
            <a:r>
              <a:rPr lang="zh-CN" altLang="en-US" sz="4000" b="1" dirty="0">
                <a:solidFill>
                  <a:schemeClr val="bg1"/>
                </a:solidFill>
                <a:latin typeface="+mn-ea"/>
                <a:ea typeface="+mn-ea"/>
                <a:sym typeface="Impact" pitchFamily="34" charset="0"/>
              </a:rPr>
              <a:t>技术</a:t>
            </a:r>
            <a:endParaRPr lang="zh-CN" altLang="en-US" sz="4000" b="1" dirty="0">
              <a:solidFill>
                <a:schemeClr val="bg1"/>
              </a:solidFill>
              <a:latin typeface="+mn-ea"/>
              <a:ea typeface="+mn-ea"/>
            </a:endParaRPr>
          </a:p>
        </p:txBody>
      </p:sp>
      <p:sp>
        <p:nvSpPr>
          <p:cNvPr id="7" name="矩形 6">
            <a:extLst>
              <a:ext uri="{FF2B5EF4-FFF2-40B4-BE49-F238E27FC236}">
                <a16:creationId xmlns:a16="http://schemas.microsoft.com/office/drawing/2014/main" id="{B74E0C36-1D50-5973-09E8-A023A8DCAD4D}"/>
              </a:ext>
            </a:extLst>
          </p:cNvPr>
          <p:cNvSpPr/>
          <p:nvPr/>
        </p:nvSpPr>
        <p:spPr>
          <a:xfrm>
            <a:off x="731838" y="1700213"/>
            <a:ext cx="10098087" cy="3638550"/>
          </a:xfrm>
          <a:prstGeom prst="rect">
            <a:avLst/>
          </a:prstGeom>
        </p:spPr>
        <p:txBody>
          <a:bodyPr>
            <a:spAutoFit/>
          </a:bodyPr>
          <a:lstStyle/>
          <a:p>
            <a:pPr eaLnBrk="1" hangingPunct="1">
              <a:lnSpc>
                <a:spcPct val="120000"/>
              </a:lnSpc>
              <a:spcBef>
                <a:spcPct val="40000"/>
              </a:spcBef>
              <a:buFont typeface="Arial" charset="0"/>
              <a:buNone/>
              <a:defRPr/>
            </a:pPr>
            <a:r>
              <a:rPr lang="en-US" altLang="zh-CN" sz="2400" b="1" dirty="0">
                <a:solidFill>
                  <a:srgbClr val="002060"/>
                </a:solidFill>
                <a:latin typeface="Arial" charset="0"/>
              </a:rPr>
              <a:t>ORM</a:t>
            </a:r>
            <a:r>
              <a:rPr lang="zh-CN" altLang="en-US" sz="2400" b="1" dirty="0">
                <a:solidFill>
                  <a:srgbClr val="002060"/>
                </a:solidFill>
                <a:latin typeface="Arial" charset="0"/>
              </a:rPr>
              <a:t>技术通常使用单独的框架，或者框架的某个模块来实现，下面列出了常用的</a:t>
            </a:r>
            <a:r>
              <a:rPr lang="en-US" altLang="zh-CN" sz="2400" b="1" dirty="0">
                <a:solidFill>
                  <a:srgbClr val="002060"/>
                </a:solidFill>
                <a:latin typeface="Arial" charset="0"/>
              </a:rPr>
              <a:t>ORM</a:t>
            </a:r>
            <a:r>
              <a:rPr lang="zh-CN" altLang="en-US" sz="2400" b="1" dirty="0">
                <a:solidFill>
                  <a:srgbClr val="002060"/>
                </a:solidFill>
                <a:latin typeface="Arial" charset="0"/>
              </a:rPr>
              <a:t>框架：</a:t>
            </a:r>
          </a:p>
          <a:p>
            <a:pPr marL="342900" indent="-342900" eaLnBrk="1" hangingPunct="1">
              <a:lnSpc>
                <a:spcPct val="120000"/>
              </a:lnSpc>
              <a:spcBef>
                <a:spcPct val="40000"/>
              </a:spcBef>
              <a:buClr>
                <a:srgbClr val="0070C0"/>
              </a:buClr>
              <a:buFont typeface="Wingdings" pitchFamily="2" charset="2"/>
              <a:buChar char="Ø"/>
              <a:defRPr/>
            </a:pPr>
            <a:r>
              <a:rPr lang="zh-CN" altLang="en-US" sz="2400" b="1" dirty="0">
                <a:solidFill>
                  <a:srgbClr val="002060"/>
                </a:solidFill>
                <a:latin typeface="Arial" charset="0"/>
              </a:rPr>
              <a:t>常用的 </a:t>
            </a:r>
            <a:r>
              <a:rPr lang="en-US" altLang="zh-CN" sz="2400" b="1" dirty="0">
                <a:solidFill>
                  <a:srgbClr val="002060"/>
                </a:solidFill>
                <a:latin typeface="Arial" charset="0"/>
              </a:rPr>
              <a:t>Java ORM </a:t>
            </a:r>
            <a:r>
              <a:rPr lang="zh-CN" altLang="en-US" sz="2400" b="1" dirty="0">
                <a:solidFill>
                  <a:srgbClr val="002060"/>
                </a:solidFill>
                <a:latin typeface="Arial" charset="0"/>
              </a:rPr>
              <a:t>框架有</a:t>
            </a:r>
            <a:r>
              <a:rPr lang="en-US" altLang="zh-CN" sz="2400" b="1" dirty="0">
                <a:solidFill>
                  <a:srgbClr val="002060"/>
                </a:solidFill>
                <a:latin typeface="Arial" charset="0"/>
              </a:rPr>
              <a:t>Hibernate</a:t>
            </a:r>
            <a:r>
              <a:rPr lang="zh-CN" altLang="en-US" sz="2400" b="1" dirty="0">
                <a:solidFill>
                  <a:srgbClr val="002060"/>
                </a:solidFill>
                <a:latin typeface="Arial" charset="0"/>
              </a:rPr>
              <a:t>、</a:t>
            </a:r>
            <a:r>
              <a:rPr lang="en-US" altLang="zh-CN" sz="2400" b="1" dirty="0" err="1">
                <a:solidFill>
                  <a:srgbClr val="002060"/>
                </a:solidFill>
                <a:latin typeface="Arial" charset="0"/>
              </a:rPr>
              <a:t>Mybatis</a:t>
            </a:r>
            <a:r>
              <a:rPr lang="zh-CN" altLang="en-US" sz="2400" b="1" dirty="0">
                <a:solidFill>
                  <a:srgbClr val="002060"/>
                </a:solidFill>
                <a:latin typeface="Arial" charset="0"/>
              </a:rPr>
              <a:t>、</a:t>
            </a:r>
            <a:r>
              <a:rPr lang="en-US" altLang="zh-CN" sz="2400" b="1" dirty="0">
                <a:solidFill>
                  <a:srgbClr val="002060"/>
                </a:solidFill>
                <a:latin typeface="Arial" charset="0"/>
              </a:rPr>
              <a:t> </a:t>
            </a:r>
            <a:r>
              <a:rPr lang="en-US" altLang="zh-CN" sz="2400" b="1" dirty="0" err="1">
                <a:solidFill>
                  <a:srgbClr val="002060"/>
                </a:solidFill>
                <a:latin typeface="Arial" charset="0"/>
              </a:rPr>
              <a:t>Mybatis</a:t>
            </a:r>
            <a:r>
              <a:rPr lang="en-US" altLang="zh-CN" sz="2400" b="1" dirty="0">
                <a:solidFill>
                  <a:srgbClr val="002060"/>
                </a:solidFill>
                <a:latin typeface="Arial" charset="0"/>
              </a:rPr>
              <a:t>+</a:t>
            </a:r>
            <a:r>
              <a:rPr lang="zh-CN" altLang="en-US" sz="2400" b="1" dirty="0">
                <a:solidFill>
                  <a:srgbClr val="002060"/>
                </a:solidFill>
                <a:latin typeface="Arial" charset="0"/>
              </a:rPr>
              <a:t>。</a:t>
            </a:r>
          </a:p>
          <a:p>
            <a:pPr marL="342900" indent="-342900" eaLnBrk="1" hangingPunct="1">
              <a:lnSpc>
                <a:spcPct val="120000"/>
              </a:lnSpc>
              <a:spcBef>
                <a:spcPct val="40000"/>
              </a:spcBef>
              <a:buClr>
                <a:srgbClr val="0070C0"/>
              </a:buClr>
              <a:buFont typeface="Wingdings" pitchFamily="2" charset="2"/>
              <a:buChar char="Ø"/>
              <a:defRPr/>
            </a:pPr>
            <a:r>
              <a:rPr lang="zh-CN" altLang="en-US" sz="2400" b="1" dirty="0">
                <a:solidFill>
                  <a:srgbClr val="002060"/>
                </a:solidFill>
                <a:latin typeface="Arial" charset="0"/>
              </a:rPr>
              <a:t>常用的</a:t>
            </a:r>
            <a:r>
              <a:rPr lang="en-US" altLang="zh-CN" sz="2400" b="1" dirty="0">
                <a:solidFill>
                  <a:srgbClr val="002060"/>
                </a:solidFill>
                <a:latin typeface="Arial" charset="0"/>
              </a:rPr>
              <a:t>Python ORM</a:t>
            </a:r>
            <a:r>
              <a:rPr lang="zh-CN" altLang="en-US" sz="2400" b="1" dirty="0">
                <a:solidFill>
                  <a:srgbClr val="002060"/>
                </a:solidFill>
                <a:latin typeface="Arial" charset="0"/>
              </a:rPr>
              <a:t>实现有</a:t>
            </a:r>
            <a:r>
              <a:rPr lang="en-US" altLang="zh-CN" sz="2400" b="1" dirty="0" err="1">
                <a:solidFill>
                  <a:srgbClr val="002060"/>
                </a:solidFill>
                <a:latin typeface="Arial" charset="0"/>
              </a:rPr>
              <a:t>SQLAlchemy</a:t>
            </a:r>
            <a:r>
              <a:rPr lang="en-US" altLang="zh-CN" sz="2400" b="1" dirty="0">
                <a:solidFill>
                  <a:srgbClr val="002060"/>
                </a:solidFill>
                <a:latin typeface="Arial" charset="0"/>
              </a:rPr>
              <a:t> </a:t>
            </a:r>
            <a:r>
              <a:rPr lang="zh-CN" altLang="en-US" sz="2400" b="1" dirty="0">
                <a:solidFill>
                  <a:srgbClr val="002060"/>
                </a:solidFill>
                <a:latin typeface="Arial" charset="0"/>
              </a:rPr>
              <a:t>框架、</a:t>
            </a:r>
            <a:r>
              <a:rPr lang="en-US" altLang="zh-CN" sz="2400" b="1" dirty="0">
                <a:solidFill>
                  <a:srgbClr val="002060"/>
                </a:solidFill>
                <a:latin typeface="Arial" charset="0"/>
              </a:rPr>
              <a:t>Peewee </a:t>
            </a:r>
            <a:r>
              <a:rPr lang="zh-CN" altLang="en-US" sz="2400" b="1" dirty="0">
                <a:solidFill>
                  <a:srgbClr val="002060"/>
                </a:solidFill>
                <a:latin typeface="Arial" charset="0"/>
              </a:rPr>
              <a:t>框架、</a:t>
            </a:r>
            <a:r>
              <a:rPr lang="en-US" altLang="zh-CN" sz="2400" b="1" dirty="0" err="1">
                <a:solidFill>
                  <a:srgbClr val="002060"/>
                </a:solidFill>
                <a:latin typeface="Arial" charset="0"/>
              </a:rPr>
              <a:t>Django</a:t>
            </a:r>
            <a:r>
              <a:rPr lang="en-US" altLang="zh-CN" sz="2400" b="1" dirty="0">
                <a:solidFill>
                  <a:srgbClr val="002060"/>
                </a:solidFill>
                <a:latin typeface="Arial" charset="0"/>
              </a:rPr>
              <a:t> </a:t>
            </a:r>
            <a:r>
              <a:rPr lang="zh-CN" altLang="en-US" sz="2400" b="1" dirty="0">
                <a:solidFill>
                  <a:srgbClr val="002060"/>
                </a:solidFill>
                <a:latin typeface="Arial" charset="0"/>
              </a:rPr>
              <a:t>框架等。</a:t>
            </a:r>
          </a:p>
          <a:p>
            <a:pPr marL="342900" indent="-342900" eaLnBrk="1" hangingPunct="1">
              <a:lnSpc>
                <a:spcPct val="120000"/>
              </a:lnSpc>
              <a:spcBef>
                <a:spcPct val="40000"/>
              </a:spcBef>
              <a:buClr>
                <a:srgbClr val="0070C0"/>
              </a:buClr>
              <a:buFont typeface="Wingdings" pitchFamily="2" charset="2"/>
              <a:buChar char="Ø"/>
              <a:defRPr/>
            </a:pPr>
            <a:r>
              <a:rPr lang="zh-CN" altLang="en-US" sz="2400" b="1" dirty="0">
                <a:solidFill>
                  <a:srgbClr val="002060"/>
                </a:solidFill>
                <a:latin typeface="Arial" charset="0"/>
              </a:rPr>
              <a:t>常用的</a:t>
            </a:r>
            <a:r>
              <a:rPr lang="en-US" altLang="zh-CN" sz="2400" b="1" dirty="0">
                <a:solidFill>
                  <a:srgbClr val="002060"/>
                </a:solidFill>
                <a:latin typeface="Arial" charset="0"/>
              </a:rPr>
              <a:t>PHP ORM</a:t>
            </a:r>
            <a:r>
              <a:rPr lang="zh-CN" altLang="en-US" sz="2400" b="1" dirty="0">
                <a:solidFill>
                  <a:srgbClr val="002060"/>
                </a:solidFill>
                <a:latin typeface="Arial" charset="0"/>
              </a:rPr>
              <a:t>实现有</a:t>
            </a:r>
            <a:r>
              <a:rPr lang="en-US" altLang="zh-CN" sz="2400" b="1" dirty="0" err="1">
                <a:solidFill>
                  <a:srgbClr val="002060"/>
                </a:solidFill>
                <a:latin typeface="Arial" charset="0"/>
              </a:rPr>
              <a:t>Laravel</a:t>
            </a:r>
            <a:r>
              <a:rPr lang="zh-CN" altLang="en-US" sz="2400" b="1" dirty="0">
                <a:solidFill>
                  <a:srgbClr val="002060"/>
                </a:solidFill>
                <a:latin typeface="Arial" charset="0"/>
              </a:rPr>
              <a:t>框架、</a:t>
            </a:r>
            <a:r>
              <a:rPr lang="en-US" altLang="zh-CN" sz="2400" b="1" dirty="0" err="1">
                <a:solidFill>
                  <a:srgbClr val="002060"/>
                </a:solidFill>
                <a:latin typeface="Arial" charset="0"/>
              </a:rPr>
              <a:t>Yii</a:t>
            </a:r>
            <a:r>
              <a:rPr lang="zh-CN" altLang="en-US" sz="2400" b="1" dirty="0">
                <a:solidFill>
                  <a:srgbClr val="002060"/>
                </a:solidFill>
                <a:latin typeface="Arial" charset="0"/>
              </a:rPr>
              <a:t>框架的</a:t>
            </a:r>
            <a:r>
              <a:rPr lang="en-US" altLang="zh-CN" sz="2400" b="1" dirty="0">
                <a:solidFill>
                  <a:srgbClr val="002060"/>
                </a:solidFill>
                <a:latin typeface="Arial" charset="0"/>
              </a:rPr>
              <a:t>ORM</a:t>
            </a:r>
            <a:r>
              <a:rPr lang="zh-CN" altLang="en-US" sz="2400" b="1" dirty="0">
                <a:solidFill>
                  <a:srgbClr val="002060"/>
                </a:solidFill>
                <a:latin typeface="Arial" charset="0"/>
              </a:rPr>
              <a:t>模块、</a:t>
            </a:r>
            <a:r>
              <a:rPr lang="en-US" altLang="zh-CN" sz="2400" b="1" dirty="0" err="1">
                <a:solidFill>
                  <a:srgbClr val="002060"/>
                </a:solidFill>
                <a:latin typeface="Arial" charset="0"/>
              </a:rPr>
              <a:t>ThinkPHP</a:t>
            </a:r>
            <a:r>
              <a:rPr lang="zh-CN" altLang="en-US" sz="2400" b="1" dirty="0">
                <a:solidFill>
                  <a:srgbClr val="002060"/>
                </a:solidFill>
                <a:latin typeface="Arial" charset="0"/>
              </a:rPr>
              <a:t>框架等。</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3">
            <a:extLst>
              <a:ext uri="{FF2B5EF4-FFF2-40B4-BE49-F238E27FC236}">
                <a16:creationId xmlns:a16="http://schemas.microsoft.com/office/drawing/2014/main" id="{386E8B61-F0D5-5667-0BA6-22CA46E2DA16}"/>
              </a:ext>
            </a:extLst>
          </p:cNvPr>
          <p:cNvSpPr>
            <a:spLocks noChangeArrowheads="1" noChangeShapeType="1" noTextEdit="1"/>
          </p:cNvSpPr>
          <p:nvPr/>
        </p:nvSpPr>
        <p:spPr bwMode="gray">
          <a:xfrm>
            <a:off x="2498725" y="3235325"/>
            <a:ext cx="7683500" cy="863600"/>
          </a:xfrm>
          <a:prstGeom prst="rect">
            <a:avLst/>
          </a:prstGeom>
        </p:spPr>
        <p:txBody>
          <a:bodyPr wrap="none" fromWordArt="1">
            <a:prstTxWarp prst="textDeflate">
              <a:avLst>
                <a:gd name="adj" fmla="val 0"/>
              </a:avLst>
            </a:prstTxWarp>
          </a:bodyPr>
          <a:lstStyle/>
          <a:p>
            <a:pPr algn="ctr"/>
            <a:r>
              <a:rPr lang="en-US" altLang="zh-CN"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rPr>
              <a:t>Thank You !</a:t>
            </a:r>
            <a:endParaRPr lang="zh-CN" altLang="en-US" sz="3600" b="1" i="1" kern="10">
              <a:ln w="19050">
                <a:solidFill>
                  <a:schemeClr val="bg1"/>
                </a:solidFill>
                <a:round/>
                <a:headEnd/>
                <a:tailEnd/>
              </a:ln>
              <a:gradFill rotWithShape="1">
                <a:gsLst>
                  <a:gs pos="0">
                    <a:schemeClr val="tx1"/>
                  </a:gs>
                  <a:gs pos="100000">
                    <a:schemeClr val="hlink"/>
                  </a:gs>
                </a:gsLst>
                <a:lin ang="0" scaled="1"/>
              </a:gradFill>
              <a:effectLst>
                <a:outerShdw dist="63500" dir="2212194" algn="ctr" rotWithShape="0">
                  <a:schemeClr val="tx2">
                    <a:alpha val="50000"/>
                  </a:schemeClr>
                </a:outerShdw>
              </a:effectLst>
              <a:cs typeface="Arial" panose="020B0604020202020204" pitchFamily="34" charset="0"/>
            </a:endParaRPr>
          </a:p>
        </p:txBody>
      </p:sp>
      <p:sp>
        <p:nvSpPr>
          <p:cNvPr id="4" name="TextBox 6">
            <a:extLst>
              <a:ext uri="{FF2B5EF4-FFF2-40B4-BE49-F238E27FC236}">
                <a16:creationId xmlns:a16="http://schemas.microsoft.com/office/drawing/2014/main" id="{35D1C25C-D0F7-EC28-F411-6650454FA47B}"/>
              </a:ext>
            </a:extLst>
          </p:cNvPr>
          <p:cNvSpPr>
            <a:spLocks noChangeArrowheads="1"/>
          </p:cNvSpPr>
          <p:nvPr/>
        </p:nvSpPr>
        <p:spPr bwMode="auto">
          <a:xfrm>
            <a:off x="1490663" y="77788"/>
            <a:ext cx="6048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buFont typeface="Arial" charset="0"/>
              <a:buNone/>
              <a:defRPr/>
            </a:pPr>
            <a:r>
              <a:rPr lang="zh-CN" altLang="en-US" sz="4000" b="1" dirty="0">
                <a:solidFill>
                  <a:schemeClr val="bg1"/>
                </a:solidFill>
                <a:latin typeface="+mn-ea"/>
                <a:ea typeface="+mn-ea"/>
              </a:rPr>
              <a:t>谢谢学习</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CD1F06"/>
        </a:solidFill>
        <a:ln>
          <a:noFill/>
        </a:ln>
        <a:extLst>
          <a:ext uri="{91240B29-F687-4F45-9708-019B960494DF}">
            <a14:hiddenLine xmlns:a14="http://schemas.microsoft.com/office/drawing/2010/main" w="9525">
              <a:solidFill>
                <a:srgbClr val="000000"/>
              </a:solidFill>
              <a:miter lim="800000"/>
              <a:headEnd/>
              <a:tailEnd/>
            </a14:hiddenLine>
          </a:ext>
        </a:extLst>
      </a:spPr>
      <a:bodyPr anchor="ctr"/>
      <a:lstStyle>
        <a:defPPr algn="ctr">
          <a:defRPr sz="3200" b="1" dirty="0">
            <a:solidFill>
              <a:schemeClr val="bg1"/>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alt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6907</TotalTime>
  <Pages>0</Pages>
  <Words>1586</Words>
  <Characters>0</Characters>
  <Application>Microsoft Office PowerPoint</Application>
  <DocSecurity>0</DocSecurity>
  <PresentationFormat>自定义</PresentationFormat>
  <Lines>0</Lines>
  <Paragraphs>197</Paragraphs>
  <Slides>33</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33</vt:i4>
      </vt:variant>
    </vt:vector>
  </HeadingPairs>
  <TitlesOfParts>
    <vt:vector size="48" baseType="lpstr">
      <vt:lpstr>Arial</vt:lpstr>
      <vt:lpstr>宋体</vt:lpstr>
      <vt:lpstr>Franklin Gothic Medium</vt:lpstr>
      <vt:lpstr>微软雅黑</vt:lpstr>
      <vt:lpstr>Calibri</vt:lpstr>
      <vt:lpstr>Franklin Gothic Book</vt:lpstr>
      <vt:lpstr>黑体</vt:lpstr>
      <vt:lpstr>Aharoni</vt:lpstr>
      <vt:lpstr>华文行楷</vt:lpstr>
      <vt:lpstr>Impact</vt:lpstr>
      <vt:lpstr>楷体_GB2312</vt:lpstr>
      <vt:lpstr>仿宋_GB2312</vt:lpstr>
      <vt:lpstr>Wingdings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PC</dc:creator>
  <cp:lastModifiedBy>zhuigz Lc</cp:lastModifiedBy>
  <cp:revision>383</cp:revision>
  <dcterms:created xsi:type="dcterms:W3CDTF">2014-10-24T14:22:44Z</dcterms:created>
  <dcterms:modified xsi:type="dcterms:W3CDTF">2026-09-22T11:17:51Z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