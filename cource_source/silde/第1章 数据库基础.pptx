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56" r:id="rId2"/>
    <p:sldId id="257" r:id="rId3"/>
    <p:sldId id="584" r:id="rId4"/>
    <p:sldId id="610" r:id="rId5"/>
    <p:sldId id="611" r:id="rId6"/>
    <p:sldId id="612" r:id="rId7"/>
    <p:sldId id="613" r:id="rId8"/>
    <p:sldId id="614" r:id="rId9"/>
    <p:sldId id="616" r:id="rId10"/>
    <p:sldId id="615" r:id="rId11"/>
    <p:sldId id="617" r:id="rId12"/>
    <p:sldId id="625" r:id="rId13"/>
    <p:sldId id="627" r:id="rId14"/>
    <p:sldId id="618" r:id="rId15"/>
    <p:sldId id="619" r:id="rId16"/>
    <p:sldId id="623" r:id="rId17"/>
    <p:sldId id="620" r:id="rId18"/>
    <p:sldId id="621" r:id="rId19"/>
    <p:sldId id="622" r:id="rId20"/>
    <p:sldId id="624" r:id="rId21"/>
    <p:sldId id="608" r:id="rId22"/>
  </p:sldIdLst>
  <p:sldSz cx="12198350" cy="6858000"/>
  <p:notesSz cx="6858000" cy="9144000"/>
  <p:defaultTextStyle>
    <a:defPPr>
      <a:defRPr lang="zh-CN"/>
    </a:defPPr>
    <a:lvl1pPr algn="l" rtl="0" eaLnBrk="0" fontAlgn="base" hangingPunct="0">
      <a:spcBef>
        <a:spcPct val="0"/>
      </a:spcBef>
      <a:spcAft>
        <a:spcPct val="0"/>
      </a:spcAft>
      <a:buFont typeface="Arial" charset="0"/>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buFont typeface="Arial" charset="0"/>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buFont typeface="Arial" charset="0"/>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buFont typeface="Arial" charset="0"/>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buFont typeface="Arial" charset="0"/>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02">
          <p15:clr>
            <a:srgbClr val="A4A3A4"/>
          </p15:clr>
        </p15:guide>
        <p15:guide id="2" pos="38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E47"/>
    <a:srgbClr val="3366FF"/>
    <a:srgbClr val="8AC739"/>
    <a:srgbClr val="FF9933"/>
    <a:srgbClr val="FF9900"/>
    <a:srgbClr val="CC9900"/>
    <a:srgbClr val="3399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4" autoAdjust="0"/>
    <p:restoredTop sz="94660"/>
  </p:normalViewPr>
  <p:slideViewPr>
    <p:cSldViewPr>
      <p:cViewPr varScale="1">
        <p:scale>
          <a:sx n="79" d="100"/>
          <a:sy n="79" d="100"/>
        </p:scale>
        <p:origin x="725" y="82"/>
      </p:cViewPr>
      <p:guideLst>
        <p:guide orient="horz" pos="2102"/>
        <p:guide pos="3841"/>
      </p:guideLst>
    </p:cSldViewPr>
  </p:slideViewPr>
  <p:notesTextViewPr>
    <p:cViewPr>
      <p:scale>
        <a:sx n="100" d="100"/>
        <a:sy n="100" d="100"/>
      </p:scale>
      <p:origin x="0" y="0"/>
    </p:cViewPr>
  </p:notesTextViewPr>
  <p:sorterViewPr>
    <p:cViewPr>
      <p:scale>
        <a:sx n="100" d="100"/>
        <a:sy n="100" d="100"/>
      </p:scale>
      <p:origin x="0" y="5862"/>
    </p:cViewPr>
  </p:sorterViewPr>
  <p:notesViewPr>
    <p:cSldViewPr>
      <p:cViewPr varScale="1">
        <p:scale>
          <a:sx n="54" d="100"/>
          <a:sy n="54" d="100"/>
        </p:scale>
        <p:origin x="-2880" y="-84"/>
      </p:cViewPr>
      <p:guideLst>
        <p:guide orient="horz" pos="2880"/>
        <p:guide pos="2160"/>
      </p:guideLst>
    </p:cSldViewPr>
  </p:notesViewPr>
  <p:gridSpacing cx="72005" cy="72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buFont typeface="Arial" charset="0"/>
              <a:buNone/>
              <a:defRPr sz="1200">
                <a:latin typeface="Arial" charset="0"/>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buFont typeface="Arial" charset="0"/>
              <a:buNone/>
              <a:defRPr sz="1200">
                <a:latin typeface="Arial" charset="0"/>
              </a:defRPr>
            </a:lvl1pPr>
          </a:lstStyle>
          <a:p>
            <a:pPr>
              <a:defRPr/>
            </a:pPr>
            <a:fld id="{2CD0493E-F833-49CA-BBC3-8E9C5E0B37CB}" type="datetimeFigureOut">
              <a:rPr lang="zh-CN" altLang="en-US"/>
              <a:pPr>
                <a:defRPr/>
              </a:pPr>
              <a:t>2024/9/13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buFont typeface="Arial" charset="0"/>
              <a:buNone/>
              <a:defRPr sz="1200">
                <a:latin typeface="Arial" charset="0"/>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buFont typeface="Arial" charset="0"/>
              <a:buNone/>
              <a:defRPr sz="1200">
                <a:latin typeface="Arial" charset="0"/>
              </a:defRPr>
            </a:lvl1pPr>
          </a:lstStyle>
          <a:p>
            <a:pPr>
              <a:defRPr/>
            </a:pPr>
            <a:fld id="{C0513E45-101A-480C-A475-C3C058A8A8CB}" type="slidenum">
              <a:rPr lang="zh-CN" altLang="en-US"/>
              <a:pPr>
                <a:defRPr/>
              </a:pPr>
              <a:t>‹#›</a:t>
            </a:fld>
            <a:endParaRPr lang="zh-CN" altLang="en-US"/>
          </a:p>
        </p:txBody>
      </p:sp>
    </p:spTree>
    <p:extLst>
      <p:ext uri="{BB962C8B-B14F-4D97-AF65-F5344CB8AC3E}">
        <p14:creationId xmlns:p14="http://schemas.microsoft.com/office/powerpoint/2010/main" val="30063511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buFont typeface="Arial" pitchFamily="34" charset="0"/>
              <a:buNone/>
              <a:defRPr sz="1200">
                <a:latin typeface="Arial" pitchFamily="34" charset="0"/>
                <a:ea typeface="宋体" pitchFamily="2" charset="-122"/>
              </a:defRPr>
            </a:lvl1pPr>
          </a:lstStyle>
          <a:p>
            <a:pPr>
              <a:defRPr/>
            </a:pPr>
            <a:endParaRPr lang="zh-CN" altLang="en-US"/>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buFont typeface="Arial" pitchFamily="34" charset="0"/>
              <a:buNone/>
              <a:defRPr>
                <a:latin typeface="Arial" pitchFamily="34" charset="0"/>
                <a:ea typeface="宋体" pitchFamily="2" charset="-122"/>
              </a:defRPr>
            </a:lvl1pPr>
          </a:lstStyle>
          <a:p>
            <a:pPr>
              <a:defRPr/>
            </a:pPr>
            <a:fld id="{FBC15A2C-B9AD-4D1E-A4C5-D3ABCF0836B4}" type="datetime1">
              <a:rPr lang="zh-CN" altLang="en-US"/>
              <a:pPr>
                <a:defRPr/>
              </a:pPr>
              <a:t>2024/9/13</a:t>
            </a:fld>
            <a:endParaRPr lang="en-US" altLang="zh-CN" sz="1200"/>
          </a:p>
        </p:txBody>
      </p:sp>
      <p:sp>
        <p:nvSpPr>
          <p:cNvPr id="30724" name="幻灯片图像占位符 3"/>
          <p:cNvSpPr>
            <a:spLocks noGrp="1" noRot="1" noChangeAspect="1" noChangeArrowheads="1"/>
          </p:cNvSpPr>
          <p:nvPr>
            <p:ph type="sldImg" idx="2"/>
          </p:nvPr>
        </p:nvSpPr>
        <p:spPr bwMode="auto">
          <a:xfrm>
            <a:off x="379413" y="685800"/>
            <a:ext cx="6099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25"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30000"/>
              </a:spcBef>
            </a:pPr>
            <a:r>
              <a:rPr lang="zh-CN" altLang="en-US" sz="1200">
                <a:solidFill>
                  <a:srgbClr val="000000"/>
                </a:solidFill>
              </a:rPr>
              <a:t>单击此处编辑母版文本样式</a:t>
            </a:r>
          </a:p>
          <a:p>
            <a:pPr>
              <a:spcBef>
                <a:spcPct val="30000"/>
              </a:spcBef>
            </a:pPr>
            <a:r>
              <a:rPr lang="zh-CN" altLang="en-US" sz="1200">
                <a:solidFill>
                  <a:srgbClr val="000000"/>
                </a:solidFill>
              </a:rPr>
              <a:t>第二级</a:t>
            </a:r>
          </a:p>
          <a:p>
            <a:pPr>
              <a:spcBef>
                <a:spcPct val="30000"/>
              </a:spcBef>
            </a:pPr>
            <a:r>
              <a:rPr lang="zh-CN" altLang="en-US" sz="1200">
                <a:solidFill>
                  <a:srgbClr val="000000"/>
                </a:solidFill>
              </a:rPr>
              <a:t>第三级</a:t>
            </a:r>
          </a:p>
          <a:p>
            <a:pPr>
              <a:spcBef>
                <a:spcPct val="30000"/>
              </a:spcBef>
            </a:pPr>
            <a:r>
              <a:rPr lang="zh-CN" altLang="en-US" sz="1200">
                <a:solidFill>
                  <a:srgbClr val="000000"/>
                </a:solidFill>
              </a:rPr>
              <a:t>第四级</a:t>
            </a:r>
          </a:p>
          <a:p>
            <a:pPr>
              <a:spcBef>
                <a:spcPct val="30000"/>
              </a:spcBef>
            </a:pPr>
            <a:r>
              <a:rPr lang="zh-CN" altLang="en-US" sz="1200">
                <a:solidFill>
                  <a:srgbClr val="000000"/>
                </a:solidFill>
              </a:rPr>
              <a:t>第五级</a:t>
            </a:r>
            <a:endParaRPr lang="zh-CN" altLang="en-US"/>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buFont typeface="Arial" pitchFamily="34" charset="0"/>
              <a:buNone/>
              <a:defRPr sz="1200">
                <a:latin typeface="Arial" pitchFamily="34" charset="0"/>
                <a:ea typeface="宋体" pitchFamily="2" charset="-122"/>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a:buFont typeface="Arial" pitchFamily="34" charset="0"/>
              <a:buNone/>
              <a:defRPr>
                <a:latin typeface="Arial" pitchFamily="34" charset="0"/>
                <a:ea typeface="宋体" pitchFamily="2" charset="-122"/>
              </a:defRPr>
            </a:lvl1pPr>
          </a:lstStyle>
          <a:p>
            <a:pPr>
              <a:defRPr/>
            </a:pPr>
            <a:fld id="{1994EED3-DB50-444F-8ED5-BBD9F9722570}" type="slidenum">
              <a:rPr lang="zh-CN" altLang="en-US"/>
              <a:pPr>
                <a:defRPr/>
              </a:pPr>
              <a:t>‹#›</a:t>
            </a:fld>
            <a:endParaRPr lang="en-US" altLang="zh-CN" sz="1200"/>
          </a:p>
        </p:txBody>
      </p:sp>
    </p:spTree>
    <p:extLst>
      <p:ext uri="{BB962C8B-B14F-4D97-AF65-F5344CB8AC3E}">
        <p14:creationId xmlns:p14="http://schemas.microsoft.com/office/powerpoint/2010/main" val="1599749148"/>
      </p:ext>
    </p:extLst>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p:sp>
      <p:sp>
        <p:nvSpPr>
          <p:cNvPr id="31747"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charset="0"/>
            </a:endParaRPr>
          </a:p>
        </p:txBody>
      </p:sp>
      <p:sp>
        <p:nvSpPr>
          <p:cNvPr id="31748" name="日期占位符 3"/>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buFont typeface="Arial" charset="0"/>
              <a:buNone/>
            </a:pPr>
            <a:fld id="{3EC0014F-E653-41F3-9767-A93E9E1CD874}" type="datetime1">
              <a:rPr lang="zh-CN" altLang="en-US" smtClean="0"/>
              <a:pPr>
                <a:buFont typeface="Arial" charset="0"/>
                <a:buNone/>
              </a:pPr>
              <a:t>2024/9/13</a:t>
            </a:fld>
            <a:endParaRPr lang="en-US" altLang="zh-CN" sz="1200"/>
          </a:p>
        </p:txBody>
      </p:sp>
      <p:sp>
        <p:nvSpPr>
          <p:cNvPr id="3174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buFont typeface="Arial" charset="0"/>
              <a:buNone/>
            </a:pPr>
            <a:fld id="{9966CF2D-C250-4560-A88A-1101A4F82018}" type="slidenum">
              <a:rPr lang="zh-CN" altLang="en-US" smtClean="0"/>
              <a:pPr>
                <a:buFont typeface="Arial" charset="0"/>
                <a:buNone/>
              </a:pPr>
              <a:t>1</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955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30388" y="3886200"/>
            <a:ext cx="8537575"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753555280"/>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0"/>
            <a:ext cx="1097915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87826673"/>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7962"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7962"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354441170"/>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4133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5375" y="1600200"/>
            <a:ext cx="54133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50652815"/>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956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956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6013" y="1535113"/>
            <a:ext cx="539273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6013" y="2174875"/>
            <a:ext cx="539273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40344033"/>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22446872"/>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6922412"/>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3200"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850" y="273050"/>
            <a:ext cx="681990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3200"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423713875"/>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9963"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75" y="612775"/>
            <a:ext cx="7319963"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2390775" y="5367338"/>
            <a:ext cx="7319963"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374319871"/>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0"/>
            <a:ext cx="1097915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40332874"/>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274638"/>
            <a:ext cx="2744787"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81963"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84991182"/>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燕尾形 1"/>
          <p:cNvSpPr>
            <a:spLocks noChangeArrowheads="1"/>
          </p:cNvSpPr>
          <p:nvPr userDrawn="1"/>
        </p:nvSpPr>
        <p:spPr bwMode="auto">
          <a:xfrm>
            <a:off x="1130300" y="0"/>
            <a:ext cx="7718425" cy="846138"/>
          </a:xfrm>
          <a:prstGeom prst="chevron">
            <a:avLst>
              <a:gd name="adj" fmla="val 2461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zh-CN"/>
            </a:defPPr>
            <a:lvl1pPr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defRPr/>
            </a:pPr>
            <a:endParaRPr lang="zh-CN" altLang="en-US" sz="3200" b="1" dirty="0">
              <a:solidFill>
                <a:schemeClr val="bg1"/>
              </a:solidFill>
              <a:latin typeface="微软雅黑" pitchFamily="34" charset="-122"/>
              <a:ea typeface="微软雅黑" pitchFamily="34" charset="-122"/>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67520" y="101786"/>
            <a:ext cx="1014366" cy="642566"/>
          </a:xfrm>
          <a:prstGeom prst="rect">
            <a:avLst/>
          </a:prstGeom>
          <a:ln>
            <a:noFill/>
          </a:ln>
          <a:effectLst>
            <a:softEdge rad="112500"/>
          </a:effectLst>
        </p:spPr>
      </p:pic>
      <p:sp>
        <p:nvSpPr>
          <p:cNvPr id="9" name="矩形 8"/>
          <p:cNvSpPr/>
          <p:nvPr userDrawn="1"/>
        </p:nvSpPr>
        <p:spPr>
          <a:xfrm>
            <a:off x="8848725" y="0"/>
            <a:ext cx="2484000"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defRPr/>
            </a:pPr>
            <a:r>
              <a:rPr lang="zh-CN" alt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隶书" panose="02010509060101010101" pitchFamily="49" charset="-122"/>
                <a:ea typeface="隶书" panose="02010509060101010101" pitchFamily="49" charset="-122"/>
              </a:rPr>
              <a:t>数据库</a:t>
            </a:r>
          </a:p>
        </p:txBody>
      </p:sp>
    </p:spTree>
    <p:extLst>
      <p:ext uri="{BB962C8B-B14F-4D97-AF65-F5344CB8AC3E}">
        <p14:creationId xmlns:p14="http://schemas.microsoft.com/office/powerpoint/2010/main" val="424122174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SmartArt 占位符 2"/>
          <p:cNvSpPr>
            <a:spLocks noGrp="1"/>
          </p:cNvSpPr>
          <p:nvPr>
            <p:ph type="dgm" idx="1"/>
          </p:nvPr>
        </p:nvSpPr>
        <p:spPr>
          <a:xfrm>
            <a:off x="609600" y="1600200"/>
            <a:ext cx="10979150" cy="4525963"/>
          </a:xfrm>
          <a:prstGeom prst="rect">
            <a:avLst/>
          </a:prstGeom>
        </p:spPr>
        <p:txBody>
          <a:bodyPr/>
          <a:lstStyle/>
          <a:p>
            <a:pPr lvl="0"/>
            <a:endParaRPr lang="zh-CN" altLang="en-US" noProof="0">
              <a:sym typeface="Calibri" pitchFamily="34" charset="0"/>
            </a:endParaRPr>
          </a:p>
        </p:txBody>
      </p:sp>
    </p:spTree>
    <p:extLst>
      <p:ext uri="{BB962C8B-B14F-4D97-AF65-F5344CB8AC3E}">
        <p14:creationId xmlns:p14="http://schemas.microsoft.com/office/powerpoint/2010/main" val="3209451949"/>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1">
          <a:gsLst>
            <a:gs pos="0">
              <a:srgbClr val="FAFAFA"/>
            </a:gs>
            <a:gs pos="50000">
              <a:srgbClr val="FBFBFB"/>
            </a:gs>
            <a:gs pos="100000">
              <a:srgbClr val="FCFCFC"/>
            </a:gs>
          </a:gsLst>
          <a:lin ang="5400000" scaled="1"/>
        </a:gradFill>
        <a:effectLst/>
      </p:bgPr>
    </p:bg>
    <p:spTree>
      <p:nvGrpSpPr>
        <p:cNvPr id="1" name=""/>
        <p:cNvGrpSpPr/>
        <p:nvPr/>
      </p:nvGrpSpPr>
      <p:grpSpPr>
        <a:xfrm>
          <a:off x="0" y="0"/>
          <a:ext cx="0" cy="0"/>
          <a:chOff x="0" y="0"/>
          <a:chExt cx="0" cy="0"/>
        </a:xfrm>
      </p:grpSpPr>
      <p:sp>
        <p:nvSpPr>
          <p:cNvPr id="1026" name="矩形 2"/>
          <p:cNvSpPr>
            <a:spLocks noChangeArrowheads="1"/>
          </p:cNvSpPr>
          <p:nvPr/>
        </p:nvSpPr>
        <p:spPr bwMode="auto">
          <a:xfrm>
            <a:off x="0" y="854075"/>
            <a:ext cx="12198350" cy="115888"/>
          </a:xfrm>
          <a:prstGeom prst="rect">
            <a:avLst/>
          </a:prstGeom>
          <a:solidFill>
            <a:srgbClr val="A5A5A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a:solidFill>
                <a:srgbClr val="FFFFFF"/>
              </a:solidFill>
              <a:latin typeface="宋体" pitchFamily="2" charset="-122"/>
              <a:sym typeface="宋体" pitchFamily="2" charset="-122"/>
            </a:endParaRPr>
          </a:p>
        </p:txBody>
      </p:sp>
      <p:sp>
        <p:nvSpPr>
          <p:cNvPr id="1027" name="椭圆 14"/>
          <p:cNvSpPr>
            <a:spLocks noChangeArrowheads="1"/>
          </p:cNvSpPr>
          <p:nvPr/>
        </p:nvSpPr>
        <p:spPr bwMode="auto">
          <a:xfrm>
            <a:off x="804863" y="866775"/>
            <a:ext cx="85725" cy="87313"/>
          </a:xfrm>
          <a:prstGeom prst="ellipse">
            <a:avLst/>
          </a:prstGeom>
          <a:solidFill>
            <a:srgbClr val="F6F6F6"/>
          </a:solidFill>
          <a:ln>
            <a:noFill/>
          </a:ln>
          <a:extLst>
            <a:ext uri="{91240B29-F687-4F45-9708-019B960494DF}">
              <a14:hiddenLine xmlns:a14="http://schemas.microsoft.com/office/drawing/2010/main" w="9525">
                <a:solidFill>
                  <a:srgbClr val="000000"/>
                </a:solidFill>
                <a:bevel/>
                <a:headEnd/>
                <a:tailEnd/>
              </a14:hiddenLine>
            </a:ext>
          </a:extLst>
        </p:spPr>
        <p:txBody>
          <a:bodyPr anchor="ctr"/>
          <a:lstStyle/>
          <a:p>
            <a:pPr algn="ctr"/>
            <a:endParaRPr lang="zh-CN" altLang="en-US">
              <a:solidFill>
                <a:srgbClr val="FFFFFF"/>
              </a:solidFill>
              <a:latin typeface="宋体" pitchFamily="2" charset="-122"/>
              <a:sym typeface="宋体" pitchFamily="2" charset="-122"/>
            </a:endParaRPr>
          </a:p>
        </p:txBody>
      </p:sp>
      <p:sp>
        <p:nvSpPr>
          <p:cNvPr id="1028" name="椭圆 14"/>
          <p:cNvSpPr>
            <a:spLocks noChangeAspect="1" noChangeArrowheads="1"/>
          </p:cNvSpPr>
          <p:nvPr/>
        </p:nvSpPr>
        <p:spPr bwMode="auto">
          <a:xfrm>
            <a:off x="565150" y="188913"/>
            <a:ext cx="563563" cy="719137"/>
          </a:xfrm>
          <a:custGeom>
            <a:avLst/>
            <a:gdLst>
              <a:gd name="T0" fmla="*/ 4890 w 683568"/>
              <a:gd name="T1" fmla="*/ 0 h 864094"/>
              <a:gd name="T2" fmla="*/ 9780 w 683568"/>
              <a:gd name="T3" fmla="*/ 6015 h 864094"/>
              <a:gd name="T4" fmla="*/ 8258 w 683568"/>
              <a:gd name="T5" fmla="*/ 10360 h 864094"/>
              <a:gd name="T6" fmla="*/ 4887 w 683568"/>
              <a:gd name="T7" fmla="*/ 15208 h 864094"/>
              <a:gd name="T8" fmla="*/ 1504 w 683568"/>
              <a:gd name="T9" fmla="*/ 10341 h 864094"/>
              <a:gd name="T10" fmla="*/ 857 w 683568"/>
              <a:gd name="T11" fmla="*/ 9410 h 864094"/>
              <a:gd name="T12" fmla="*/ 849 w 683568"/>
              <a:gd name="T13" fmla="*/ 9399 h 864094"/>
              <a:gd name="T14" fmla="*/ 849 w 683568"/>
              <a:gd name="T15" fmla="*/ 9399 h 864094"/>
              <a:gd name="T16" fmla="*/ 0 w 683568"/>
              <a:gd name="T17" fmla="*/ 6015 h 864094"/>
              <a:gd name="T18" fmla="*/ 4890 w 683568"/>
              <a:gd name="T19" fmla="*/ 0 h 8640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83568"/>
              <a:gd name="T31" fmla="*/ 0 h 864094"/>
              <a:gd name="T32" fmla="*/ 683568 w 683568"/>
              <a:gd name="T33" fmla="*/ 864094 h 86409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83568" h="864094">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1029" name="Text Box 7"/>
          <p:cNvSpPr>
            <a:spLocks noChangeArrowheads="1"/>
          </p:cNvSpPr>
          <p:nvPr/>
        </p:nvSpPr>
        <p:spPr bwMode="auto">
          <a:xfrm>
            <a:off x="644525" y="288925"/>
            <a:ext cx="692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fld id="{61EE2446-5839-419A-B38F-2D1271CEAEF6}" type="slidenum">
              <a:rPr lang="zh-CN" altLang="en-US">
                <a:solidFill>
                  <a:schemeClr val="bg1"/>
                </a:solidFill>
                <a:sym typeface="Calibri" pitchFamily="34" charset="0"/>
              </a:rPr>
              <a:pPr/>
              <a:t>‹#›</a:t>
            </a:fld>
            <a:endParaRPr lang="en-US" altLang="zh-CN">
              <a:solidFill>
                <a:schemeClr val="bg1"/>
              </a:solidFill>
              <a:sym typeface="Calibri" pitchFamily="34" charset="0"/>
            </a:endParaRPr>
          </a:p>
        </p:txBody>
      </p:sp>
      <p:sp>
        <p:nvSpPr>
          <p:cNvPr id="1030" name="燕尾形 1"/>
          <p:cNvSpPr>
            <a:spLocks noChangeArrowheads="1"/>
          </p:cNvSpPr>
          <p:nvPr/>
        </p:nvSpPr>
        <p:spPr bwMode="auto">
          <a:xfrm>
            <a:off x="11779250" y="692150"/>
            <a:ext cx="215900" cy="431800"/>
          </a:xfrm>
          <a:prstGeom prst="chevron">
            <a:avLst>
              <a:gd name="adj" fmla="val 50000"/>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a:solidFill>
                <a:srgbClr val="FFFFFF"/>
              </a:solidFill>
              <a:latin typeface="宋体" pitchFamily="2" charset="-122"/>
              <a:sym typeface="宋体" pitchFamily="2" charset="-122"/>
            </a:endParaRPr>
          </a:p>
        </p:txBody>
      </p:sp>
      <p:sp>
        <p:nvSpPr>
          <p:cNvPr id="1031" name="燕尾形 9"/>
          <p:cNvSpPr>
            <a:spLocks noChangeArrowheads="1"/>
          </p:cNvSpPr>
          <p:nvPr/>
        </p:nvSpPr>
        <p:spPr bwMode="auto">
          <a:xfrm>
            <a:off x="11931650" y="692150"/>
            <a:ext cx="215900" cy="431800"/>
          </a:xfrm>
          <a:prstGeom prst="chevron">
            <a:avLst>
              <a:gd name="adj" fmla="val 50000"/>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a:solidFill>
                <a:srgbClr val="FFFFFF"/>
              </a:solidFill>
              <a:latin typeface="宋体" pitchFamily="2" charset="-122"/>
              <a:sym typeface="宋体" pitchFamily="2" charset="-122"/>
            </a:endParaRPr>
          </a:p>
        </p:txBody>
      </p:sp>
    </p:spTree>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 id="2147483897" r:id="rId11"/>
    <p:sldLayoutId id="2147483899" r:id="rId12"/>
    <p:sldLayoutId id="2147483898" r:id="rId13"/>
  </p:sldLayoutIdLst>
  <p:transition spd="slow"/>
  <p:txStyles>
    <p:titleStyle>
      <a:lvl1pPr marL="914400" indent="-914400" algn="ctr" defTabSz="0" rtl="0" eaLnBrk="0" fontAlgn="base" hangingPunct="0">
        <a:spcBef>
          <a:spcPct val="0"/>
        </a:spcBef>
        <a:spcAft>
          <a:spcPct val="0"/>
        </a:spcAft>
        <a:defRPr sz="4400">
          <a:solidFill>
            <a:schemeClr val="tx1"/>
          </a:solidFill>
          <a:latin typeface="+mj-lt"/>
          <a:ea typeface="+mj-ea"/>
          <a:cs typeface="+mj-cs"/>
          <a:sym typeface="Calibri" pitchFamily="34" charset="0"/>
        </a:defRPr>
      </a:lvl1pPr>
      <a:lvl2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itchFamily="34" charset="0"/>
        </a:defRPr>
      </a:lvl2pPr>
      <a:lvl3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itchFamily="34" charset="0"/>
        </a:defRPr>
      </a:lvl3pPr>
      <a:lvl4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itchFamily="34" charset="0"/>
        </a:defRPr>
      </a:lvl4pPr>
      <a:lvl5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itchFamily="34" charset="0"/>
        </a:defRPr>
      </a:lvl5pPr>
      <a:lvl6pPr marL="13716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18288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22860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27432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charset="0"/>
        <a:buChar char="•"/>
        <a:defRPr sz="3200">
          <a:solidFill>
            <a:schemeClr val="tx1"/>
          </a:solidFill>
          <a:latin typeface="+mn-lt"/>
          <a:ea typeface="+mn-ea"/>
          <a:cs typeface="+mn-cs"/>
          <a:sym typeface="Calibri" pitchFamily="34" charset="0"/>
        </a:defRPr>
      </a:lvl1pPr>
      <a:lvl2pPr marL="742950" indent="-285750" algn="l" defTabSz="0" rtl="0" eaLnBrk="0" fontAlgn="base" hangingPunct="0">
        <a:spcBef>
          <a:spcPct val="20000"/>
        </a:spcBef>
        <a:spcAft>
          <a:spcPct val="0"/>
        </a:spcAft>
        <a:buFont typeface="Arial" charset="0"/>
        <a:buChar char="–"/>
        <a:defRPr sz="2800">
          <a:solidFill>
            <a:schemeClr val="tx1"/>
          </a:solidFill>
          <a:latin typeface="+mn-lt"/>
          <a:ea typeface="+mn-ea"/>
          <a:sym typeface="Calibri" pitchFamily="34" charset="0"/>
        </a:defRPr>
      </a:lvl2pPr>
      <a:lvl3pPr marL="1143000" indent="-228600" algn="l" defTabSz="0" rtl="0" eaLnBrk="0" fontAlgn="base" hangingPunct="0">
        <a:spcBef>
          <a:spcPct val="20000"/>
        </a:spcBef>
        <a:spcAft>
          <a:spcPct val="0"/>
        </a:spcAft>
        <a:buFont typeface="Arial" charset="0"/>
        <a:buChar char="•"/>
        <a:defRPr sz="2400">
          <a:solidFill>
            <a:schemeClr val="tx1"/>
          </a:solidFill>
          <a:latin typeface="+mn-lt"/>
          <a:ea typeface="+mn-ea"/>
          <a:sym typeface="Calibri" pitchFamily="34" charset="0"/>
        </a:defRPr>
      </a:lvl3pPr>
      <a:lvl4pPr marL="16002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4pPr>
      <a:lvl5pPr marL="20574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oleObject" Target="../embeddings/oleObject7.bin"/><Relationship Id="rId3" Type="http://schemas.openxmlformats.org/officeDocument/2006/relationships/image" Target="../media/image10.wmf"/><Relationship Id="rId7" Type="http://schemas.openxmlformats.org/officeDocument/2006/relationships/oleObject" Target="../embeddings/oleObject4.bin"/><Relationship Id="rId12" Type="http://schemas.openxmlformats.org/officeDocument/2006/relationships/image" Target="../media/image14.wmf"/><Relationship Id="rId2" Type="http://schemas.openxmlformats.org/officeDocument/2006/relationships/oleObject" Target="../embeddings/oleObject1.bin"/><Relationship Id="rId16" Type="http://schemas.openxmlformats.org/officeDocument/2006/relationships/image" Target="../media/image16.wmf"/><Relationship Id="rId1" Type="http://schemas.openxmlformats.org/officeDocument/2006/relationships/slideLayout" Target="../slideLayouts/slideLayout12.xml"/><Relationship Id="rId6" Type="http://schemas.openxmlformats.org/officeDocument/2006/relationships/oleObject" Target="../embeddings/oleObject3.bin"/><Relationship Id="rId11" Type="http://schemas.openxmlformats.org/officeDocument/2006/relationships/oleObject" Target="../embeddings/oleObject6.bin"/><Relationship Id="rId5" Type="http://schemas.openxmlformats.org/officeDocument/2006/relationships/image" Target="../media/image11.wmf"/><Relationship Id="rId15" Type="http://schemas.openxmlformats.org/officeDocument/2006/relationships/oleObject" Target="../embeddings/oleObject8.bin"/><Relationship Id="rId10" Type="http://schemas.openxmlformats.org/officeDocument/2006/relationships/image" Target="../media/image13.wmf"/><Relationship Id="rId4" Type="http://schemas.openxmlformats.org/officeDocument/2006/relationships/oleObject" Target="../embeddings/oleObject2.bin"/><Relationship Id="rId9" Type="http://schemas.openxmlformats.org/officeDocument/2006/relationships/oleObject" Target="../embeddings/oleObject5.bin"/><Relationship Id="rId14" Type="http://schemas.openxmlformats.org/officeDocument/2006/relationships/image" Target="../media/image15.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fengmi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 y="0"/>
            <a:ext cx="12230100" cy="687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5"/>
          <p:cNvSpPr>
            <a:spLocks noChangeArrowheads="1"/>
          </p:cNvSpPr>
          <p:nvPr/>
        </p:nvSpPr>
        <p:spPr bwMode="auto">
          <a:xfrm>
            <a:off x="1471613" y="4076700"/>
            <a:ext cx="7920037"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lnSpc>
                <a:spcPct val="120000"/>
              </a:lnSpc>
            </a:pPr>
            <a:r>
              <a:rPr lang="zh-CN" altLang="en-US" sz="3200" b="1" dirty="0">
                <a:solidFill>
                  <a:srgbClr val="002060"/>
                </a:solidFill>
                <a:latin typeface="宋体" charset="-122"/>
                <a:cs typeface="Aharoni" pitchFamily="2" charset="-79"/>
              </a:rPr>
              <a:t>数据库虚拟教研室 制作</a:t>
            </a:r>
            <a:endParaRPr lang="zh-CN" altLang="zh-CN" sz="3200" b="1" dirty="0">
              <a:solidFill>
                <a:srgbClr val="002060"/>
              </a:solidFill>
              <a:latin typeface="宋体" charset="-122"/>
              <a:cs typeface="Aharoni" pitchFamily="2" charset="-79"/>
            </a:endParaRPr>
          </a:p>
        </p:txBody>
      </p:sp>
      <p:sp>
        <p:nvSpPr>
          <p:cNvPr id="11" name="矩形 10"/>
          <p:cNvSpPr/>
          <p:nvPr/>
        </p:nvSpPr>
        <p:spPr>
          <a:xfrm>
            <a:off x="1130830" y="46256"/>
            <a:ext cx="2484000"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defRPr/>
            </a:pPr>
            <a:r>
              <a:rPr lang="zh-CN" alt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隶书" panose="02010509060101010101" pitchFamily="49" charset="-122"/>
                <a:ea typeface="隶书" panose="02010509060101010101" pitchFamily="49" charset="-122"/>
              </a:rPr>
              <a:t>数据库</a:t>
            </a:r>
          </a:p>
        </p:txBody>
      </p:sp>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492" y="46256"/>
            <a:ext cx="1356121" cy="859057"/>
          </a:xfrm>
          <a:prstGeom prst="rect">
            <a:avLst/>
          </a:prstGeom>
          <a:ln>
            <a:noFill/>
          </a:ln>
          <a:effectLst>
            <a:softEdge rad="112500"/>
          </a:effectLst>
        </p:spPr>
      </p:pic>
      <p:sp>
        <p:nvSpPr>
          <p:cNvPr id="13" name="TextBox 5"/>
          <p:cNvSpPr>
            <a:spLocks noChangeArrowheads="1"/>
          </p:cNvSpPr>
          <p:nvPr/>
        </p:nvSpPr>
        <p:spPr bwMode="auto">
          <a:xfrm>
            <a:off x="1822450" y="1860550"/>
            <a:ext cx="7218363"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nSpc>
                <a:spcPct val="120000"/>
              </a:lnSpc>
            </a:pPr>
            <a:r>
              <a:rPr lang="en-US" altLang="zh-CN" sz="5400" b="1" dirty="0">
                <a:solidFill>
                  <a:srgbClr val="002060"/>
                </a:solidFill>
                <a:latin typeface="宋体" charset="-122"/>
                <a:cs typeface="Aharoni" pitchFamily="2" charset="-79"/>
              </a:rPr>
              <a:t>《</a:t>
            </a:r>
            <a:r>
              <a:rPr lang="zh-CN" altLang="en-US" sz="5400" b="1" dirty="0">
                <a:solidFill>
                  <a:srgbClr val="002060"/>
                </a:solidFill>
                <a:latin typeface="华文行楷" pitchFamily="2" charset="-122"/>
                <a:ea typeface="华文行楷" pitchFamily="2" charset="-122"/>
                <a:cs typeface="Aharoni" pitchFamily="2" charset="-79"/>
              </a:rPr>
              <a:t>数据库原理及应用</a:t>
            </a:r>
            <a:r>
              <a:rPr lang="en-US" altLang="zh-CN" sz="5400" b="1" dirty="0">
                <a:solidFill>
                  <a:srgbClr val="002060"/>
                </a:solidFill>
                <a:latin typeface="宋体" charset="-122"/>
                <a:cs typeface="Aharoni" pitchFamily="2" charset="-79"/>
              </a:rPr>
              <a:t>》</a:t>
            </a:r>
            <a:endParaRPr lang="zh-CN" altLang="zh-CN" sz="5400" b="1" dirty="0">
              <a:solidFill>
                <a:srgbClr val="002060"/>
              </a:solidFill>
              <a:latin typeface="宋体" charset="-122"/>
              <a:cs typeface="Aharoni" pitchFamily="2" charset="-79"/>
            </a:endParaRPr>
          </a:p>
        </p:txBody>
      </p:sp>
    </p:spTree>
  </p:cSld>
  <p:clrMapOvr>
    <a:masterClrMapping/>
  </p:clrMapOvr>
  <p:transition spd="slow">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p:cNvSpPr>
            <a:spLocks noChangeArrowheads="1"/>
          </p:cNvSpPr>
          <p:nvPr/>
        </p:nvSpPr>
        <p:spPr bwMode="auto">
          <a:xfrm>
            <a:off x="-11113" y="-3175"/>
            <a:ext cx="3003551" cy="6858000"/>
          </a:xfrm>
          <a:prstGeom prst="rect">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a:latin typeface="Calibri" pitchFamily="34" charset="0"/>
              <a:sym typeface="Calibri" pitchFamily="34" charset="0"/>
            </a:endParaRPr>
          </a:p>
        </p:txBody>
      </p:sp>
      <p:sp>
        <p:nvSpPr>
          <p:cNvPr id="4100" name="TextBox 11"/>
          <p:cNvSpPr>
            <a:spLocks noChangeArrowheads="1"/>
          </p:cNvSpPr>
          <p:nvPr/>
        </p:nvSpPr>
        <p:spPr bwMode="auto">
          <a:xfrm>
            <a:off x="4168775" y="4293060"/>
            <a:ext cx="669607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zh-CN" altLang="en-US" sz="3600" b="1" dirty="0">
                <a:solidFill>
                  <a:srgbClr val="CD1F06"/>
                </a:solidFill>
                <a:latin typeface="宋体" pitchFamily="2" charset="-122"/>
                <a:sym typeface="Impact" pitchFamily="34" charset="0"/>
              </a:rPr>
              <a:t>0</a:t>
            </a:r>
            <a:r>
              <a:rPr lang="en-US" altLang="zh-CN" sz="3600" b="1" dirty="0">
                <a:solidFill>
                  <a:srgbClr val="CD1F06"/>
                </a:solidFill>
                <a:latin typeface="宋体" pitchFamily="2" charset="-122"/>
                <a:sym typeface="Impact" pitchFamily="34" charset="0"/>
              </a:rPr>
              <a:t>3</a:t>
            </a:r>
            <a:r>
              <a:rPr lang="zh-CN" altLang="en-US" sz="3600" b="1" dirty="0">
                <a:solidFill>
                  <a:schemeClr val="accent2"/>
                </a:solidFill>
                <a:latin typeface="宋体" pitchFamily="2" charset="-122"/>
                <a:sym typeface="Impact" pitchFamily="34" charset="0"/>
              </a:rPr>
              <a:t> </a:t>
            </a:r>
            <a:r>
              <a:rPr lang="zh-CN" altLang="en-US" sz="3600" b="1" dirty="0">
                <a:latin typeface="宋体" pitchFamily="2" charset="-122"/>
                <a:sym typeface="Impact" pitchFamily="34" charset="0"/>
              </a:rPr>
              <a:t> </a:t>
            </a:r>
            <a:r>
              <a:rPr lang="zh-CN" altLang="en-US" sz="3600" b="1" dirty="0">
                <a:solidFill>
                  <a:srgbClr val="002060"/>
                </a:solidFill>
                <a:latin typeface="宋体" pitchFamily="2" charset="-122"/>
                <a:sym typeface="Impact" pitchFamily="34" charset="0"/>
              </a:rPr>
              <a:t>数据库系统</a:t>
            </a:r>
            <a:endParaRPr lang="zh-CN" altLang="en-US" sz="3600" b="1" dirty="0">
              <a:solidFill>
                <a:srgbClr val="002060"/>
              </a:solidFill>
              <a:latin typeface="宋体" pitchFamily="2" charset="-122"/>
            </a:endParaRPr>
          </a:p>
        </p:txBody>
      </p:sp>
      <p:sp>
        <p:nvSpPr>
          <p:cNvPr id="4101" name="TextBox 10"/>
          <p:cNvSpPr>
            <a:spLocks noChangeArrowheads="1"/>
          </p:cNvSpPr>
          <p:nvPr/>
        </p:nvSpPr>
        <p:spPr bwMode="auto">
          <a:xfrm>
            <a:off x="4168775" y="1806575"/>
            <a:ext cx="669607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zh-CN" altLang="en-US" sz="3600" b="1" dirty="0">
                <a:solidFill>
                  <a:srgbClr val="CD1F06"/>
                </a:solidFill>
                <a:latin typeface="宋体" pitchFamily="2" charset="-122"/>
                <a:sym typeface="Impact" pitchFamily="34" charset="0"/>
              </a:rPr>
              <a:t>0</a:t>
            </a:r>
            <a:r>
              <a:rPr lang="en-US" altLang="zh-CN" sz="3600" b="1" dirty="0">
                <a:solidFill>
                  <a:srgbClr val="CD1F06"/>
                </a:solidFill>
                <a:latin typeface="宋体" pitchFamily="2" charset="-122"/>
                <a:sym typeface="Impact" pitchFamily="34" charset="0"/>
              </a:rPr>
              <a:t>1</a:t>
            </a:r>
            <a:r>
              <a:rPr lang="zh-CN" altLang="en-US" sz="3600" b="1" dirty="0">
                <a:solidFill>
                  <a:srgbClr val="CD1F06"/>
                </a:solidFill>
                <a:latin typeface="宋体" pitchFamily="2" charset="-122"/>
                <a:sym typeface="Impact" pitchFamily="34" charset="0"/>
              </a:rPr>
              <a:t>  </a:t>
            </a:r>
            <a:r>
              <a:rPr lang="zh-CN" altLang="en-US" sz="3600" b="1" dirty="0">
                <a:solidFill>
                  <a:srgbClr val="002060"/>
                </a:solidFill>
                <a:latin typeface="宋体" pitchFamily="2" charset="-122"/>
                <a:sym typeface="Impact" pitchFamily="34" charset="0"/>
              </a:rPr>
              <a:t>数据与信息</a:t>
            </a:r>
            <a:endParaRPr lang="zh-CN" altLang="en-US" sz="3600" b="1" dirty="0">
              <a:solidFill>
                <a:srgbClr val="002060"/>
              </a:solidFill>
              <a:latin typeface="宋体" pitchFamily="2" charset="-122"/>
            </a:endParaRPr>
          </a:p>
        </p:txBody>
      </p:sp>
      <p:sp>
        <p:nvSpPr>
          <p:cNvPr id="4102" name="TextBox 10"/>
          <p:cNvSpPr>
            <a:spLocks noChangeArrowheads="1"/>
          </p:cNvSpPr>
          <p:nvPr/>
        </p:nvSpPr>
        <p:spPr bwMode="auto">
          <a:xfrm>
            <a:off x="4168775" y="3118983"/>
            <a:ext cx="66960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zh-CN" altLang="en-US" sz="3600" b="1" dirty="0">
                <a:solidFill>
                  <a:srgbClr val="CD1F06"/>
                </a:solidFill>
                <a:latin typeface="宋体" pitchFamily="2" charset="-122"/>
                <a:sym typeface="Impact" pitchFamily="34" charset="0"/>
              </a:rPr>
              <a:t>0</a:t>
            </a:r>
            <a:r>
              <a:rPr lang="en-US" altLang="zh-CN" sz="3600" b="1" dirty="0">
                <a:solidFill>
                  <a:srgbClr val="CD1F06"/>
                </a:solidFill>
                <a:latin typeface="宋体" pitchFamily="2" charset="-122"/>
                <a:sym typeface="Impact" pitchFamily="34" charset="0"/>
              </a:rPr>
              <a:t>2  </a:t>
            </a:r>
            <a:r>
              <a:rPr lang="zh-CN" altLang="en-US" sz="3600" b="1" dirty="0">
                <a:solidFill>
                  <a:srgbClr val="002060"/>
                </a:solidFill>
                <a:latin typeface="宋体" pitchFamily="2" charset="-122"/>
                <a:sym typeface="Impact" pitchFamily="34" charset="0"/>
              </a:rPr>
              <a:t>数据模型</a:t>
            </a:r>
            <a:endParaRPr lang="zh-CN" altLang="en-US" sz="3600" b="1" dirty="0">
              <a:solidFill>
                <a:srgbClr val="002060"/>
              </a:solidFill>
              <a:latin typeface="宋体" pitchFamily="2" charset="-122"/>
            </a:endParaRPr>
          </a:p>
        </p:txBody>
      </p:sp>
      <p:sp>
        <p:nvSpPr>
          <p:cNvPr id="8" name="文本框 52"/>
          <p:cNvSpPr>
            <a:spLocks noChangeArrowheads="1"/>
          </p:cNvSpPr>
          <p:nvPr/>
        </p:nvSpPr>
        <p:spPr bwMode="auto">
          <a:xfrm>
            <a:off x="302418" y="1408808"/>
            <a:ext cx="2376488"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4000" b="1" dirty="0">
                <a:solidFill>
                  <a:schemeClr val="bg1"/>
                </a:solidFill>
                <a:latin typeface="+mn-ea"/>
                <a:ea typeface="+mn-ea"/>
              </a:rPr>
              <a:t>目</a:t>
            </a:r>
            <a:endParaRPr lang="en-US" altLang="zh-CN" sz="4000" b="1" dirty="0">
              <a:solidFill>
                <a:schemeClr val="bg1"/>
              </a:solidFill>
              <a:latin typeface="+mn-ea"/>
              <a:ea typeface="+mn-ea"/>
            </a:endParaRPr>
          </a:p>
          <a:p>
            <a:pPr algn="ctr"/>
            <a:endParaRPr lang="en-US" altLang="zh-CN" sz="4000" b="1" dirty="0">
              <a:solidFill>
                <a:schemeClr val="bg1"/>
              </a:solidFill>
              <a:latin typeface="宋体" pitchFamily="2" charset="-122"/>
            </a:endParaRPr>
          </a:p>
          <a:p>
            <a:pPr algn="ctr"/>
            <a:endParaRPr lang="en-US" altLang="zh-CN" sz="4000" b="1" dirty="0">
              <a:solidFill>
                <a:schemeClr val="bg1"/>
              </a:solidFill>
              <a:latin typeface="宋体" pitchFamily="2" charset="-122"/>
            </a:endParaRPr>
          </a:p>
          <a:p>
            <a:pPr algn="ctr"/>
            <a:endParaRPr lang="en-US" altLang="zh-CN" sz="4000" b="1" dirty="0">
              <a:solidFill>
                <a:schemeClr val="bg1"/>
              </a:solidFill>
              <a:latin typeface="宋体" pitchFamily="2" charset="-122"/>
            </a:endParaRPr>
          </a:p>
          <a:p>
            <a:pPr algn="ctr"/>
            <a:endParaRPr lang="en-US" altLang="zh-CN" sz="4000" b="1" dirty="0">
              <a:solidFill>
                <a:schemeClr val="bg1"/>
              </a:solidFill>
              <a:latin typeface="宋体" pitchFamily="2" charset="-122"/>
            </a:endParaRPr>
          </a:p>
          <a:p>
            <a:pPr algn="ctr"/>
            <a:r>
              <a:rPr lang="zh-CN" altLang="en-US" sz="4000" b="1" dirty="0">
                <a:solidFill>
                  <a:schemeClr val="bg1"/>
                </a:solidFill>
                <a:latin typeface="+mn-ea"/>
                <a:ea typeface="+mn-ea"/>
              </a:rPr>
              <a:t>录</a:t>
            </a:r>
          </a:p>
        </p:txBody>
      </p:sp>
      <p:sp>
        <p:nvSpPr>
          <p:cNvPr id="9" name="TextBox 6"/>
          <p:cNvSpPr>
            <a:spLocks noChangeArrowheads="1"/>
          </p:cNvSpPr>
          <p:nvPr/>
        </p:nvSpPr>
        <p:spPr bwMode="auto">
          <a:xfrm>
            <a:off x="2992437" y="116205"/>
            <a:ext cx="439249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zh-CN" altLang="en-US" sz="4000" b="1" dirty="0">
                <a:solidFill>
                  <a:schemeClr val="bg1"/>
                </a:solidFill>
                <a:latin typeface="+mn-ea"/>
                <a:ea typeface="+mn-ea"/>
                <a:sym typeface="Impact" pitchFamily="34" charset="0"/>
              </a:rPr>
              <a:t>第</a:t>
            </a:r>
            <a:r>
              <a:rPr lang="en-US" altLang="zh-CN" sz="4000" b="1" dirty="0">
                <a:solidFill>
                  <a:schemeClr val="bg1"/>
                </a:solidFill>
                <a:latin typeface="+mn-ea"/>
                <a:ea typeface="+mn-ea"/>
                <a:sym typeface="Impact" pitchFamily="34" charset="0"/>
              </a:rPr>
              <a:t>1</a:t>
            </a:r>
            <a:r>
              <a:rPr lang="zh-CN" altLang="en-US" sz="4000" b="1" dirty="0">
                <a:solidFill>
                  <a:schemeClr val="bg1"/>
                </a:solidFill>
                <a:latin typeface="+mn-ea"/>
                <a:ea typeface="+mn-ea"/>
                <a:sym typeface="Impact" pitchFamily="34" charset="0"/>
              </a:rPr>
              <a:t>章 数据库基础</a:t>
            </a:r>
            <a:endParaRPr lang="zh-CN" altLang="en-US" sz="4000" b="1" dirty="0">
              <a:solidFill>
                <a:schemeClr val="bg1"/>
              </a:solidFill>
              <a:latin typeface="+mn-ea"/>
              <a:ea typeface="+mn-ea"/>
            </a:endParaRPr>
          </a:p>
        </p:txBody>
      </p:sp>
    </p:spTree>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 什么是数据</a:t>
            </a:r>
            <a:endParaRPr lang="zh-CN" altLang="en-US" sz="4000" b="1" dirty="0">
              <a:solidFill>
                <a:schemeClr val="bg1"/>
              </a:solidFill>
              <a:latin typeface="+mn-ea"/>
              <a:ea typeface="+mn-ea"/>
            </a:endParaRPr>
          </a:p>
        </p:txBody>
      </p:sp>
      <p:sp>
        <p:nvSpPr>
          <p:cNvPr id="10" name="Rectangle 2"/>
          <p:cNvSpPr txBox="1">
            <a:spLocks noChangeArrowheads="1"/>
          </p:cNvSpPr>
          <p:nvPr/>
        </p:nvSpPr>
        <p:spPr>
          <a:xfrm>
            <a:off x="355600" y="1457325"/>
            <a:ext cx="11504613" cy="5283200"/>
          </a:xfrm>
          <a:prstGeom prst="rect">
            <a:avLst/>
          </a:prstGeom>
        </p:spPr>
        <p:txBody>
          <a:bodyPr/>
          <a:lstStyle>
            <a:lvl1pPr marL="342900" indent="-342900" algn="l" defTabSz="0" rtl="0" eaLnBrk="0" fontAlgn="base" hangingPunct="0">
              <a:spcBef>
                <a:spcPct val="20000"/>
              </a:spcBef>
              <a:spcAft>
                <a:spcPct val="0"/>
              </a:spcAft>
              <a:buFont typeface="Arial" charset="0"/>
              <a:buChar char="•"/>
              <a:defRPr sz="3200">
                <a:solidFill>
                  <a:schemeClr val="tx1"/>
                </a:solidFill>
                <a:latin typeface="+mn-lt"/>
                <a:ea typeface="+mn-ea"/>
                <a:cs typeface="+mn-cs"/>
                <a:sym typeface="Calibri" pitchFamily="34" charset="0"/>
              </a:defRPr>
            </a:lvl1pPr>
            <a:lvl2pPr marL="742950" indent="-285750" algn="l" defTabSz="0" rtl="0" eaLnBrk="0" fontAlgn="base" hangingPunct="0">
              <a:spcBef>
                <a:spcPct val="20000"/>
              </a:spcBef>
              <a:spcAft>
                <a:spcPct val="0"/>
              </a:spcAft>
              <a:buFont typeface="Arial" charset="0"/>
              <a:buChar char="–"/>
              <a:defRPr sz="2800">
                <a:solidFill>
                  <a:schemeClr val="tx1"/>
                </a:solidFill>
                <a:latin typeface="+mn-lt"/>
                <a:ea typeface="+mn-ea"/>
                <a:sym typeface="Calibri" pitchFamily="34" charset="0"/>
              </a:defRPr>
            </a:lvl2pPr>
            <a:lvl3pPr marL="1143000" indent="-228600" algn="l" defTabSz="0" rtl="0" eaLnBrk="0" fontAlgn="base" hangingPunct="0">
              <a:spcBef>
                <a:spcPct val="20000"/>
              </a:spcBef>
              <a:spcAft>
                <a:spcPct val="0"/>
              </a:spcAft>
              <a:buFont typeface="Arial" charset="0"/>
              <a:buChar char="•"/>
              <a:defRPr sz="2400">
                <a:solidFill>
                  <a:schemeClr val="tx1"/>
                </a:solidFill>
                <a:latin typeface="+mn-lt"/>
                <a:ea typeface="+mn-ea"/>
                <a:sym typeface="Calibri" pitchFamily="34" charset="0"/>
              </a:defRPr>
            </a:lvl3pPr>
            <a:lvl4pPr marL="16002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4pPr>
            <a:lvl5pPr marL="20574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a:lstStyle>
          <a:p>
            <a:pPr algn="just">
              <a:lnSpc>
                <a:spcPct val="105000"/>
              </a:lnSpc>
              <a:buClr>
                <a:srgbClr val="FF3300"/>
              </a:buClr>
              <a:buFont typeface="Wingdings" pitchFamily="2" charset="2"/>
              <a:buNone/>
              <a:defRPr/>
            </a:pPr>
            <a:r>
              <a:rPr lang="en-US" altLang="zh-CN" sz="3600" b="1" dirty="0">
                <a:solidFill>
                  <a:srgbClr val="000066"/>
                </a:solidFill>
                <a:effectLst>
                  <a:outerShdw blurRad="38100" dist="38100" dir="2700000" algn="tl">
                    <a:srgbClr val="C0C0C0"/>
                  </a:outerShdw>
                </a:effectLst>
                <a:latin typeface="仿宋_GB2312" pitchFamily="49" charset="-122"/>
                <a:ea typeface="仿宋_GB2312" pitchFamily="49" charset="-122"/>
              </a:rPr>
              <a:t>            </a:t>
            </a:r>
            <a:r>
              <a:rPr lang="zh-CN" altLang="en-US" b="1" dirty="0">
                <a:solidFill>
                  <a:srgbClr val="000066"/>
                </a:solidFill>
                <a:effectLst>
                  <a:outerShdw blurRad="38100" dist="38100" dir="2700000" algn="tl">
                    <a:srgbClr val="C0C0C0"/>
                  </a:outerShdw>
                </a:effectLst>
                <a:latin typeface="仿宋_GB2312" pitchFamily="49" charset="-122"/>
                <a:ea typeface="仿宋_GB2312" pitchFamily="49" charset="-122"/>
              </a:rPr>
              <a:t>数量描述：</a:t>
            </a:r>
            <a:r>
              <a:rPr lang="en-US" altLang="zh-CN" b="1" dirty="0">
                <a:solidFill>
                  <a:srgbClr val="000066"/>
                </a:solidFill>
                <a:effectLst>
                  <a:outerShdw blurRad="38100" dist="38100" dir="2700000" algn="tl">
                    <a:srgbClr val="C0C0C0"/>
                  </a:outerShdw>
                </a:effectLst>
                <a:latin typeface="仿宋_GB2312" pitchFamily="49" charset="-122"/>
                <a:ea typeface="仿宋_GB2312" pitchFamily="49" charset="-122"/>
              </a:rPr>
              <a:t>0</a:t>
            </a:r>
            <a:r>
              <a:rPr lang="zh-CN" altLang="en-US" b="1" dirty="0">
                <a:solidFill>
                  <a:srgbClr val="000066"/>
                </a:solidFill>
                <a:effectLst>
                  <a:outerShdw blurRad="38100" dist="38100" dir="2700000" algn="tl">
                    <a:srgbClr val="C0C0C0"/>
                  </a:outerShdw>
                </a:effectLst>
                <a:latin typeface="仿宋_GB2312" pitchFamily="49" charset="-122"/>
                <a:ea typeface="仿宋_GB2312" pitchFamily="49" charset="-122"/>
              </a:rPr>
              <a:t>、</a:t>
            </a:r>
            <a:r>
              <a:rPr lang="en-US" altLang="zh-CN" b="1" dirty="0">
                <a:solidFill>
                  <a:srgbClr val="000066"/>
                </a:solidFill>
                <a:effectLst>
                  <a:outerShdw blurRad="38100" dist="38100" dir="2700000" algn="tl">
                    <a:srgbClr val="C0C0C0"/>
                  </a:outerShdw>
                </a:effectLst>
                <a:latin typeface="仿宋_GB2312" pitchFamily="49" charset="-122"/>
                <a:ea typeface="仿宋_GB2312" pitchFamily="49" charset="-122"/>
              </a:rPr>
              <a:t>1</a:t>
            </a:r>
            <a:r>
              <a:rPr lang="zh-CN" altLang="en-US" b="1" dirty="0">
                <a:solidFill>
                  <a:srgbClr val="000066"/>
                </a:solidFill>
                <a:effectLst>
                  <a:outerShdw blurRad="38100" dist="38100" dir="2700000" algn="tl">
                    <a:srgbClr val="C0C0C0"/>
                  </a:outerShdw>
                </a:effectLst>
                <a:latin typeface="仿宋_GB2312" pitchFamily="49" charset="-122"/>
                <a:ea typeface="仿宋_GB2312" pitchFamily="49" charset="-122"/>
              </a:rPr>
              <a:t>、</a:t>
            </a:r>
            <a:r>
              <a:rPr lang="en-US" altLang="zh-CN" b="1" dirty="0">
                <a:solidFill>
                  <a:srgbClr val="000066"/>
                </a:solidFill>
                <a:effectLst>
                  <a:outerShdw blurRad="38100" dist="38100" dir="2700000" algn="tl">
                    <a:srgbClr val="C0C0C0"/>
                  </a:outerShdw>
                </a:effectLst>
                <a:latin typeface="仿宋_GB2312" pitchFamily="49" charset="-122"/>
                <a:ea typeface="仿宋_GB2312" pitchFamily="49" charset="-122"/>
              </a:rPr>
              <a:t>100</a:t>
            </a:r>
            <a:r>
              <a:rPr lang="zh-CN" altLang="en-US" b="1" dirty="0">
                <a:solidFill>
                  <a:srgbClr val="000066"/>
                </a:solidFill>
                <a:effectLst>
                  <a:outerShdw blurRad="38100" dist="38100" dir="2700000" algn="tl">
                    <a:srgbClr val="C0C0C0"/>
                  </a:outerShdw>
                </a:effectLst>
                <a:latin typeface="仿宋_GB2312" pitchFamily="49" charset="-122"/>
                <a:ea typeface="仿宋_GB2312" pitchFamily="49" charset="-122"/>
              </a:rPr>
              <a:t>、</a:t>
            </a:r>
            <a:r>
              <a:rPr lang="en-US" altLang="zh-CN" b="1" dirty="0">
                <a:solidFill>
                  <a:srgbClr val="000066"/>
                </a:solidFill>
                <a:effectLst>
                  <a:outerShdw blurRad="38100" dist="38100" dir="2700000" algn="tl">
                    <a:srgbClr val="C0C0C0"/>
                  </a:outerShdw>
                </a:effectLst>
                <a:latin typeface="仿宋_GB2312" pitchFamily="49" charset="-122"/>
                <a:ea typeface="仿宋_GB2312" pitchFamily="49" charset="-122"/>
              </a:rPr>
              <a:t>3.14</a:t>
            </a:r>
            <a:endParaRPr lang="zh-CN" altLang="en-US" b="1" dirty="0">
              <a:solidFill>
                <a:srgbClr val="000066"/>
              </a:solidFill>
              <a:effectLst>
                <a:outerShdw blurRad="38100" dist="38100" dir="2700000" algn="tl">
                  <a:srgbClr val="C0C0C0"/>
                </a:outerShdw>
              </a:effectLst>
              <a:latin typeface="仿宋_GB2312" pitchFamily="49" charset="-122"/>
              <a:ea typeface="仿宋_GB2312" pitchFamily="49" charset="-122"/>
            </a:endParaRPr>
          </a:p>
          <a:p>
            <a:pPr algn="just">
              <a:lnSpc>
                <a:spcPct val="105000"/>
              </a:lnSpc>
              <a:buClr>
                <a:srgbClr val="FF3300"/>
              </a:buClr>
              <a:buFont typeface="Wingdings" pitchFamily="2" charset="2"/>
              <a:buNone/>
              <a:defRPr/>
            </a:pPr>
            <a:r>
              <a:rPr lang="zh-CN" altLang="en-US" b="1" dirty="0">
                <a:solidFill>
                  <a:srgbClr val="000066"/>
                </a:solidFill>
                <a:effectLst>
                  <a:outerShdw blurRad="38100" dist="38100" dir="2700000" algn="tl">
                    <a:srgbClr val="C0C0C0"/>
                  </a:outerShdw>
                </a:effectLst>
                <a:latin typeface="仿宋_GB2312" pitchFamily="49" charset="-122"/>
                <a:ea typeface="仿宋_GB2312" pitchFamily="49" charset="-122"/>
              </a:rPr>
              <a:t>   事物描述  文字陈述：我是一个学生</a:t>
            </a:r>
          </a:p>
          <a:p>
            <a:pPr algn="just">
              <a:lnSpc>
                <a:spcPct val="105000"/>
              </a:lnSpc>
              <a:buClr>
                <a:srgbClr val="FF3300"/>
              </a:buClr>
              <a:buFont typeface="Wingdings" pitchFamily="2" charset="2"/>
              <a:buNone/>
              <a:defRPr/>
            </a:pPr>
            <a:r>
              <a:rPr lang="zh-CN" altLang="en-US" dirty="0">
                <a:solidFill>
                  <a:srgbClr val="000066"/>
                </a:solidFill>
                <a:latin typeface="宋体" pitchFamily="2" charset="-122"/>
              </a:rPr>
              <a:t>             </a:t>
            </a:r>
            <a:r>
              <a:rPr lang="zh-CN" altLang="en-US" b="1" dirty="0">
                <a:solidFill>
                  <a:srgbClr val="000066"/>
                </a:solidFill>
                <a:effectLst>
                  <a:outerShdw blurRad="38100" dist="38100" dir="2700000" algn="tl">
                    <a:srgbClr val="C0C0C0"/>
                  </a:outerShdw>
                </a:effectLst>
                <a:latin typeface="仿宋_GB2312" pitchFamily="49" charset="-122"/>
                <a:ea typeface="仿宋_GB2312" pitchFamily="49" charset="-122"/>
              </a:rPr>
              <a:t>图形图象：</a:t>
            </a:r>
            <a:r>
              <a:rPr lang="zh-CN" altLang="en-US" dirty="0">
                <a:solidFill>
                  <a:srgbClr val="003366"/>
                </a:solidFill>
                <a:latin typeface="宋体" pitchFamily="2" charset="-122"/>
              </a:rPr>
              <a:t>     </a:t>
            </a:r>
            <a:endParaRPr lang="en-US" altLang="zh-CN" dirty="0">
              <a:solidFill>
                <a:srgbClr val="003366"/>
              </a:solidFill>
              <a:latin typeface="宋体" pitchFamily="2" charset="-122"/>
            </a:endParaRPr>
          </a:p>
          <a:p>
            <a:pPr algn="just">
              <a:lnSpc>
                <a:spcPct val="105000"/>
              </a:lnSpc>
              <a:buClr>
                <a:srgbClr val="FF3300"/>
              </a:buClr>
              <a:buFont typeface="Wingdings" pitchFamily="2" charset="2"/>
              <a:buNone/>
              <a:defRPr/>
            </a:pPr>
            <a:r>
              <a:rPr lang="zh-CN" altLang="en-US" dirty="0">
                <a:solidFill>
                  <a:srgbClr val="003366"/>
                </a:solidFill>
                <a:latin typeface="宋体" pitchFamily="2" charset="-122"/>
              </a:rPr>
              <a:t>               </a:t>
            </a:r>
            <a:r>
              <a:rPr lang="en-US" altLang="zh-CN" dirty="0">
                <a:solidFill>
                  <a:srgbClr val="003366"/>
                </a:solidFill>
                <a:latin typeface="宋体" pitchFamily="2" charset="-122"/>
              </a:rPr>
              <a:t>……</a:t>
            </a:r>
            <a:endParaRPr lang="zh-CN" altLang="en-US" dirty="0">
              <a:solidFill>
                <a:srgbClr val="003366"/>
              </a:solidFill>
              <a:latin typeface="宋体" pitchFamily="2" charset="-122"/>
            </a:endParaRPr>
          </a:p>
          <a:p>
            <a:pPr lvl="1" algn="just">
              <a:lnSpc>
                <a:spcPct val="105000"/>
              </a:lnSpc>
              <a:buClr>
                <a:srgbClr val="0000FF"/>
              </a:buClr>
              <a:buFont typeface="Wingdings" pitchFamily="2" charset="2"/>
              <a:buChar char="²"/>
              <a:defRPr/>
            </a:pPr>
            <a:r>
              <a:rPr lang="zh-CN" altLang="en-US" sz="3600" b="1" dirty="0">
                <a:effectLst>
                  <a:outerShdw blurRad="38100" dist="38100" dir="2700000" algn="tl">
                    <a:srgbClr val="C0C0C0"/>
                  </a:outerShdw>
                </a:effectLst>
                <a:latin typeface="仿宋_GB2312" pitchFamily="49" charset="-122"/>
                <a:ea typeface="仿宋_GB2312" pitchFamily="49" charset="-122"/>
              </a:rPr>
              <a:t> </a:t>
            </a:r>
            <a:r>
              <a:rPr lang="zh-CN" altLang="en-US" sz="3200" b="1" dirty="0">
                <a:solidFill>
                  <a:srgbClr val="C00000"/>
                </a:solidFill>
                <a:effectLst>
                  <a:outerShdw blurRad="38100" dist="38100" dir="2700000" algn="tl">
                    <a:srgbClr val="C0C0C0"/>
                  </a:outerShdw>
                </a:effectLst>
                <a:latin typeface="仿宋_GB2312" pitchFamily="49" charset="-122"/>
                <a:ea typeface="仿宋_GB2312" pitchFamily="49" charset="-122"/>
              </a:rPr>
              <a:t>数据：</a:t>
            </a:r>
            <a:r>
              <a:rPr lang="zh-CN" altLang="en-US" sz="3200" b="1" dirty="0">
                <a:solidFill>
                  <a:srgbClr val="000066"/>
                </a:solidFill>
                <a:effectLst>
                  <a:outerShdw blurRad="38100" dist="38100" dir="2700000" algn="tl">
                    <a:srgbClr val="C0C0C0"/>
                  </a:outerShdw>
                </a:effectLst>
                <a:latin typeface="仿宋_GB2312" pitchFamily="49" charset="-122"/>
                <a:ea typeface="仿宋_GB2312" pitchFamily="49" charset="-122"/>
              </a:rPr>
              <a:t>用文字、数字、图象等各种符号对客观事实的表达。</a:t>
            </a:r>
            <a:endParaRPr lang="en-US" altLang="zh-CN" sz="3200" b="1" dirty="0">
              <a:solidFill>
                <a:srgbClr val="000066"/>
              </a:solidFill>
              <a:effectLst>
                <a:outerShdw blurRad="38100" dist="38100" dir="2700000" algn="tl">
                  <a:srgbClr val="C0C0C0"/>
                </a:outerShdw>
              </a:effectLst>
              <a:latin typeface="仿宋_GB2312" pitchFamily="49" charset="-122"/>
              <a:ea typeface="仿宋_GB2312" pitchFamily="49" charset="-122"/>
            </a:endParaRPr>
          </a:p>
          <a:p>
            <a:pPr lvl="1" algn="just">
              <a:lnSpc>
                <a:spcPct val="105000"/>
              </a:lnSpc>
              <a:buClr>
                <a:srgbClr val="0000FF"/>
              </a:buClr>
              <a:buFont typeface="Wingdings" pitchFamily="2" charset="2"/>
              <a:buChar char="²"/>
              <a:defRPr/>
            </a:pPr>
            <a:r>
              <a:rPr lang="zh-CN" altLang="en-US" sz="3200" b="1" dirty="0">
                <a:solidFill>
                  <a:srgbClr val="000066"/>
                </a:solidFill>
                <a:effectLst>
                  <a:outerShdw blurRad="38100" dist="38100" dir="2700000" algn="tl">
                    <a:srgbClr val="C0C0C0"/>
                  </a:outerShdw>
                </a:effectLst>
                <a:latin typeface="仿宋_GB2312" pitchFamily="49" charset="-122"/>
                <a:ea typeface="仿宋_GB2312" pitchFamily="49" charset="-122"/>
              </a:rPr>
              <a:t>数据是计算机实际能处理的一切对象，只是它们有外部可视形式和内部处理形式的区别而已。</a:t>
            </a:r>
          </a:p>
          <a:p>
            <a:pPr lvl="1" algn="just">
              <a:lnSpc>
                <a:spcPct val="105000"/>
              </a:lnSpc>
              <a:buClr>
                <a:srgbClr val="0000FF"/>
              </a:buClr>
              <a:buFont typeface="Wingdings" pitchFamily="2" charset="2"/>
              <a:buChar char="²"/>
              <a:defRPr/>
            </a:pPr>
            <a:endParaRPr lang="en-US" altLang="zh-CN" sz="3600" b="1" dirty="0">
              <a:solidFill>
                <a:srgbClr val="990099"/>
              </a:solidFill>
              <a:effectLst>
                <a:outerShdw blurRad="38100" dist="38100" dir="2700000" algn="tl">
                  <a:srgbClr val="C0C0C0"/>
                </a:outerShdw>
              </a:effectLst>
              <a:latin typeface="仿宋_GB2312" pitchFamily="49" charset="-122"/>
              <a:ea typeface="仿宋_GB2312" pitchFamily="49" charset="-122"/>
            </a:endParaRPr>
          </a:p>
          <a:p>
            <a:pPr lvl="1" algn="just">
              <a:lnSpc>
                <a:spcPct val="105000"/>
              </a:lnSpc>
              <a:buClr>
                <a:srgbClr val="0000FF"/>
              </a:buClr>
              <a:buFont typeface="Wingdings" pitchFamily="2" charset="2"/>
              <a:buChar char="²"/>
              <a:defRPr/>
            </a:pPr>
            <a:endParaRPr lang="zh-CN" altLang="en-US" dirty="0">
              <a:latin typeface="宋体" pitchFamily="2" charset="-122"/>
            </a:endParaRPr>
          </a:p>
        </p:txBody>
      </p:sp>
      <p:sp>
        <p:nvSpPr>
          <p:cNvPr id="11" name="AutoShape 4"/>
          <p:cNvSpPr>
            <a:spLocks/>
          </p:cNvSpPr>
          <p:nvPr/>
        </p:nvSpPr>
        <p:spPr bwMode="auto">
          <a:xfrm>
            <a:off x="2767013" y="1628775"/>
            <a:ext cx="266700" cy="2232025"/>
          </a:xfrm>
          <a:prstGeom prst="leftBrace">
            <a:avLst>
              <a:gd name="adj1" fmla="val 45238"/>
              <a:gd name="adj2" fmla="val 50000"/>
            </a:avLst>
          </a:prstGeom>
          <a:noFill/>
          <a:ln w="38100">
            <a:solidFill>
              <a:srgbClr val="008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TW" altLang="en-US" sz="2400">
              <a:effectLst>
                <a:outerShdw blurRad="38100" dist="38100" dir="2700000" algn="tl">
                  <a:srgbClr val="C0C0C0"/>
                </a:outerShdw>
              </a:effectLst>
              <a:latin typeface="Times New Roman" pitchFamily="18" charset="0"/>
            </a:endParaRPr>
          </a:p>
        </p:txBody>
      </p:sp>
      <p:pic>
        <p:nvPicPr>
          <p:cNvPr id="5125" name="图片 1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3638" y="2709863"/>
            <a:ext cx="758825"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矩形 1"/>
          <p:cNvSpPr>
            <a:spLocks noChangeArrowheads="1"/>
          </p:cNvSpPr>
          <p:nvPr/>
        </p:nvSpPr>
        <p:spPr bwMode="auto">
          <a:xfrm>
            <a:off x="5235575" y="2744788"/>
            <a:ext cx="871538" cy="723900"/>
          </a:xfrm>
          <a:prstGeom prst="rect">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spTree>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 什么是信息</a:t>
            </a:r>
            <a:endParaRPr lang="zh-CN" altLang="en-US" sz="4000" b="1" dirty="0">
              <a:solidFill>
                <a:schemeClr val="bg1"/>
              </a:solidFill>
              <a:latin typeface="+mn-ea"/>
              <a:ea typeface="+mn-ea"/>
            </a:endParaRPr>
          </a:p>
        </p:txBody>
      </p:sp>
      <p:sp>
        <p:nvSpPr>
          <p:cNvPr id="10" name="Rectangle 2"/>
          <p:cNvSpPr txBox="1">
            <a:spLocks noChangeArrowheads="1"/>
          </p:cNvSpPr>
          <p:nvPr/>
        </p:nvSpPr>
        <p:spPr>
          <a:xfrm>
            <a:off x="304800" y="1341438"/>
            <a:ext cx="11266488" cy="1439862"/>
          </a:xfrm>
          <a:prstGeom prst="rect">
            <a:avLst/>
          </a:prstGeom>
        </p:spPr>
        <p:txBody>
          <a:bodyPr/>
          <a:lstStyle>
            <a:lvl1pPr marL="342900" indent="-342900" algn="l" defTabSz="0" rtl="0" eaLnBrk="0" fontAlgn="base" hangingPunct="0">
              <a:spcBef>
                <a:spcPct val="20000"/>
              </a:spcBef>
              <a:spcAft>
                <a:spcPct val="0"/>
              </a:spcAft>
              <a:buFont typeface="Arial" charset="0"/>
              <a:buChar char="•"/>
              <a:defRPr sz="3200">
                <a:solidFill>
                  <a:schemeClr val="tx1"/>
                </a:solidFill>
                <a:latin typeface="+mn-lt"/>
                <a:ea typeface="+mn-ea"/>
                <a:cs typeface="+mn-cs"/>
                <a:sym typeface="Calibri" pitchFamily="34" charset="0"/>
              </a:defRPr>
            </a:lvl1pPr>
            <a:lvl2pPr marL="742950" indent="-285750" algn="l" defTabSz="0" rtl="0" eaLnBrk="0" fontAlgn="base" hangingPunct="0">
              <a:spcBef>
                <a:spcPct val="20000"/>
              </a:spcBef>
              <a:spcAft>
                <a:spcPct val="0"/>
              </a:spcAft>
              <a:buFont typeface="Arial" charset="0"/>
              <a:buChar char="–"/>
              <a:defRPr sz="2800">
                <a:solidFill>
                  <a:schemeClr val="tx1"/>
                </a:solidFill>
                <a:latin typeface="+mn-lt"/>
                <a:ea typeface="+mn-ea"/>
                <a:sym typeface="Calibri" pitchFamily="34" charset="0"/>
              </a:defRPr>
            </a:lvl2pPr>
            <a:lvl3pPr marL="1143000" indent="-228600" algn="l" defTabSz="0" rtl="0" eaLnBrk="0" fontAlgn="base" hangingPunct="0">
              <a:spcBef>
                <a:spcPct val="20000"/>
              </a:spcBef>
              <a:spcAft>
                <a:spcPct val="0"/>
              </a:spcAft>
              <a:buFont typeface="Arial" charset="0"/>
              <a:buChar char="•"/>
              <a:defRPr sz="2400">
                <a:solidFill>
                  <a:schemeClr val="tx1"/>
                </a:solidFill>
                <a:latin typeface="+mn-lt"/>
                <a:ea typeface="+mn-ea"/>
                <a:sym typeface="Calibri" pitchFamily="34" charset="0"/>
              </a:defRPr>
            </a:lvl3pPr>
            <a:lvl4pPr marL="16002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4pPr>
            <a:lvl5pPr marL="20574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a:lstStyle>
          <a:p>
            <a:pPr algn="just">
              <a:lnSpc>
                <a:spcPct val="105000"/>
              </a:lnSpc>
              <a:buClr>
                <a:srgbClr val="FF3300"/>
              </a:buClr>
              <a:buFont typeface="Wingdings" pitchFamily="2" charset="2"/>
              <a:buNone/>
              <a:defRPr/>
            </a:pPr>
            <a:r>
              <a:rPr lang="zh-CN" altLang="en-US" sz="3600" b="1" dirty="0">
                <a:solidFill>
                  <a:srgbClr val="000066"/>
                </a:solidFill>
                <a:effectLst>
                  <a:outerShdw blurRad="38100" dist="38100" dir="2700000" algn="tl">
                    <a:srgbClr val="C0C0C0"/>
                  </a:outerShdw>
                </a:effectLst>
                <a:latin typeface="仿宋_GB2312" pitchFamily="49" charset="-122"/>
                <a:ea typeface="仿宋_GB2312" pitchFamily="49" charset="-122"/>
              </a:rPr>
              <a:t>请说出如下数据的含义：</a:t>
            </a:r>
            <a:r>
              <a:rPr lang="en-US" altLang="zh-CN" sz="3600" b="1" dirty="0">
                <a:solidFill>
                  <a:srgbClr val="000066"/>
                </a:solidFill>
                <a:effectLst>
                  <a:outerShdw blurRad="38100" dist="38100" dir="2700000" algn="tl">
                    <a:srgbClr val="C0C0C0"/>
                  </a:outerShdw>
                </a:effectLst>
                <a:latin typeface="仿宋_GB2312" pitchFamily="49" charset="-122"/>
                <a:ea typeface="仿宋_GB2312" pitchFamily="49" charset="-122"/>
              </a:rPr>
              <a:t>            </a:t>
            </a:r>
          </a:p>
          <a:p>
            <a:pPr algn="just">
              <a:lnSpc>
                <a:spcPct val="105000"/>
              </a:lnSpc>
              <a:buClr>
                <a:srgbClr val="FF3300"/>
              </a:buClr>
              <a:buFont typeface="Wingdings" pitchFamily="2" charset="2"/>
              <a:buNone/>
              <a:defRPr/>
            </a:pPr>
            <a:r>
              <a:rPr lang="en-US" altLang="zh-CN" b="1" dirty="0">
                <a:solidFill>
                  <a:srgbClr val="000066"/>
                </a:solidFill>
                <a:effectLst>
                  <a:outerShdw blurRad="38100" dist="38100" dir="2700000" algn="tl">
                    <a:srgbClr val="C0C0C0"/>
                  </a:outerShdw>
                </a:effectLst>
                <a:latin typeface="仿宋_GB2312" pitchFamily="49" charset="-122"/>
                <a:ea typeface="仿宋_GB2312" pitchFamily="49" charset="-122"/>
              </a:rPr>
              <a:t>            </a:t>
            </a:r>
            <a:r>
              <a:rPr lang="zh-CN" altLang="en-US" b="1" dirty="0">
                <a:solidFill>
                  <a:srgbClr val="000066"/>
                </a:solidFill>
                <a:effectLst>
                  <a:outerShdw blurRad="38100" dist="38100" dir="2700000" algn="tl">
                    <a:srgbClr val="C0C0C0"/>
                  </a:outerShdw>
                </a:effectLst>
                <a:latin typeface="仿宋_GB2312" pitchFamily="49" charset="-122"/>
                <a:ea typeface="仿宋_GB2312" pitchFamily="49" charset="-122"/>
              </a:rPr>
              <a:t>白云、</a:t>
            </a:r>
            <a:r>
              <a:rPr lang="en-US" altLang="zh-CN" b="1" dirty="0">
                <a:solidFill>
                  <a:srgbClr val="000066"/>
                </a:solidFill>
                <a:effectLst>
                  <a:outerShdw blurRad="38100" dist="38100" dir="2700000" algn="tl">
                    <a:srgbClr val="C0C0C0"/>
                  </a:outerShdw>
                </a:effectLst>
                <a:latin typeface="仿宋_GB2312" pitchFamily="49" charset="-122"/>
                <a:ea typeface="仿宋_GB2312" pitchFamily="49" charset="-122"/>
              </a:rPr>
              <a:t>20</a:t>
            </a:r>
            <a:r>
              <a:rPr lang="zh-CN" altLang="en-US" b="1" dirty="0">
                <a:solidFill>
                  <a:srgbClr val="000066"/>
                </a:solidFill>
                <a:effectLst>
                  <a:outerShdw blurRad="38100" dist="38100" dir="2700000" algn="tl">
                    <a:srgbClr val="C0C0C0"/>
                  </a:outerShdw>
                </a:effectLst>
                <a:latin typeface="仿宋_GB2312" pitchFamily="49" charset="-122"/>
                <a:ea typeface="仿宋_GB2312" pitchFamily="49" charset="-122"/>
              </a:rPr>
              <a:t>、计算机、</a:t>
            </a:r>
            <a:r>
              <a:rPr lang="en-US" altLang="zh-CN" b="1" dirty="0">
                <a:solidFill>
                  <a:srgbClr val="000066"/>
                </a:solidFill>
                <a:effectLst>
                  <a:outerShdw blurRad="38100" dist="38100" dir="2700000" algn="tl">
                    <a:srgbClr val="C0C0C0"/>
                  </a:outerShdw>
                </a:effectLst>
                <a:latin typeface="仿宋_GB2312" pitchFamily="49" charset="-122"/>
                <a:ea typeface="仿宋_GB2312" pitchFamily="49" charset="-122"/>
              </a:rPr>
              <a:t>199001</a:t>
            </a:r>
            <a:endParaRPr lang="zh-CN" altLang="en-US" b="1" dirty="0">
              <a:solidFill>
                <a:srgbClr val="000066"/>
              </a:solidFill>
              <a:effectLst>
                <a:outerShdw blurRad="38100" dist="38100" dir="2700000" algn="tl">
                  <a:srgbClr val="C0C0C0"/>
                </a:outerShdw>
              </a:effectLst>
              <a:latin typeface="仿宋_GB2312" pitchFamily="49" charset="-122"/>
              <a:ea typeface="仿宋_GB2312" pitchFamily="49" charset="-122"/>
            </a:endParaRPr>
          </a:p>
        </p:txBody>
      </p:sp>
      <p:grpSp>
        <p:nvGrpSpPr>
          <p:cNvPr id="6148" name="组合 7"/>
          <p:cNvGrpSpPr>
            <a:grpSpLocks/>
          </p:cNvGrpSpPr>
          <p:nvPr/>
        </p:nvGrpSpPr>
        <p:grpSpPr bwMode="auto">
          <a:xfrm>
            <a:off x="304800" y="2641600"/>
            <a:ext cx="11266488" cy="2325688"/>
            <a:chOff x="304798" y="2641450"/>
            <a:chExt cx="11266755" cy="2402775"/>
          </a:xfrm>
        </p:grpSpPr>
        <p:sp>
          <p:nvSpPr>
            <p:cNvPr id="14" name="Rectangle 2"/>
            <p:cNvSpPr txBox="1">
              <a:spLocks noChangeArrowheads="1"/>
            </p:cNvSpPr>
            <p:nvPr/>
          </p:nvSpPr>
          <p:spPr>
            <a:xfrm>
              <a:off x="304798" y="3604200"/>
              <a:ext cx="11266755" cy="1440025"/>
            </a:xfrm>
            <a:prstGeom prst="rect">
              <a:avLst/>
            </a:prstGeom>
          </p:spPr>
          <p:txBody>
            <a:bodyPr/>
            <a:lstStyle>
              <a:lvl1pPr marL="342900" indent="-342900" algn="l" defTabSz="0" rtl="0" eaLnBrk="0" fontAlgn="base" hangingPunct="0">
                <a:spcBef>
                  <a:spcPct val="20000"/>
                </a:spcBef>
                <a:spcAft>
                  <a:spcPct val="0"/>
                </a:spcAft>
                <a:buFont typeface="Arial" charset="0"/>
                <a:buChar char="•"/>
                <a:defRPr sz="3200">
                  <a:solidFill>
                    <a:schemeClr val="tx1"/>
                  </a:solidFill>
                  <a:latin typeface="+mn-lt"/>
                  <a:ea typeface="+mn-ea"/>
                  <a:cs typeface="+mn-cs"/>
                  <a:sym typeface="Calibri" pitchFamily="34" charset="0"/>
                </a:defRPr>
              </a:lvl1pPr>
              <a:lvl2pPr marL="742950" indent="-285750" algn="l" defTabSz="0" rtl="0" eaLnBrk="0" fontAlgn="base" hangingPunct="0">
                <a:spcBef>
                  <a:spcPct val="20000"/>
                </a:spcBef>
                <a:spcAft>
                  <a:spcPct val="0"/>
                </a:spcAft>
                <a:buFont typeface="Arial" charset="0"/>
                <a:buChar char="–"/>
                <a:defRPr sz="2800">
                  <a:solidFill>
                    <a:schemeClr val="tx1"/>
                  </a:solidFill>
                  <a:latin typeface="+mn-lt"/>
                  <a:ea typeface="+mn-ea"/>
                  <a:sym typeface="Calibri" pitchFamily="34" charset="0"/>
                </a:defRPr>
              </a:lvl2pPr>
              <a:lvl3pPr marL="1143000" indent="-228600" algn="l" defTabSz="0" rtl="0" eaLnBrk="0" fontAlgn="base" hangingPunct="0">
                <a:spcBef>
                  <a:spcPct val="20000"/>
                </a:spcBef>
                <a:spcAft>
                  <a:spcPct val="0"/>
                </a:spcAft>
                <a:buFont typeface="Arial" charset="0"/>
                <a:buChar char="•"/>
                <a:defRPr sz="2400">
                  <a:solidFill>
                    <a:schemeClr val="tx1"/>
                  </a:solidFill>
                  <a:latin typeface="+mn-lt"/>
                  <a:ea typeface="+mn-ea"/>
                  <a:sym typeface="Calibri" pitchFamily="34" charset="0"/>
                </a:defRPr>
              </a:lvl3pPr>
              <a:lvl4pPr marL="16002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4pPr>
              <a:lvl5pPr marL="20574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a:lstStyle>
            <a:p>
              <a:pPr algn="just">
                <a:lnSpc>
                  <a:spcPct val="105000"/>
                </a:lnSpc>
                <a:buClr>
                  <a:srgbClr val="FF3300"/>
                </a:buClr>
                <a:buFont typeface="Wingdings" pitchFamily="2" charset="2"/>
                <a:buNone/>
                <a:defRPr/>
              </a:pPr>
              <a:r>
                <a:rPr lang="en-US" altLang="zh-CN" b="1" dirty="0">
                  <a:solidFill>
                    <a:srgbClr val="000066"/>
                  </a:solidFill>
                  <a:effectLst>
                    <a:outerShdw blurRad="38100" dist="38100" dir="2700000" algn="tl">
                      <a:srgbClr val="C0C0C0"/>
                    </a:outerShdw>
                  </a:effectLst>
                  <a:latin typeface="仿宋_GB2312" pitchFamily="49" charset="-122"/>
                  <a:ea typeface="仿宋_GB2312" pitchFamily="49" charset="-122"/>
                </a:rPr>
                <a:t>            </a:t>
              </a:r>
              <a:r>
                <a:rPr lang="zh-CN" altLang="en-US" b="1" dirty="0">
                  <a:solidFill>
                    <a:srgbClr val="000066"/>
                  </a:solidFill>
                  <a:effectLst>
                    <a:outerShdw blurRad="38100" dist="38100" dir="2700000" algn="tl">
                      <a:srgbClr val="C0C0C0"/>
                    </a:outerShdw>
                  </a:effectLst>
                  <a:latin typeface="仿宋_GB2312" pitchFamily="49" charset="-122"/>
                  <a:ea typeface="仿宋_GB2312" pitchFamily="49" charset="-122"/>
                </a:rPr>
                <a:t>姓名、年龄、专业、出生年月</a:t>
              </a:r>
            </a:p>
          </p:txBody>
        </p:sp>
        <p:grpSp>
          <p:nvGrpSpPr>
            <p:cNvPr id="6151" name="组合 2"/>
            <p:cNvGrpSpPr>
              <a:grpSpLocks/>
            </p:cNvGrpSpPr>
            <p:nvPr/>
          </p:nvGrpSpPr>
          <p:grpSpPr bwMode="auto">
            <a:xfrm>
              <a:off x="3146970" y="2641450"/>
              <a:ext cx="4040311" cy="787550"/>
              <a:chOff x="1770844" y="2604086"/>
              <a:chExt cx="4040311" cy="787550"/>
            </a:xfrm>
          </p:grpSpPr>
          <p:sp>
            <p:nvSpPr>
              <p:cNvPr id="6152" name="上箭头 1"/>
              <p:cNvSpPr>
                <a:spLocks noChangeArrowheads="1"/>
              </p:cNvSpPr>
              <p:nvPr/>
            </p:nvSpPr>
            <p:spPr bwMode="auto">
              <a:xfrm>
                <a:off x="1770844" y="2622996"/>
                <a:ext cx="288020" cy="754127"/>
              </a:xfrm>
              <a:prstGeom prst="upArrow">
                <a:avLst>
                  <a:gd name="adj1" fmla="val 50000"/>
                  <a:gd name="adj2" fmla="val 50003"/>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sp>
            <p:nvSpPr>
              <p:cNvPr id="6153" name="上箭头 16"/>
              <p:cNvSpPr>
                <a:spLocks noChangeArrowheads="1"/>
              </p:cNvSpPr>
              <p:nvPr/>
            </p:nvSpPr>
            <p:spPr bwMode="auto">
              <a:xfrm>
                <a:off x="2786945" y="2604086"/>
                <a:ext cx="288020" cy="754127"/>
              </a:xfrm>
              <a:prstGeom prst="upArrow">
                <a:avLst>
                  <a:gd name="adj1" fmla="val 50000"/>
                  <a:gd name="adj2" fmla="val 50003"/>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sp>
            <p:nvSpPr>
              <p:cNvPr id="6154" name="上箭头 17"/>
              <p:cNvSpPr>
                <a:spLocks noChangeArrowheads="1"/>
              </p:cNvSpPr>
              <p:nvPr/>
            </p:nvSpPr>
            <p:spPr bwMode="auto">
              <a:xfrm>
                <a:off x="4011030" y="2637509"/>
                <a:ext cx="288020" cy="754127"/>
              </a:xfrm>
              <a:prstGeom prst="upArrow">
                <a:avLst>
                  <a:gd name="adj1" fmla="val 50000"/>
                  <a:gd name="adj2" fmla="val 50003"/>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sp>
            <p:nvSpPr>
              <p:cNvPr id="6155" name="上箭头 18"/>
              <p:cNvSpPr>
                <a:spLocks noChangeArrowheads="1"/>
              </p:cNvSpPr>
              <p:nvPr/>
            </p:nvSpPr>
            <p:spPr bwMode="auto">
              <a:xfrm>
                <a:off x="5523135" y="2604086"/>
                <a:ext cx="288020" cy="754127"/>
              </a:xfrm>
              <a:prstGeom prst="upArrow">
                <a:avLst>
                  <a:gd name="adj1" fmla="val 50000"/>
                  <a:gd name="adj2" fmla="val 50003"/>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grpSp>
      </p:grpSp>
      <p:sp>
        <p:nvSpPr>
          <p:cNvPr id="20" name="Rectangle 2"/>
          <p:cNvSpPr>
            <a:spLocks noChangeArrowheads="1"/>
          </p:cNvSpPr>
          <p:nvPr/>
        </p:nvSpPr>
        <p:spPr bwMode="auto">
          <a:xfrm>
            <a:off x="334963" y="4437063"/>
            <a:ext cx="11325225" cy="183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05000"/>
              </a:lnSpc>
              <a:spcBef>
                <a:spcPct val="20000"/>
              </a:spcBef>
              <a:buClr>
                <a:srgbClr val="0000FF"/>
              </a:buClr>
              <a:buFont typeface="Wingdings" pitchFamily="2" charset="2"/>
              <a:buChar char="²"/>
              <a:defRPr/>
            </a:pPr>
            <a:r>
              <a:rPr lang="en-US" altLang="zh-CN" sz="3600" dirty="0">
                <a:effectLst>
                  <a:outerShdw blurRad="38100" dist="38100" dir="2700000" algn="tl">
                    <a:srgbClr val="C0C0C0"/>
                  </a:outerShdw>
                </a:effectLst>
                <a:latin typeface="仿宋_GB2312" pitchFamily="49" charset="-122"/>
                <a:ea typeface="仿宋_GB2312" pitchFamily="49" charset="-122"/>
              </a:rPr>
              <a:t> </a:t>
            </a:r>
            <a:r>
              <a:rPr lang="zh-CN" altLang="en-US" sz="3600" b="1" dirty="0">
                <a:solidFill>
                  <a:srgbClr val="C00000"/>
                </a:solidFill>
                <a:effectLst>
                  <a:outerShdw blurRad="38100" dist="38100" dir="2700000" algn="tl">
                    <a:srgbClr val="C0C0C0"/>
                  </a:outerShdw>
                </a:effectLst>
                <a:latin typeface="仿宋_GB2312" pitchFamily="49" charset="-122"/>
                <a:ea typeface="仿宋_GB2312" pitchFamily="49" charset="-122"/>
                <a:sym typeface="Calibri" pitchFamily="34" charset="0"/>
              </a:rPr>
              <a:t>信息：</a:t>
            </a:r>
            <a:r>
              <a:rPr lang="zh-CN" altLang="en-US" sz="3600" b="1" dirty="0">
                <a:solidFill>
                  <a:srgbClr val="000066"/>
                </a:solidFill>
                <a:effectLst>
                  <a:outerShdw blurRad="38100" dist="38100" dir="2700000" algn="tl">
                    <a:srgbClr val="C0C0C0"/>
                  </a:outerShdw>
                </a:effectLst>
                <a:latin typeface="仿宋_GB2312" pitchFamily="49" charset="-122"/>
                <a:ea typeface="仿宋_GB2312" pitchFamily="49" charset="-122"/>
                <a:sym typeface="Calibri" pitchFamily="34" charset="0"/>
              </a:rPr>
              <a:t>把对数据进行加工得到的影响或可能影响用户决策的有关知识称之为信息。就是人们对数据赋予的一种意义、一种解释。</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fade">
                                      <p:cBhvr>
                                        <p:cTn id="7" dur="500"/>
                                        <p:tgtEl>
                                          <p:spTgt spid="61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 数据与信息的关系</a:t>
            </a:r>
            <a:endParaRPr lang="zh-CN" altLang="en-US" sz="4000" b="1" dirty="0">
              <a:solidFill>
                <a:schemeClr val="bg1"/>
              </a:solidFill>
              <a:latin typeface="+mn-ea"/>
              <a:ea typeface="+mn-ea"/>
            </a:endParaRPr>
          </a:p>
        </p:txBody>
      </p:sp>
      <p:sp>
        <p:nvSpPr>
          <p:cNvPr id="10" name="Rectangle 2"/>
          <p:cNvSpPr txBox="1">
            <a:spLocks noChangeArrowheads="1"/>
          </p:cNvSpPr>
          <p:nvPr/>
        </p:nvSpPr>
        <p:spPr>
          <a:xfrm>
            <a:off x="304800" y="1341438"/>
            <a:ext cx="11266488" cy="4464050"/>
          </a:xfrm>
          <a:prstGeom prst="rect">
            <a:avLst/>
          </a:prstGeom>
        </p:spPr>
        <p:txBody>
          <a:bodyPr/>
          <a:lstStyle>
            <a:lvl1pPr marL="342900" indent="-342900" algn="l" defTabSz="0" rtl="0" eaLnBrk="0" fontAlgn="base" hangingPunct="0">
              <a:spcBef>
                <a:spcPct val="20000"/>
              </a:spcBef>
              <a:spcAft>
                <a:spcPct val="0"/>
              </a:spcAft>
              <a:buFont typeface="Arial" charset="0"/>
              <a:buChar char="•"/>
              <a:defRPr sz="3200">
                <a:solidFill>
                  <a:schemeClr val="tx1"/>
                </a:solidFill>
                <a:latin typeface="+mn-lt"/>
                <a:ea typeface="+mn-ea"/>
                <a:cs typeface="+mn-cs"/>
                <a:sym typeface="Calibri" pitchFamily="34" charset="0"/>
              </a:defRPr>
            </a:lvl1pPr>
            <a:lvl2pPr marL="742950" indent="-285750" algn="l" defTabSz="0" rtl="0" eaLnBrk="0" fontAlgn="base" hangingPunct="0">
              <a:spcBef>
                <a:spcPct val="20000"/>
              </a:spcBef>
              <a:spcAft>
                <a:spcPct val="0"/>
              </a:spcAft>
              <a:buFont typeface="Arial" charset="0"/>
              <a:buChar char="–"/>
              <a:defRPr sz="2800">
                <a:solidFill>
                  <a:schemeClr val="tx1"/>
                </a:solidFill>
                <a:latin typeface="+mn-lt"/>
                <a:ea typeface="+mn-ea"/>
                <a:sym typeface="Calibri" pitchFamily="34" charset="0"/>
              </a:defRPr>
            </a:lvl2pPr>
            <a:lvl3pPr marL="1143000" indent="-228600" algn="l" defTabSz="0" rtl="0" eaLnBrk="0" fontAlgn="base" hangingPunct="0">
              <a:spcBef>
                <a:spcPct val="20000"/>
              </a:spcBef>
              <a:spcAft>
                <a:spcPct val="0"/>
              </a:spcAft>
              <a:buFont typeface="Arial" charset="0"/>
              <a:buChar char="•"/>
              <a:defRPr sz="2400">
                <a:solidFill>
                  <a:schemeClr val="tx1"/>
                </a:solidFill>
                <a:latin typeface="+mn-lt"/>
                <a:ea typeface="+mn-ea"/>
                <a:sym typeface="Calibri" pitchFamily="34" charset="0"/>
              </a:defRPr>
            </a:lvl3pPr>
            <a:lvl4pPr marL="16002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4pPr>
            <a:lvl5pPr marL="20574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a:lstStyle>
          <a:p>
            <a:pPr>
              <a:lnSpc>
                <a:spcPct val="110000"/>
              </a:lnSpc>
              <a:spcAft>
                <a:spcPct val="30000"/>
              </a:spcAft>
              <a:buClr>
                <a:srgbClr val="0000FF"/>
              </a:buClr>
              <a:buFont typeface="Wingdings" pitchFamily="2" charset="2"/>
              <a:buChar char="²"/>
              <a:defRPr/>
            </a:pPr>
            <a:r>
              <a:rPr lang="zh-CN" altLang="en-US" sz="3600" b="1" dirty="0">
                <a:solidFill>
                  <a:srgbClr val="000066"/>
                </a:solidFill>
                <a:effectLst>
                  <a:outerShdw blurRad="38100" dist="38100" dir="2700000" algn="tl">
                    <a:srgbClr val="C0C0C0"/>
                  </a:outerShdw>
                </a:effectLst>
                <a:latin typeface="仿宋_GB2312" pitchFamily="49" charset="-122"/>
                <a:ea typeface="仿宋_GB2312" pitchFamily="49" charset="-122"/>
              </a:rPr>
              <a:t>数据与信息有区别也有联系。</a:t>
            </a:r>
          </a:p>
          <a:p>
            <a:pPr lvl="1">
              <a:lnSpc>
                <a:spcPct val="110000"/>
              </a:lnSpc>
              <a:spcBef>
                <a:spcPct val="5000"/>
              </a:spcBef>
              <a:spcAft>
                <a:spcPct val="50000"/>
              </a:spcAft>
              <a:buClr>
                <a:srgbClr val="FF0000"/>
              </a:buClr>
              <a:buFont typeface="Wingdings" pitchFamily="2" charset="2"/>
              <a:buChar char="F"/>
              <a:defRPr/>
            </a:pPr>
            <a:r>
              <a:rPr lang="zh-CN" altLang="en-US" sz="3200" b="1" dirty="0">
                <a:solidFill>
                  <a:schemeClr val="tx2"/>
                </a:solidFill>
                <a:effectLst>
                  <a:outerShdw blurRad="38100" dist="38100" dir="2700000" algn="tl">
                    <a:srgbClr val="C0C0C0"/>
                  </a:outerShdw>
                </a:effectLst>
                <a:latin typeface="楷体_GB2312" pitchFamily="49" charset="-122"/>
                <a:ea typeface="楷体_GB2312" pitchFamily="49" charset="-122"/>
              </a:rPr>
              <a:t> 信息与数据之间的固有联系：</a:t>
            </a:r>
            <a:r>
              <a:rPr lang="zh-CN" altLang="en-US" b="1" dirty="0">
                <a:solidFill>
                  <a:schemeClr val="tx2"/>
                </a:solidFill>
                <a:effectLst>
                  <a:outerShdw blurRad="38100" dist="38100" dir="2700000" algn="tl">
                    <a:srgbClr val="C0C0C0"/>
                  </a:outerShdw>
                </a:effectLst>
                <a:latin typeface="楷体_GB2312" pitchFamily="49" charset="-122"/>
                <a:ea typeface="楷体_GB2312" pitchFamily="49" charset="-122"/>
              </a:rPr>
              <a:t>数据是信息的符号表示或称为载体，信息则是数据的内涵，是对数据的语义解释。</a:t>
            </a:r>
          </a:p>
          <a:p>
            <a:pPr lvl="1">
              <a:lnSpc>
                <a:spcPct val="110000"/>
              </a:lnSpc>
              <a:spcBef>
                <a:spcPct val="5000"/>
              </a:spcBef>
              <a:spcAft>
                <a:spcPct val="50000"/>
              </a:spcAft>
              <a:buClr>
                <a:srgbClr val="FF0000"/>
              </a:buClr>
              <a:buFont typeface="Wingdings" pitchFamily="2" charset="2"/>
              <a:buChar char="F"/>
              <a:defRPr/>
            </a:pPr>
            <a:r>
              <a:rPr lang="zh-CN" altLang="en-US" sz="3200" b="1" dirty="0">
                <a:solidFill>
                  <a:schemeClr val="tx2"/>
                </a:solidFill>
                <a:effectLst>
                  <a:outerShdw blurRad="38100" dist="38100" dir="2700000" algn="tl">
                    <a:srgbClr val="C0C0C0"/>
                  </a:outerShdw>
                </a:effectLst>
                <a:latin typeface="楷体_GB2312" pitchFamily="49" charset="-122"/>
                <a:ea typeface="楷体_GB2312" pitchFamily="49" charset="-122"/>
              </a:rPr>
              <a:t> 信息依赖于数据的表示，同一信息用不同的数据形式来表示。如：</a:t>
            </a:r>
            <a:r>
              <a:rPr lang="en-US" altLang="zh-CN" sz="3200" dirty="0">
                <a:solidFill>
                  <a:srgbClr val="A50021"/>
                </a:solidFill>
                <a:effectLst>
                  <a:outerShdw blurRad="38100" dist="38100" dir="2700000" algn="tl">
                    <a:srgbClr val="C0C0C0"/>
                  </a:outerShdw>
                </a:effectLst>
                <a:latin typeface="楷体_GB2312" pitchFamily="49" charset="-122"/>
                <a:ea typeface="楷体_GB2312" pitchFamily="49" charset="-122"/>
              </a:rPr>
              <a:t>1999</a:t>
            </a:r>
            <a:r>
              <a:rPr lang="zh-CN" altLang="en-US" sz="3200" dirty="0">
                <a:solidFill>
                  <a:srgbClr val="A50021"/>
                </a:solidFill>
                <a:effectLst>
                  <a:outerShdw blurRad="38100" dist="38100" dir="2700000" algn="tl">
                    <a:srgbClr val="C0C0C0"/>
                  </a:outerShdw>
                </a:effectLst>
                <a:latin typeface="楷体_GB2312" pitchFamily="49" charset="-122"/>
                <a:ea typeface="楷体_GB2312" pitchFamily="49" charset="-122"/>
              </a:rPr>
              <a:t>年，一九九九年</a:t>
            </a:r>
          </a:p>
        </p:txBody>
      </p:sp>
    </p:spTree>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 数据处理</a:t>
            </a:r>
            <a:endParaRPr lang="zh-CN" altLang="en-US" sz="4000" b="1" dirty="0">
              <a:solidFill>
                <a:schemeClr val="bg1"/>
              </a:solidFill>
              <a:latin typeface="+mn-ea"/>
              <a:ea typeface="+mn-ea"/>
            </a:endParaRPr>
          </a:p>
        </p:txBody>
      </p:sp>
      <p:sp>
        <p:nvSpPr>
          <p:cNvPr id="4" name="Rectangle 4"/>
          <p:cNvSpPr>
            <a:spLocks noChangeArrowheads="1"/>
          </p:cNvSpPr>
          <p:nvPr/>
        </p:nvSpPr>
        <p:spPr bwMode="auto">
          <a:xfrm>
            <a:off x="411163" y="1341438"/>
            <a:ext cx="11233150" cy="1188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05000"/>
              </a:lnSpc>
              <a:spcBef>
                <a:spcPct val="20000"/>
              </a:spcBef>
              <a:buClr>
                <a:srgbClr val="0000FF"/>
              </a:buClr>
              <a:buFont typeface="Wingdings" pitchFamily="2" charset="2"/>
              <a:buChar char="²"/>
              <a:defRPr/>
            </a:pPr>
            <a:r>
              <a:rPr lang="en-US" altLang="zh-CN" sz="3600" dirty="0">
                <a:solidFill>
                  <a:srgbClr val="008080"/>
                </a:solidFill>
                <a:effectLst>
                  <a:outerShdw blurRad="38100" dist="38100" dir="2700000" algn="tl">
                    <a:srgbClr val="C0C0C0"/>
                  </a:outerShdw>
                </a:effectLst>
                <a:latin typeface="仿宋_GB2312" pitchFamily="49" charset="-122"/>
                <a:ea typeface="仿宋_GB2312" pitchFamily="49" charset="-122"/>
              </a:rPr>
              <a:t> </a:t>
            </a:r>
            <a:r>
              <a:rPr lang="en-US" altLang="zh-CN" sz="3600" dirty="0">
                <a:effectLst>
                  <a:outerShdw blurRad="38100" dist="38100" dir="2700000" algn="tl">
                    <a:srgbClr val="C0C0C0"/>
                  </a:outerShdw>
                </a:effectLst>
                <a:latin typeface="仿宋_GB2312" pitchFamily="49" charset="-122"/>
                <a:ea typeface="仿宋_GB2312" pitchFamily="49" charset="-122"/>
              </a:rPr>
              <a:t> </a:t>
            </a:r>
            <a:r>
              <a:rPr lang="zh-CN" altLang="en-US" sz="3600" b="1" dirty="0">
                <a:solidFill>
                  <a:srgbClr val="C00000"/>
                </a:solidFill>
                <a:effectLst>
                  <a:outerShdw blurRad="38100" dist="38100" dir="2700000" algn="tl">
                    <a:srgbClr val="C0C0C0"/>
                  </a:outerShdw>
                </a:effectLst>
                <a:latin typeface="仿宋_GB2312" pitchFamily="49" charset="-122"/>
                <a:ea typeface="仿宋_GB2312" pitchFamily="49" charset="-122"/>
                <a:sym typeface="Calibri" pitchFamily="34" charset="0"/>
              </a:rPr>
              <a:t>数据处理：</a:t>
            </a:r>
            <a:r>
              <a:rPr lang="zh-CN" altLang="en-US" sz="3600" b="1" dirty="0">
                <a:solidFill>
                  <a:srgbClr val="000066"/>
                </a:solidFill>
                <a:effectLst>
                  <a:outerShdw blurRad="38100" dist="38100" dir="2700000" algn="tl">
                    <a:srgbClr val="C0C0C0"/>
                  </a:outerShdw>
                </a:effectLst>
                <a:latin typeface="仿宋_GB2312" pitchFamily="49" charset="-122"/>
                <a:ea typeface="仿宋_GB2312" pitchFamily="49" charset="-122"/>
                <a:sym typeface="Calibri" pitchFamily="34" charset="0"/>
              </a:rPr>
              <a:t>对信息进行收集、整理、加工、存储、检索、传递和输出、利用等一系列活动的总和。</a:t>
            </a:r>
            <a:endParaRPr lang="zh-CN" altLang="en-US" sz="3200" dirty="0">
              <a:solidFill>
                <a:schemeClr val="accent2"/>
              </a:solidFill>
              <a:effectLst>
                <a:outerShdw blurRad="38100" dist="38100" dir="2700000" algn="tl">
                  <a:srgbClr val="C0C0C0"/>
                </a:outerShdw>
              </a:effectLst>
              <a:latin typeface="仿宋_GB2312" pitchFamily="49" charset="-122"/>
              <a:ea typeface="仿宋_GB2312" pitchFamily="49" charset="-122"/>
            </a:endParaRPr>
          </a:p>
        </p:txBody>
      </p:sp>
      <p:sp>
        <p:nvSpPr>
          <p:cNvPr id="5" name="Rectangle 4"/>
          <p:cNvSpPr>
            <a:spLocks noChangeArrowheads="1"/>
          </p:cNvSpPr>
          <p:nvPr/>
        </p:nvSpPr>
        <p:spPr bwMode="auto">
          <a:xfrm>
            <a:off x="411162" y="2708950"/>
            <a:ext cx="11787188" cy="356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1">
              <a:lnSpc>
                <a:spcPct val="105000"/>
              </a:lnSpc>
              <a:spcBef>
                <a:spcPct val="20000"/>
              </a:spcBef>
              <a:buClr>
                <a:srgbClr val="0000FF"/>
              </a:buClr>
              <a:buFont typeface="Wingdings" pitchFamily="2" charset="2"/>
              <a:buChar char="²"/>
              <a:defRPr/>
            </a:pPr>
            <a:r>
              <a:rPr lang="zh-CN" altLang="en-US" sz="3600" b="1" dirty="0">
                <a:solidFill>
                  <a:srgbClr val="000066"/>
                </a:solidFill>
                <a:effectLst>
                  <a:outerShdw blurRad="38100" dist="38100" dir="2700000" algn="tl">
                    <a:srgbClr val="C0C0C0"/>
                  </a:outerShdw>
                </a:effectLst>
                <a:latin typeface="仿宋_GB2312" pitchFamily="49" charset="-122"/>
                <a:ea typeface="仿宋_GB2312" pitchFamily="49" charset="-122"/>
                <a:sym typeface="Calibri" pitchFamily="34" charset="0"/>
              </a:rPr>
              <a:t>信息是用数据表示的，故对信息的处理又具体地表现在对数据的处理上。数据处理也称信息处理。</a:t>
            </a:r>
            <a:endParaRPr lang="en-US" altLang="zh-CN" sz="3600" b="1" dirty="0">
              <a:solidFill>
                <a:srgbClr val="000066"/>
              </a:solidFill>
              <a:effectLst>
                <a:outerShdw blurRad="38100" dist="38100" dir="2700000" algn="tl">
                  <a:srgbClr val="C0C0C0"/>
                </a:outerShdw>
              </a:effectLst>
              <a:latin typeface="仿宋_GB2312" pitchFamily="49" charset="-122"/>
              <a:ea typeface="仿宋_GB2312" pitchFamily="49" charset="-122"/>
              <a:sym typeface="Calibri" pitchFamily="34" charset="0"/>
            </a:endParaRPr>
          </a:p>
          <a:p>
            <a:pPr lvl="1">
              <a:lnSpc>
                <a:spcPct val="105000"/>
              </a:lnSpc>
              <a:spcBef>
                <a:spcPct val="20000"/>
              </a:spcBef>
              <a:buClr>
                <a:srgbClr val="0000FF"/>
              </a:buClr>
              <a:defRPr/>
            </a:pPr>
            <a:r>
              <a:rPr lang="zh-CN" altLang="en-US" sz="3600" b="1" dirty="0">
                <a:solidFill>
                  <a:srgbClr val="000066"/>
                </a:solidFill>
                <a:effectLst>
                  <a:outerShdw blurRad="38100" dist="38100" dir="2700000" algn="tl">
                    <a:srgbClr val="C0C0C0"/>
                  </a:outerShdw>
                </a:effectLst>
                <a:latin typeface="仿宋_GB2312" pitchFamily="49" charset="-122"/>
                <a:ea typeface="仿宋_GB2312" pitchFamily="49" charset="-122"/>
                <a:sym typeface="Calibri" pitchFamily="34" charset="0"/>
              </a:rPr>
              <a:t>例如：</a:t>
            </a:r>
          </a:p>
          <a:p>
            <a:pPr lvl="1">
              <a:lnSpc>
                <a:spcPct val="105000"/>
              </a:lnSpc>
              <a:spcBef>
                <a:spcPct val="20000"/>
              </a:spcBef>
              <a:buClr>
                <a:srgbClr val="FF3300"/>
              </a:buClr>
              <a:buFont typeface="Wingdings" pitchFamily="2" charset="2"/>
              <a:buChar char="F"/>
              <a:defRPr/>
            </a:pPr>
            <a:r>
              <a:rPr lang="zh-CN" altLang="en-US" sz="2800" b="1" dirty="0">
                <a:solidFill>
                  <a:schemeClr val="accent2"/>
                </a:solidFill>
                <a:latin typeface="宋体" pitchFamily="2" charset="-122"/>
              </a:rPr>
              <a:t>（</a:t>
            </a:r>
            <a:r>
              <a:rPr lang="en-US" altLang="zh-CN" sz="2800" b="1" dirty="0">
                <a:solidFill>
                  <a:schemeClr val="accent2"/>
                </a:solidFill>
                <a:latin typeface="宋体" pitchFamily="2" charset="-122"/>
              </a:rPr>
              <a:t>1</a:t>
            </a:r>
            <a:r>
              <a:rPr lang="zh-CN" altLang="en-US" sz="2800" b="1" dirty="0">
                <a:solidFill>
                  <a:schemeClr val="accent2"/>
                </a:solidFill>
                <a:latin typeface="宋体" pitchFamily="2" charset="-122"/>
              </a:rPr>
              <a:t>）根据出生年月就能计算出某人的年龄；</a:t>
            </a:r>
            <a:endParaRPr lang="en-US" altLang="zh-CN" sz="2800" b="1" dirty="0">
              <a:solidFill>
                <a:schemeClr val="accent2"/>
              </a:solidFill>
              <a:latin typeface="宋体" pitchFamily="2" charset="-122"/>
            </a:endParaRPr>
          </a:p>
          <a:p>
            <a:pPr lvl="1">
              <a:lnSpc>
                <a:spcPct val="105000"/>
              </a:lnSpc>
              <a:spcBef>
                <a:spcPct val="20000"/>
              </a:spcBef>
              <a:buClr>
                <a:srgbClr val="FF3300"/>
              </a:buClr>
              <a:buFont typeface="Wingdings" pitchFamily="2" charset="2"/>
              <a:buChar char="F"/>
              <a:defRPr/>
            </a:pPr>
            <a:r>
              <a:rPr lang="zh-CN" altLang="en-US" sz="2800" b="1" dirty="0">
                <a:solidFill>
                  <a:schemeClr val="accent2"/>
                </a:solidFill>
                <a:latin typeface="宋体" pitchFamily="2" charset="-122"/>
              </a:rPr>
              <a:t>（</a:t>
            </a:r>
            <a:r>
              <a:rPr lang="en-US" altLang="zh-CN" sz="2800" b="1" dirty="0">
                <a:solidFill>
                  <a:schemeClr val="accent2"/>
                </a:solidFill>
                <a:latin typeface="宋体" pitchFamily="2" charset="-122"/>
              </a:rPr>
              <a:t>2</a:t>
            </a:r>
            <a:r>
              <a:rPr lang="zh-CN" altLang="en-US" sz="2800" b="1" dirty="0">
                <a:solidFill>
                  <a:schemeClr val="accent2"/>
                </a:solidFill>
                <a:latin typeface="宋体" pitchFamily="2" charset="-122"/>
              </a:rPr>
              <a:t>） 根据某人的网上购物记录自动推送你感兴趣的商品；</a:t>
            </a:r>
            <a:endParaRPr lang="en-US" altLang="zh-CN" sz="2800" b="1" dirty="0">
              <a:solidFill>
                <a:schemeClr val="accent2"/>
              </a:solidFill>
              <a:latin typeface="宋体" pitchFamily="2" charset="-122"/>
            </a:endParaRPr>
          </a:p>
          <a:p>
            <a:pPr lvl="1">
              <a:lnSpc>
                <a:spcPct val="105000"/>
              </a:lnSpc>
              <a:spcBef>
                <a:spcPct val="20000"/>
              </a:spcBef>
              <a:buClr>
                <a:srgbClr val="FF3300"/>
              </a:buClr>
              <a:buFont typeface="Wingdings" pitchFamily="2" charset="2"/>
              <a:buChar char="F"/>
              <a:defRPr/>
            </a:pPr>
            <a:r>
              <a:rPr lang="zh-CN" altLang="en-US" sz="2800" b="1" dirty="0">
                <a:solidFill>
                  <a:schemeClr val="accent2"/>
                </a:solidFill>
                <a:effectLst>
                  <a:outerShdw blurRad="38100" dist="38100" dir="2700000" algn="tl">
                    <a:srgbClr val="C0C0C0"/>
                  </a:outerShdw>
                </a:effectLst>
                <a:latin typeface="宋体" pitchFamily="2" charset="-122"/>
                <a:ea typeface="仿宋_GB2312" pitchFamily="49" charset="-122"/>
              </a:rPr>
              <a:t>（</a:t>
            </a:r>
            <a:r>
              <a:rPr lang="en-US" altLang="zh-CN" sz="2800" b="1" dirty="0">
                <a:solidFill>
                  <a:schemeClr val="accent2"/>
                </a:solidFill>
                <a:effectLst>
                  <a:outerShdw blurRad="38100" dist="38100" dir="2700000" algn="tl">
                    <a:srgbClr val="C0C0C0"/>
                  </a:outerShdw>
                </a:effectLst>
                <a:latin typeface="宋体" pitchFamily="2" charset="-122"/>
                <a:ea typeface="仿宋_GB2312" pitchFamily="49" charset="-122"/>
              </a:rPr>
              <a:t>3</a:t>
            </a:r>
            <a:r>
              <a:rPr lang="zh-CN" altLang="en-US" sz="2800" b="1" dirty="0">
                <a:solidFill>
                  <a:schemeClr val="accent2"/>
                </a:solidFill>
                <a:effectLst>
                  <a:outerShdw blurRad="38100" dist="38100" dir="2700000" algn="tl">
                    <a:srgbClr val="C0C0C0"/>
                  </a:outerShdw>
                </a:effectLst>
                <a:latin typeface="宋体" pitchFamily="2" charset="-122"/>
                <a:ea typeface="仿宋_GB2312" pitchFamily="49" charset="-122"/>
              </a:rPr>
              <a:t>）根据商品前两个季度的销售数据推算后两个季度的销售情况。</a:t>
            </a:r>
            <a:endParaRPr lang="zh-CN" altLang="en-US" sz="3200" dirty="0">
              <a:solidFill>
                <a:schemeClr val="accent2"/>
              </a:solidFill>
              <a:effectLst>
                <a:outerShdw blurRad="38100" dist="38100" dir="2700000" algn="tl">
                  <a:srgbClr val="C0C0C0"/>
                </a:outerShdw>
              </a:effectLst>
              <a:latin typeface="仿宋_GB2312" pitchFamily="49" charset="-122"/>
              <a:ea typeface="仿宋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 如何存储数据</a:t>
            </a:r>
            <a:endParaRPr lang="zh-CN" altLang="en-US" sz="4000" b="1" dirty="0">
              <a:solidFill>
                <a:schemeClr val="bg1"/>
              </a:solidFill>
              <a:latin typeface="+mn-ea"/>
              <a:ea typeface="+mn-ea"/>
            </a:endParaRPr>
          </a:p>
        </p:txBody>
      </p:sp>
      <p:sp>
        <p:nvSpPr>
          <p:cNvPr id="4" name="Rectangle 4"/>
          <p:cNvSpPr>
            <a:spLocks noChangeArrowheads="1"/>
          </p:cNvSpPr>
          <p:nvPr/>
        </p:nvSpPr>
        <p:spPr bwMode="auto">
          <a:xfrm>
            <a:off x="554038" y="1790700"/>
            <a:ext cx="5472112" cy="430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Aft>
                <a:spcPct val="40000"/>
              </a:spcAft>
              <a:buClr>
                <a:srgbClr val="990033"/>
              </a:buClr>
              <a:buFont typeface="Wingdings" pitchFamily="2" charset="2"/>
              <a:buChar char="H"/>
              <a:defRPr/>
            </a:pPr>
            <a:r>
              <a:rPr lang="en-US" altLang="zh-CN" sz="3600" dirty="0">
                <a:solidFill>
                  <a:srgbClr val="A50021"/>
                </a:solidFill>
                <a:effectLst>
                  <a:outerShdw blurRad="38100" dist="38100" dir="2700000" algn="tl">
                    <a:srgbClr val="C0C0C0"/>
                  </a:outerShdw>
                </a:effectLst>
                <a:latin typeface="楷体_GB2312" pitchFamily="49" charset="-122"/>
                <a:ea typeface="楷体_GB2312" pitchFamily="49" charset="-122"/>
              </a:rPr>
              <a:t> </a:t>
            </a:r>
            <a:r>
              <a:rPr lang="zh-CN" altLang="en-US" sz="3600" b="1" dirty="0">
                <a:solidFill>
                  <a:srgbClr val="000066"/>
                </a:solidFill>
                <a:effectLst>
                  <a:outerShdw blurRad="38100" dist="38100" dir="2700000" algn="tl">
                    <a:srgbClr val="C0C0C0"/>
                  </a:outerShdw>
                </a:effectLst>
                <a:latin typeface="仿宋_GB2312" pitchFamily="49" charset="-122"/>
                <a:ea typeface="仿宋_GB2312" pitchFamily="49" charset="-122"/>
              </a:rPr>
              <a:t>计算机无法直接处理现实事物</a:t>
            </a:r>
          </a:p>
          <a:p>
            <a:pPr>
              <a:lnSpc>
                <a:spcPct val="120000"/>
              </a:lnSpc>
              <a:spcAft>
                <a:spcPct val="40000"/>
              </a:spcAft>
              <a:buClr>
                <a:srgbClr val="990033"/>
              </a:buClr>
              <a:buFont typeface="Wingdings" pitchFamily="2" charset="2"/>
              <a:buChar char="H"/>
              <a:defRPr/>
            </a:pPr>
            <a:r>
              <a:rPr lang="zh-CN" altLang="en-US" sz="3600" b="1" dirty="0">
                <a:solidFill>
                  <a:srgbClr val="000066"/>
                </a:solidFill>
                <a:effectLst>
                  <a:outerShdw blurRad="38100" dist="38100" dir="2700000" algn="tl">
                    <a:srgbClr val="C0C0C0"/>
                  </a:outerShdw>
                </a:effectLst>
                <a:latin typeface="仿宋_GB2312" pitchFamily="49" charset="-122"/>
                <a:ea typeface="仿宋_GB2312" pitchFamily="49" charset="-122"/>
              </a:rPr>
              <a:t> 需要将现实事物转化为计算机可以理解的数据，以方便计算机进行存储和处理  </a:t>
            </a:r>
          </a:p>
        </p:txBody>
      </p:sp>
      <p:grpSp>
        <p:nvGrpSpPr>
          <p:cNvPr id="10244" name="Group 3"/>
          <p:cNvGrpSpPr>
            <a:grpSpLocks/>
          </p:cNvGrpSpPr>
          <p:nvPr/>
        </p:nvGrpSpPr>
        <p:grpSpPr bwMode="auto">
          <a:xfrm>
            <a:off x="6459538" y="1533525"/>
            <a:ext cx="5459412" cy="4559300"/>
            <a:chOff x="1332" y="544"/>
            <a:chExt cx="3414" cy="2864"/>
          </a:xfrm>
        </p:grpSpPr>
        <p:sp>
          <p:nvSpPr>
            <p:cNvPr id="10245" name="Rectangle 4"/>
            <p:cNvSpPr>
              <a:spLocks noChangeArrowheads="1"/>
            </p:cNvSpPr>
            <p:nvPr/>
          </p:nvSpPr>
          <p:spPr bwMode="auto">
            <a:xfrm>
              <a:off x="1500" y="544"/>
              <a:ext cx="2416" cy="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5"/>
            <p:cNvSpPr txBox="1">
              <a:spLocks noChangeArrowheads="1"/>
            </p:cNvSpPr>
            <p:nvPr/>
          </p:nvSpPr>
          <p:spPr bwMode="auto">
            <a:xfrm>
              <a:off x="1582" y="545"/>
              <a:ext cx="23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400">
                  <a:effectLst>
                    <a:outerShdw blurRad="38100" dist="38100" dir="2700000" algn="tl">
                      <a:srgbClr val="C0C0C0"/>
                    </a:outerShdw>
                  </a:effectLst>
                </a:rPr>
                <a:t>现实世界：</a:t>
              </a:r>
              <a:r>
                <a:rPr lang="zh-CN" altLang="en-US" sz="2400">
                  <a:solidFill>
                    <a:srgbClr val="990099"/>
                  </a:solidFill>
                  <a:effectLst>
                    <a:outerShdw blurRad="38100" dist="38100" dir="2700000" algn="tl">
                      <a:srgbClr val="C0C0C0"/>
                    </a:outerShdw>
                  </a:effectLst>
                </a:rPr>
                <a:t>事物及其联系</a:t>
              </a:r>
            </a:p>
          </p:txBody>
        </p:sp>
        <p:sp>
          <p:nvSpPr>
            <p:cNvPr id="10247" name="Rectangle 6"/>
            <p:cNvSpPr>
              <a:spLocks noChangeArrowheads="1"/>
            </p:cNvSpPr>
            <p:nvPr/>
          </p:nvSpPr>
          <p:spPr bwMode="auto">
            <a:xfrm>
              <a:off x="1748" y="2260"/>
              <a:ext cx="2024" cy="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Text Box 7"/>
            <p:cNvSpPr txBox="1">
              <a:spLocks noChangeArrowheads="1"/>
            </p:cNvSpPr>
            <p:nvPr/>
          </p:nvSpPr>
          <p:spPr bwMode="auto">
            <a:xfrm>
              <a:off x="1822" y="2249"/>
              <a:ext cx="20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400" dirty="0">
                  <a:effectLst>
                    <a:outerShdw blurRad="38100" dist="38100" dir="2700000" algn="tl">
                      <a:srgbClr val="C0C0C0"/>
                    </a:outerShdw>
                  </a:effectLst>
                </a:rPr>
                <a:t>信息世界：</a:t>
              </a:r>
              <a:r>
                <a:rPr lang="zh-CN" altLang="en-US" sz="2400" dirty="0">
                  <a:solidFill>
                    <a:srgbClr val="990099"/>
                  </a:solidFill>
                  <a:effectLst>
                    <a:outerShdw blurRad="38100" dist="38100" dir="2700000" algn="tl">
                      <a:srgbClr val="C0C0C0"/>
                    </a:outerShdw>
                  </a:effectLst>
                </a:rPr>
                <a:t>概念模型</a:t>
              </a:r>
            </a:p>
          </p:txBody>
        </p:sp>
        <p:sp>
          <p:nvSpPr>
            <p:cNvPr id="10249" name="Rectangle 8"/>
            <p:cNvSpPr>
              <a:spLocks noChangeArrowheads="1"/>
            </p:cNvSpPr>
            <p:nvPr/>
          </p:nvSpPr>
          <p:spPr bwMode="auto">
            <a:xfrm>
              <a:off x="1332" y="2892"/>
              <a:ext cx="2876" cy="5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9"/>
            <p:cNvSpPr txBox="1">
              <a:spLocks noChangeArrowheads="1"/>
            </p:cNvSpPr>
            <p:nvPr/>
          </p:nvSpPr>
          <p:spPr bwMode="auto">
            <a:xfrm>
              <a:off x="1363" y="2873"/>
              <a:ext cx="2779"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2400" dirty="0">
                  <a:effectLst>
                    <a:outerShdw blurRad="38100" dist="38100" dir="2700000" algn="tl">
                      <a:srgbClr val="C0C0C0"/>
                    </a:outerShdw>
                  </a:effectLst>
                </a:rPr>
                <a:t>计算机世界</a:t>
              </a:r>
            </a:p>
            <a:p>
              <a:pPr algn="ctr">
                <a:defRPr/>
              </a:pPr>
              <a:r>
                <a:rPr lang="en-US" altLang="zh-CN" sz="2400" dirty="0">
                  <a:solidFill>
                    <a:srgbClr val="990099"/>
                  </a:solidFill>
                  <a:effectLst>
                    <a:outerShdw blurRad="38100" dist="38100" dir="2700000" algn="tl">
                      <a:srgbClr val="C0C0C0"/>
                    </a:outerShdw>
                  </a:effectLst>
                </a:rPr>
                <a:t>DBMS</a:t>
              </a:r>
              <a:r>
                <a:rPr lang="zh-CN" altLang="en-US" sz="2400" dirty="0">
                  <a:solidFill>
                    <a:srgbClr val="990099"/>
                  </a:solidFill>
                  <a:effectLst>
                    <a:outerShdw blurRad="38100" dist="38100" dir="2700000" algn="tl">
                      <a:srgbClr val="C0C0C0"/>
                    </a:outerShdw>
                  </a:effectLst>
                </a:rPr>
                <a:t>支持的数据模型</a:t>
              </a:r>
            </a:p>
          </p:txBody>
        </p:sp>
        <p:sp>
          <p:nvSpPr>
            <p:cNvPr id="10251" name="Line 10"/>
            <p:cNvSpPr>
              <a:spLocks noChangeShapeType="1"/>
            </p:cNvSpPr>
            <p:nvPr/>
          </p:nvSpPr>
          <p:spPr bwMode="auto">
            <a:xfrm>
              <a:off x="2760" y="2564"/>
              <a:ext cx="0" cy="32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52" name="Line 11"/>
            <p:cNvSpPr>
              <a:spLocks noChangeShapeType="1"/>
            </p:cNvSpPr>
            <p:nvPr/>
          </p:nvSpPr>
          <p:spPr bwMode="auto">
            <a:xfrm>
              <a:off x="2736" y="1936"/>
              <a:ext cx="0" cy="312"/>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53" name="Line 12"/>
            <p:cNvSpPr>
              <a:spLocks noChangeShapeType="1"/>
            </p:cNvSpPr>
            <p:nvPr/>
          </p:nvSpPr>
          <p:spPr bwMode="auto">
            <a:xfrm>
              <a:off x="2724" y="844"/>
              <a:ext cx="0" cy="30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Text Box 13"/>
            <p:cNvSpPr txBox="1">
              <a:spLocks noChangeArrowheads="1"/>
            </p:cNvSpPr>
            <p:nvPr/>
          </p:nvSpPr>
          <p:spPr bwMode="auto">
            <a:xfrm>
              <a:off x="1714" y="1197"/>
              <a:ext cx="494" cy="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400">
                  <a:effectLst>
                    <a:outerShdw blurRad="38100" dist="38100" dir="2700000" algn="tl">
                      <a:srgbClr val="C0C0C0"/>
                    </a:outerShdw>
                  </a:effectLst>
                </a:rPr>
                <a:t>认识</a:t>
              </a:r>
            </a:p>
            <a:p>
              <a:pPr>
                <a:defRPr/>
              </a:pPr>
              <a:r>
                <a:rPr lang="zh-CN" altLang="en-US" sz="2400">
                  <a:effectLst>
                    <a:outerShdw blurRad="38100" dist="38100" dir="2700000" algn="tl">
                      <a:srgbClr val="C0C0C0"/>
                    </a:outerShdw>
                  </a:effectLst>
                </a:rPr>
                <a:t>抽象</a:t>
              </a:r>
            </a:p>
          </p:txBody>
        </p:sp>
        <p:sp>
          <p:nvSpPr>
            <p:cNvPr id="17" name="Text Box 14"/>
            <p:cNvSpPr txBox="1">
              <a:spLocks noChangeArrowheads="1"/>
            </p:cNvSpPr>
            <p:nvPr/>
          </p:nvSpPr>
          <p:spPr bwMode="auto">
            <a:xfrm>
              <a:off x="3222" y="1021"/>
              <a:ext cx="15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000">
                  <a:effectLst>
                    <a:outerShdw blurRad="38100" dist="38100" dir="2700000" algn="tl">
                      <a:srgbClr val="C0C0C0"/>
                    </a:outerShdw>
                  </a:effectLst>
                </a:rPr>
                <a:t>收集、分类、抽象</a:t>
              </a:r>
            </a:p>
          </p:txBody>
        </p:sp>
        <p:sp>
          <p:nvSpPr>
            <p:cNvPr id="18" name="Text Box 15"/>
            <p:cNvSpPr txBox="1">
              <a:spLocks noChangeArrowheads="1"/>
            </p:cNvSpPr>
            <p:nvPr/>
          </p:nvSpPr>
          <p:spPr bwMode="auto">
            <a:xfrm>
              <a:off x="2846" y="2573"/>
              <a:ext cx="498"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400">
                  <a:effectLst>
                    <a:outerShdw blurRad="38100" dist="38100" dir="2700000" algn="tl">
                      <a:srgbClr val="C0C0C0"/>
                    </a:outerShdw>
                  </a:effectLst>
                </a:rPr>
                <a:t>转换</a:t>
              </a:r>
            </a:p>
          </p:txBody>
        </p:sp>
        <p:pic>
          <p:nvPicPr>
            <p:cNvPr id="10257" name="Picture 16" descr="j01953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1" y="1107"/>
              <a:ext cx="852" cy="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数据模型定义</a:t>
            </a:r>
            <a:endParaRPr lang="zh-CN" altLang="en-US" sz="4000" b="1" dirty="0">
              <a:solidFill>
                <a:schemeClr val="bg1"/>
              </a:solidFill>
              <a:latin typeface="+mn-ea"/>
              <a:ea typeface="+mn-ea"/>
            </a:endParaRPr>
          </a:p>
        </p:txBody>
      </p:sp>
      <p:sp>
        <p:nvSpPr>
          <p:cNvPr id="20" name="Text Box 2"/>
          <p:cNvSpPr txBox="1">
            <a:spLocks noChangeArrowheads="1"/>
          </p:cNvSpPr>
          <p:nvPr/>
        </p:nvSpPr>
        <p:spPr bwMode="auto">
          <a:xfrm>
            <a:off x="561975" y="1341438"/>
            <a:ext cx="11017250" cy="11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5000"/>
              </a:lnSpc>
              <a:spcAft>
                <a:spcPct val="45000"/>
              </a:spcAft>
              <a:buClr>
                <a:schemeClr val="accent2"/>
              </a:buClr>
              <a:buFont typeface="Wingdings" pitchFamily="2" charset="2"/>
              <a:buChar char="²"/>
              <a:defRPr/>
            </a:pPr>
            <a:r>
              <a:rPr lang="en-US" altLang="zh-CN" sz="3200" dirty="0">
                <a:solidFill>
                  <a:srgbClr val="008080"/>
                </a:solidFill>
                <a:effectLst>
                  <a:outerShdw blurRad="38100" dist="38100" dir="2700000" algn="tl">
                    <a:srgbClr val="C0C0C0"/>
                  </a:outerShdw>
                </a:effectLst>
                <a:latin typeface="楷体_GB2312" pitchFamily="49" charset="-122"/>
                <a:ea typeface="楷体_GB2312" pitchFamily="49" charset="-122"/>
              </a:rPr>
              <a:t> </a:t>
            </a:r>
            <a:r>
              <a:rPr lang="zh-CN" altLang="en-US" sz="3600" b="1" dirty="0">
                <a:solidFill>
                  <a:schemeClr val="accent2"/>
                </a:solidFill>
                <a:effectLst>
                  <a:outerShdw blurRad="38100" dist="38100" dir="2700000" algn="tl">
                    <a:srgbClr val="C0C0C0"/>
                  </a:outerShdw>
                </a:effectLst>
                <a:latin typeface="仿宋_GB2312" pitchFamily="49" charset="-122"/>
                <a:ea typeface="仿宋_GB2312" pitchFamily="49" charset="-122"/>
              </a:rPr>
              <a:t>模型：</a:t>
            </a:r>
            <a:r>
              <a:rPr lang="zh-CN" altLang="en-US" sz="3200" b="1" dirty="0">
                <a:solidFill>
                  <a:srgbClr val="000066"/>
                </a:solidFill>
                <a:effectLst>
                  <a:outerShdw blurRad="38100" dist="38100" dir="2700000" algn="tl">
                    <a:srgbClr val="C0C0C0"/>
                  </a:outerShdw>
                </a:effectLst>
                <a:latin typeface="仿宋_GB2312" pitchFamily="49" charset="-122"/>
                <a:ea typeface="仿宋_GB2312" pitchFamily="49" charset="-122"/>
              </a:rPr>
              <a:t>是用来描述数据，数据关系，数据语义，数据约束的工具。</a:t>
            </a:r>
          </a:p>
        </p:txBody>
      </p:sp>
      <p:sp>
        <p:nvSpPr>
          <p:cNvPr id="4" name="Text Box 2"/>
          <p:cNvSpPr txBox="1">
            <a:spLocks noChangeArrowheads="1"/>
          </p:cNvSpPr>
          <p:nvPr/>
        </p:nvSpPr>
        <p:spPr bwMode="auto">
          <a:xfrm>
            <a:off x="561975" y="2708950"/>
            <a:ext cx="11017250" cy="11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5000"/>
              </a:lnSpc>
              <a:spcAft>
                <a:spcPct val="45000"/>
              </a:spcAft>
              <a:buClr>
                <a:schemeClr val="accent2"/>
              </a:buClr>
              <a:buFont typeface="Wingdings" pitchFamily="2" charset="2"/>
              <a:buChar char="²"/>
              <a:defRPr/>
            </a:pPr>
            <a:r>
              <a:rPr lang="zh-CN" altLang="en-US" sz="3600" b="1" dirty="0">
                <a:solidFill>
                  <a:schemeClr val="accent2"/>
                </a:solidFill>
                <a:effectLst>
                  <a:outerShdw blurRad="38100" dist="38100" dir="2700000" algn="tl">
                    <a:srgbClr val="C0C0C0"/>
                  </a:outerShdw>
                </a:effectLst>
                <a:latin typeface="仿宋_GB2312" pitchFamily="49" charset="-122"/>
                <a:ea typeface="仿宋_GB2312" pitchFamily="49" charset="-122"/>
              </a:rPr>
              <a:t>数据模型：</a:t>
            </a:r>
            <a:r>
              <a:rPr lang="zh-CN" altLang="en-US" sz="3200" b="1" dirty="0">
                <a:solidFill>
                  <a:srgbClr val="000066"/>
                </a:solidFill>
                <a:effectLst>
                  <a:outerShdw blurRad="38100" dist="38100" dir="2700000" algn="tl">
                    <a:srgbClr val="C0C0C0"/>
                  </a:outerShdw>
                </a:effectLst>
                <a:latin typeface="仿宋_GB2312" pitchFamily="49" charset="-122"/>
                <a:ea typeface="仿宋_GB2312" pitchFamily="49" charset="-122"/>
                <a:sym typeface="Wingdings 3" pitchFamily="18" charset="2"/>
              </a:rPr>
              <a:t>用数学的方法</a:t>
            </a:r>
            <a:r>
              <a:rPr lang="en-US" altLang="zh-CN" sz="3200" b="1" dirty="0">
                <a:solidFill>
                  <a:srgbClr val="000066"/>
                </a:solidFill>
                <a:effectLst>
                  <a:outerShdw blurRad="38100" dist="38100" dir="2700000" algn="tl">
                    <a:srgbClr val="C0C0C0"/>
                  </a:outerShdw>
                </a:effectLst>
                <a:latin typeface="仿宋_GB2312" pitchFamily="49" charset="-122"/>
                <a:ea typeface="仿宋_GB2312" pitchFamily="49" charset="-122"/>
                <a:sym typeface="Wingdings 3" pitchFamily="18" charset="2"/>
              </a:rPr>
              <a:t>(</a:t>
            </a:r>
            <a:r>
              <a:rPr lang="zh-CN" altLang="en-US" sz="3200" b="1" dirty="0">
                <a:solidFill>
                  <a:srgbClr val="000066"/>
                </a:solidFill>
                <a:effectLst>
                  <a:outerShdw blurRad="38100" dist="38100" dir="2700000" algn="tl">
                    <a:srgbClr val="C0C0C0"/>
                  </a:outerShdw>
                </a:effectLst>
                <a:latin typeface="仿宋_GB2312" pitchFamily="49" charset="-122"/>
                <a:ea typeface="仿宋_GB2312" pitchFamily="49" charset="-122"/>
                <a:sym typeface="Wingdings 3" pitchFamily="18" charset="2"/>
              </a:rPr>
              <a:t>或计算机可实现的方法）对现实世界中的事物及其联系的描述</a:t>
            </a:r>
            <a:r>
              <a:rPr lang="zh-CN" altLang="en-US" sz="3200" b="1" dirty="0">
                <a:solidFill>
                  <a:srgbClr val="000066"/>
                </a:solidFill>
                <a:effectLst>
                  <a:outerShdw blurRad="38100" dist="38100" dir="2700000" algn="tl">
                    <a:srgbClr val="C0C0C0"/>
                  </a:outerShdw>
                </a:effectLst>
                <a:latin typeface="仿宋_GB2312" pitchFamily="49" charset="-122"/>
                <a:ea typeface="仿宋_GB2312" pitchFamily="49" charset="-122"/>
              </a:rPr>
              <a:t>。</a:t>
            </a:r>
          </a:p>
        </p:txBody>
      </p:sp>
      <p:sp>
        <p:nvSpPr>
          <p:cNvPr id="5" name="Text Box 2"/>
          <p:cNvSpPr txBox="1">
            <a:spLocks noChangeArrowheads="1"/>
          </p:cNvSpPr>
          <p:nvPr/>
        </p:nvSpPr>
        <p:spPr bwMode="auto">
          <a:xfrm>
            <a:off x="423371" y="4123437"/>
            <a:ext cx="11017250" cy="221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5000"/>
              </a:lnSpc>
              <a:spcAft>
                <a:spcPct val="45000"/>
              </a:spcAft>
              <a:buClr>
                <a:schemeClr val="accent2"/>
              </a:buClr>
              <a:buFont typeface="Wingdings" pitchFamily="2" charset="2"/>
              <a:buChar char="²"/>
              <a:defRPr/>
            </a:pPr>
            <a:r>
              <a:rPr lang="zh-CN" altLang="en-US" sz="3600" b="1" dirty="0">
                <a:solidFill>
                  <a:schemeClr val="accent2"/>
                </a:solidFill>
                <a:effectLst>
                  <a:outerShdw blurRad="38100" dist="38100" dir="2700000" algn="tl">
                    <a:srgbClr val="C0C0C0"/>
                  </a:outerShdw>
                </a:effectLst>
                <a:latin typeface="仿宋_GB2312" pitchFamily="49" charset="-122"/>
                <a:ea typeface="仿宋_GB2312" pitchFamily="49" charset="-122"/>
              </a:rPr>
              <a:t>数据模型的作用</a:t>
            </a:r>
            <a:r>
              <a:rPr lang="en-US" altLang="zh-CN" sz="3600" b="1" dirty="0">
                <a:solidFill>
                  <a:schemeClr val="accent2"/>
                </a:solidFill>
                <a:effectLst>
                  <a:outerShdw blurRad="38100" dist="38100" dir="2700000" algn="tl">
                    <a:srgbClr val="C0C0C0"/>
                  </a:outerShdw>
                </a:effectLst>
                <a:latin typeface="仿宋_GB2312" pitchFamily="49" charset="-122"/>
                <a:ea typeface="仿宋_GB2312" pitchFamily="49" charset="-122"/>
              </a:rPr>
              <a:t>:</a:t>
            </a:r>
          </a:p>
          <a:p>
            <a:pPr lvl="1">
              <a:lnSpc>
                <a:spcPct val="105000"/>
              </a:lnSpc>
              <a:spcAft>
                <a:spcPct val="45000"/>
              </a:spcAft>
              <a:buClr>
                <a:schemeClr val="accent2"/>
              </a:buClr>
              <a:buFont typeface="Wingdings" pitchFamily="2" charset="2"/>
              <a:buChar char="u"/>
              <a:defRPr/>
            </a:pPr>
            <a:r>
              <a:rPr lang="en-US" altLang="zh-CN" sz="3600" b="1" dirty="0">
                <a:solidFill>
                  <a:srgbClr val="000066"/>
                </a:solidFill>
                <a:effectLst>
                  <a:outerShdw blurRad="38100" dist="38100" dir="2700000" algn="tl">
                    <a:srgbClr val="C0C0C0"/>
                  </a:outerShdw>
                </a:effectLst>
                <a:latin typeface="仿宋_GB2312" pitchFamily="49" charset="-122"/>
                <a:ea typeface="仿宋_GB2312" pitchFamily="49" charset="-122"/>
              </a:rPr>
              <a:t>  </a:t>
            </a:r>
            <a:r>
              <a:rPr lang="zh-CN" altLang="en-US" sz="3200" b="1" dirty="0">
                <a:solidFill>
                  <a:srgbClr val="000066"/>
                </a:solidFill>
                <a:effectLst>
                  <a:outerShdw blurRad="38100" dist="38100" dir="2700000" algn="tl">
                    <a:srgbClr val="C0C0C0"/>
                  </a:outerShdw>
                </a:effectLst>
                <a:latin typeface="仿宋_GB2312" pitchFamily="49" charset="-122"/>
                <a:ea typeface="仿宋_GB2312" pitchFamily="49" charset="-122"/>
              </a:rPr>
              <a:t>用来抽象、表示和处理现实世界中数据和信息的工具 </a:t>
            </a:r>
          </a:p>
          <a:p>
            <a:pPr lvl="1">
              <a:lnSpc>
                <a:spcPct val="105000"/>
              </a:lnSpc>
              <a:spcAft>
                <a:spcPct val="45000"/>
              </a:spcAft>
              <a:buClr>
                <a:schemeClr val="accent2"/>
              </a:buClr>
              <a:buFont typeface="Wingdings" pitchFamily="2" charset="2"/>
              <a:buChar char="u"/>
              <a:defRPr/>
            </a:pPr>
            <a:r>
              <a:rPr lang="zh-CN" altLang="en-US" sz="3200" b="1" dirty="0">
                <a:solidFill>
                  <a:srgbClr val="000066"/>
                </a:solidFill>
                <a:effectLst>
                  <a:outerShdw blurRad="38100" dist="38100" dir="2700000" algn="tl">
                    <a:srgbClr val="C0C0C0"/>
                  </a:outerShdw>
                </a:effectLst>
                <a:latin typeface="仿宋_GB2312" pitchFamily="49" charset="-122"/>
                <a:ea typeface="仿宋_GB2312" pitchFamily="49" charset="-122"/>
              </a:rPr>
              <a:t>  是对现实世界的模拟和抽象</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数据模型三要素</a:t>
            </a:r>
            <a:endParaRPr lang="zh-CN" altLang="en-US" sz="4000" b="1" dirty="0">
              <a:solidFill>
                <a:schemeClr val="bg1"/>
              </a:solidFill>
              <a:latin typeface="+mn-ea"/>
              <a:ea typeface="+mn-ea"/>
            </a:endParaRPr>
          </a:p>
        </p:txBody>
      </p:sp>
      <p:sp>
        <p:nvSpPr>
          <p:cNvPr id="14339" name="Rectangle 4"/>
          <p:cNvSpPr>
            <a:spLocks noChangeArrowheads="1"/>
          </p:cNvSpPr>
          <p:nvPr/>
        </p:nvSpPr>
        <p:spPr bwMode="auto">
          <a:xfrm>
            <a:off x="554038" y="1412875"/>
            <a:ext cx="11017250"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3600" b="1" dirty="0">
                <a:solidFill>
                  <a:schemeClr val="accent2"/>
                </a:solidFill>
                <a:effectLst>
                  <a:outerShdw blurRad="38100" dist="38100" dir="2700000" algn="tl">
                    <a:srgbClr val="C0C0C0"/>
                  </a:outerShdw>
                </a:effectLst>
                <a:latin typeface="仿宋_GB2312" pitchFamily="49" charset="-122"/>
                <a:ea typeface="仿宋_GB2312" pitchFamily="49" charset="-122"/>
              </a:rPr>
              <a:t>数据模型：</a:t>
            </a:r>
            <a:r>
              <a:rPr lang="zh-CN" altLang="en-US" sz="3200" b="1" dirty="0">
                <a:solidFill>
                  <a:srgbClr val="000066"/>
                </a:solidFill>
                <a:latin typeface="宋体" pitchFamily="2" charset="-122"/>
              </a:rPr>
              <a:t>是</a:t>
            </a:r>
            <a:r>
              <a:rPr lang="zh-CN" altLang="en-US" sz="3200" b="1" u="sng" dirty="0">
                <a:solidFill>
                  <a:schemeClr val="accent2"/>
                </a:solidFill>
                <a:latin typeface="宋体" pitchFamily="2" charset="-122"/>
              </a:rPr>
              <a:t>数据结构</a:t>
            </a:r>
            <a:r>
              <a:rPr lang="zh-CN" altLang="en-US" sz="3200" b="1" dirty="0">
                <a:solidFill>
                  <a:schemeClr val="accent2"/>
                </a:solidFill>
                <a:latin typeface="宋体" pitchFamily="2" charset="-122"/>
              </a:rPr>
              <a:t>、</a:t>
            </a:r>
            <a:r>
              <a:rPr lang="zh-CN" altLang="en-US" sz="3200" b="1" u="sng" dirty="0">
                <a:solidFill>
                  <a:schemeClr val="accent2"/>
                </a:solidFill>
                <a:latin typeface="宋体" pitchFamily="2" charset="-122"/>
              </a:rPr>
              <a:t>数据操作</a:t>
            </a:r>
            <a:r>
              <a:rPr lang="zh-CN" altLang="en-US" sz="3200" b="1" dirty="0">
                <a:solidFill>
                  <a:srgbClr val="002060"/>
                </a:solidFill>
                <a:latin typeface="宋体" pitchFamily="2" charset="-122"/>
              </a:rPr>
              <a:t>和</a:t>
            </a:r>
            <a:r>
              <a:rPr lang="zh-CN" altLang="en-US" sz="3200" b="1" u="sng" dirty="0">
                <a:solidFill>
                  <a:schemeClr val="accent2"/>
                </a:solidFill>
                <a:latin typeface="宋体" pitchFamily="2" charset="-122"/>
              </a:rPr>
              <a:t>完整性约束</a:t>
            </a:r>
            <a:r>
              <a:rPr lang="zh-CN" altLang="en-US" sz="3200" b="1" dirty="0">
                <a:solidFill>
                  <a:srgbClr val="000066"/>
                </a:solidFill>
                <a:latin typeface="宋体" pitchFamily="2" charset="-122"/>
              </a:rPr>
              <a:t>三个部分组成。</a:t>
            </a:r>
            <a:endParaRPr lang="ja-JP" altLang="en-US" sz="3200" b="1" dirty="0">
              <a:solidFill>
                <a:srgbClr val="000066"/>
              </a:solidFill>
              <a:latin typeface="宋体" pitchFamily="2" charset="-122"/>
            </a:endParaRPr>
          </a:p>
        </p:txBody>
      </p:sp>
      <p:sp>
        <p:nvSpPr>
          <p:cNvPr id="4" name="Rectangle 4"/>
          <p:cNvSpPr>
            <a:spLocks noChangeArrowheads="1"/>
          </p:cNvSpPr>
          <p:nvPr/>
        </p:nvSpPr>
        <p:spPr bwMode="auto">
          <a:xfrm>
            <a:off x="602372" y="2780955"/>
            <a:ext cx="11017250"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571500" indent="-571500" eaLnBrk="1" hangingPunct="1">
              <a:buFont typeface="Wingdings" pitchFamily="2" charset="2"/>
              <a:buChar char="Ø"/>
              <a:defRPr/>
            </a:pPr>
            <a:r>
              <a:rPr lang="zh-CN" altLang="en-US" sz="3600" b="1" dirty="0">
                <a:solidFill>
                  <a:schemeClr val="accent2"/>
                </a:solidFill>
                <a:effectLst>
                  <a:outerShdw blurRad="38100" dist="38100" dir="2700000" algn="tl">
                    <a:srgbClr val="C0C0C0"/>
                  </a:outerShdw>
                </a:effectLst>
                <a:latin typeface="仿宋_GB2312" pitchFamily="49" charset="-122"/>
                <a:ea typeface="仿宋_GB2312" pitchFamily="49" charset="-122"/>
              </a:rPr>
              <a:t>数据结构：</a:t>
            </a:r>
            <a:r>
              <a:rPr lang="zh-CN" altLang="en-US" sz="3200" b="1" dirty="0">
                <a:solidFill>
                  <a:srgbClr val="000066"/>
                </a:solidFill>
                <a:latin typeface="宋体" pitchFamily="2" charset="-122"/>
              </a:rPr>
              <a:t>是指数据在数据库中的存在方式</a:t>
            </a:r>
            <a:endParaRPr lang="en-US" altLang="zh-CN" sz="3200" b="1" dirty="0">
              <a:solidFill>
                <a:srgbClr val="000066"/>
              </a:solidFill>
              <a:latin typeface="宋体" pitchFamily="2" charset="-122"/>
            </a:endParaRPr>
          </a:p>
          <a:p>
            <a:pPr marL="571500" indent="-571500" eaLnBrk="1" hangingPunct="1">
              <a:buFont typeface="Wingdings" pitchFamily="2" charset="2"/>
              <a:buChar char="Ø"/>
              <a:defRPr/>
            </a:pPr>
            <a:r>
              <a:rPr lang="zh-CN" altLang="en-US" sz="3600" b="1" dirty="0">
                <a:solidFill>
                  <a:schemeClr val="accent2"/>
                </a:solidFill>
                <a:effectLst>
                  <a:outerShdw blurRad="38100" dist="38100" dir="2700000" algn="tl">
                    <a:srgbClr val="C0C0C0"/>
                  </a:outerShdw>
                </a:effectLst>
                <a:latin typeface="仿宋_GB2312" pitchFamily="49" charset="-122"/>
                <a:ea typeface="仿宋_GB2312" pitchFamily="49" charset="-122"/>
              </a:rPr>
              <a:t>数据操作：</a:t>
            </a:r>
            <a:r>
              <a:rPr lang="zh-CN" altLang="en-US" sz="3200" b="1" dirty="0">
                <a:solidFill>
                  <a:srgbClr val="000066"/>
                </a:solidFill>
                <a:latin typeface="宋体" pitchFamily="2" charset="-122"/>
              </a:rPr>
              <a:t>是指对数据库中的数据进行增、删、改、查操作的方式</a:t>
            </a:r>
            <a:endParaRPr lang="en-US" altLang="zh-CN" sz="3200" b="1" dirty="0">
              <a:solidFill>
                <a:srgbClr val="000066"/>
              </a:solidFill>
              <a:latin typeface="宋体" pitchFamily="2" charset="-122"/>
            </a:endParaRPr>
          </a:p>
          <a:p>
            <a:pPr marL="571500" indent="-571500" eaLnBrk="1" hangingPunct="1">
              <a:buFont typeface="Wingdings" pitchFamily="2" charset="2"/>
              <a:buChar char="Ø"/>
              <a:defRPr/>
            </a:pPr>
            <a:r>
              <a:rPr lang="zh-CN" altLang="en-US" sz="3600" b="1" dirty="0">
                <a:solidFill>
                  <a:schemeClr val="accent2"/>
                </a:solidFill>
                <a:effectLst>
                  <a:outerShdw blurRad="38100" dist="38100" dir="2700000" algn="tl">
                    <a:srgbClr val="C0C0C0"/>
                  </a:outerShdw>
                </a:effectLst>
                <a:latin typeface="仿宋_GB2312" pitchFamily="49" charset="-122"/>
                <a:ea typeface="仿宋_GB2312" pitchFamily="49" charset="-122"/>
              </a:rPr>
              <a:t>完整性约束：</a:t>
            </a:r>
            <a:r>
              <a:rPr lang="zh-CN" altLang="en-US" sz="3200" b="1" dirty="0">
                <a:solidFill>
                  <a:srgbClr val="000066"/>
                </a:solidFill>
                <a:latin typeface="宋体" pitchFamily="2" charset="-122"/>
              </a:rPr>
              <a:t>是指保证数据在操作过程中的正确性和一致性的规则</a:t>
            </a:r>
            <a:endParaRPr lang="ja-JP" altLang="en-US" sz="3200" b="1" dirty="0">
              <a:solidFill>
                <a:srgbClr val="000066"/>
              </a:solidFill>
              <a:latin typeface="宋体" pitchFamily="2" charset="-122"/>
            </a:endParaRPr>
          </a:p>
        </p:txBody>
      </p:sp>
    </p:spTree>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典型的数据模型</a:t>
            </a:r>
            <a:endParaRPr lang="zh-CN" altLang="en-US" sz="4000" b="1" dirty="0">
              <a:solidFill>
                <a:schemeClr val="bg1"/>
              </a:solidFill>
              <a:latin typeface="+mn-ea"/>
              <a:ea typeface="+mn-ea"/>
            </a:endParaRPr>
          </a:p>
        </p:txBody>
      </p:sp>
      <p:sp>
        <p:nvSpPr>
          <p:cNvPr id="13315" name="Rectangle 2"/>
          <p:cNvSpPr>
            <a:spLocks noChangeArrowheads="1"/>
          </p:cNvSpPr>
          <p:nvPr/>
        </p:nvSpPr>
        <p:spPr bwMode="blackWhite">
          <a:xfrm>
            <a:off x="4618665" y="1556869"/>
            <a:ext cx="2016125" cy="1439862"/>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eaLnBrk="1" hangingPunct="1"/>
            <a:r>
              <a:rPr lang="zh-CN" altLang="en-US" sz="2800" b="1">
                <a:solidFill>
                  <a:srgbClr val="000066"/>
                </a:solidFill>
                <a:latin typeface="宋体" pitchFamily="2" charset="-122"/>
              </a:rPr>
              <a:t>关系模型</a:t>
            </a:r>
            <a:endParaRPr lang="ja-JP" altLang="en-US" sz="2800" b="1">
              <a:solidFill>
                <a:srgbClr val="000066"/>
              </a:solidFill>
              <a:latin typeface="宋体" pitchFamily="2" charset="-122"/>
            </a:endParaRPr>
          </a:p>
        </p:txBody>
      </p:sp>
      <p:sp>
        <p:nvSpPr>
          <p:cNvPr id="13316" name="Rectangle 2"/>
          <p:cNvSpPr>
            <a:spLocks noChangeArrowheads="1"/>
          </p:cNvSpPr>
          <p:nvPr/>
        </p:nvSpPr>
        <p:spPr bwMode="blackWhite">
          <a:xfrm>
            <a:off x="873752" y="1515594"/>
            <a:ext cx="2016125" cy="1439862"/>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eaLnBrk="1" hangingPunct="1"/>
            <a:r>
              <a:rPr lang="zh-CN" altLang="en-US" sz="2800" b="1">
                <a:solidFill>
                  <a:srgbClr val="000066"/>
                </a:solidFill>
                <a:latin typeface="宋体" pitchFamily="2" charset="-122"/>
              </a:rPr>
              <a:t>层次模型</a:t>
            </a:r>
            <a:endParaRPr lang="en-US" altLang="zh-CN" sz="2800" b="1">
              <a:solidFill>
                <a:srgbClr val="000066"/>
              </a:solidFill>
              <a:latin typeface="宋体" pitchFamily="2" charset="-122"/>
            </a:endParaRPr>
          </a:p>
          <a:p>
            <a:pPr eaLnBrk="1" hangingPunct="1"/>
            <a:r>
              <a:rPr lang="zh-CN" altLang="en-US" sz="2800" b="1">
                <a:solidFill>
                  <a:srgbClr val="000066"/>
                </a:solidFill>
                <a:latin typeface="宋体" pitchFamily="2" charset="-122"/>
              </a:rPr>
              <a:t>网状模型</a:t>
            </a:r>
            <a:endParaRPr lang="ja-JP" altLang="en-US" sz="2800" b="1">
              <a:solidFill>
                <a:srgbClr val="000066"/>
              </a:solidFill>
              <a:latin typeface="宋体" pitchFamily="2" charset="-122"/>
            </a:endParaRPr>
          </a:p>
        </p:txBody>
      </p:sp>
      <p:sp>
        <p:nvSpPr>
          <p:cNvPr id="13317" name="Rectangle 2"/>
          <p:cNvSpPr>
            <a:spLocks noChangeArrowheads="1"/>
          </p:cNvSpPr>
          <p:nvPr/>
        </p:nvSpPr>
        <p:spPr bwMode="blackWhite">
          <a:xfrm>
            <a:off x="8331330" y="1556870"/>
            <a:ext cx="3168127" cy="1439862"/>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eaLnBrk="1" hangingPunct="1"/>
            <a:r>
              <a:rPr lang="zh-CN" altLang="en-US" sz="2800" b="1" dirty="0">
                <a:solidFill>
                  <a:srgbClr val="000066"/>
                </a:solidFill>
                <a:latin typeface="宋体" pitchFamily="2" charset="-122"/>
              </a:rPr>
              <a:t>面向对象数据模型</a:t>
            </a:r>
            <a:endParaRPr lang="en-US" altLang="zh-CN" sz="2800" b="1" dirty="0">
              <a:solidFill>
                <a:srgbClr val="000066"/>
              </a:solidFill>
              <a:latin typeface="宋体" pitchFamily="2" charset="-122"/>
            </a:endParaRPr>
          </a:p>
          <a:p>
            <a:pPr eaLnBrk="1" hangingPunct="1"/>
            <a:r>
              <a:rPr lang="zh-CN" altLang="en-US" sz="2800" b="1" dirty="0">
                <a:solidFill>
                  <a:srgbClr val="000066"/>
                </a:solidFill>
                <a:latin typeface="宋体" pitchFamily="2" charset="-122"/>
              </a:rPr>
              <a:t>半结构化数据模型</a:t>
            </a:r>
            <a:endParaRPr lang="ja-JP" altLang="en-US" sz="2800" b="1" dirty="0">
              <a:solidFill>
                <a:srgbClr val="000066"/>
              </a:solidFill>
              <a:latin typeface="宋体" pitchFamily="2" charset="-122"/>
            </a:endParaRPr>
          </a:p>
        </p:txBody>
      </p:sp>
      <p:sp>
        <p:nvSpPr>
          <p:cNvPr id="13318" name="右箭头 1"/>
          <p:cNvSpPr>
            <a:spLocks noChangeArrowheads="1"/>
          </p:cNvSpPr>
          <p:nvPr/>
        </p:nvSpPr>
        <p:spPr bwMode="auto">
          <a:xfrm>
            <a:off x="6922127" y="2236319"/>
            <a:ext cx="1296988" cy="360362"/>
          </a:xfrm>
          <a:prstGeom prst="rightArrow">
            <a:avLst>
              <a:gd name="adj1" fmla="val 50000"/>
              <a:gd name="adj2" fmla="val 49988"/>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sp>
        <p:nvSpPr>
          <p:cNvPr id="13319" name="右箭头 23"/>
          <p:cNvSpPr>
            <a:spLocks noChangeArrowheads="1"/>
          </p:cNvSpPr>
          <p:nvPr/>
        </p:nvSpPr>
        <p:spPr bwMode="auto">
          <a:xfrm>
            <a:off x="3178802" y="2236319"/>
            <a:ext cx="1295400" cy="360362"/>
          </a:xfrm>
          <a:prstGeom prst="rightArrow">
            <a:avLst>
              <a:gd name="adj1" fmla="val 50000"/>
              <a:gd name="adj2" fmla="val 49927"/>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sp>
        <p:nvSpPr>
          <p:cNvPr id="26" name="Rectangle 2"/>
          <p:cNvSpPr txBox="1">
            <a:spLocks noChangeArrowheads="1"/>
          </p:cNvSpPr>
          <p:nvPr/>
        </p:nvSpPr>
        <p:spPr bwMode="auto">
          <a:xfrm>
            <a:off x="-167648" y="4371506"/>
            <a:ext cx="11266488" cy="696913"/>
          </a:xfrm>
          <a:prstGeom prst="rect">
            <a:avLst/>
          </a:prstGeom>
        </p:spPr>
        <p:txBody>
          <a:bodyPr/>
          <a:lstStyle>
            <a:lvl1pPr marL="342900" indent="-342900" algn="l" defTabSz="0" rtl="0" eaLnBrk="0" fontAlgn="base" hangingPunct="0">
              <a:spcBef>
                <a:spcPct val="20000"/>
              </a:spcBef>
              <a:spcAft>
                <a:spcPct val="0"/>
              </a:spcAft>
              <a:buFont typeface="Arial" charset="0"/>
              <a:buChar char="•"/>
              <a:defRPr sz="3200">
                <a:solidFill>
                  <a:schemeClr val="tx1"/>
                </a:solidFill>
                <a:latin typeface="+mn-lt"/>
                <a:ea typeface="+mn-ea"/>
                <a:cs typeface="+mn-cs"/>
                <a:sym typeface="Calibri" pitchFamily="34" charset="0"/>
              </a:defRPr>
            </a:lvl1pPr>
            <a:lvl2pPr marL="742950" indent="-285750" algn="l" defTabSz="0" rtl="0" eaLnBrk="0" fontAlgn="base" hangingPunct="0">
              <a:spcBef>
                <a:spcPct val="20000"/>
              </a:spcBef>
              <a:spcAft>
                <a:spcPct val="0"/>
              </a:spcAft>
              <a:buFont typeface="Arial" charset="0"/>
              <a:buChar char="–"/>
              <a:defRPr sz="2800">
                <a:solidFill>
                  <a:schemeClr val="tx1"/>
                </a:solidFill>
                <a:latin typeface="+mn-lt"/>
                <a:ea typeface="+mn-ea"/>
                <a:sym typeface="Calibri" pitchFamily="34" charset="0"/>
              </a:defRPr>
            </a:lvl2pPr>
            <a:lvl3pPr marL="1143000" indent="-228600" algn="l" defTabSz="0" rtl="0" eaLnBrk="0" fontAlgn="base" hangingPunct="0">
              <a:spcBef>
                <a:spcPct val="20000"/>
              </a:spcBef>
              <a:spcAft>
                <a:spcPct val="0"/>
              </a:spcAft>
              <a:buFont typeface="Arial" charset="0"/>
              <a:buChar char="•"/>
              <a:defRPr sz="2400">
                <a:solidFill>
                  <a:schemeClr val="tx1"/>
                </a:solidFill>
                <a:latin typeface="+mn-lt"/>
                <a:ea typeface="+mn-ea"/>
                <a:sym typeface="Calibri" pitchFamily="34" charset="0"/>
              </a:defRPr>
            </a:lvl3pPr>
            <a:lvl4pPr marL="16002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4pPr>
            <a:lvl5pPr marL="20574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a:lstStyle>
          <a:p>
            <a:pPr algn="just">
              <a:lnSpc>
                <a:spcPct val="105000"/>
              </a:lnSpc>
              <a:buClr>
                <a:srgbClr val="FF3300"/>
              </a:buClr>
              <a:buFont typeface="Wingdings" pitchFamily="2" charset="2"/>
              <a:buNone/>
              <a:defRPr/>
            </a:pPr>
            <a:r>
              <a:rPr lang="en-US" altLang="zh-CN" b="1" dirty="0">
                <a:solidFill>
                  <a:srgbClr val="000066"/>
                </a:solidFill>
                <a:effectLst>
                  <a:outerShdw blurRad="38100" dist="38100" dir="2700000" algn="tl">
                    <a:srgbClr val="C0C0C0"/>
                  </a:outerShdw>
                </a:effectLst>
                <a:latin typeface="仿宋_GB2312" pitchFamily="49" charset="-122"/>
                <a:ea typeface="仿宋_GB2312" pitchFamily="49" charset="-122"/>
              </a:rPr>
              <a:t>     </a:t>
            </a:r>
            <a:r>
              <a:rPr lang="zh-CN" altLang="en-US" b="1" dirty="0">
                <a:solidFill>
                  <a:srgbClr val="000066"/>
                </a:solidFill>
                <a:effectLst>
                  <a:outerShdw blurRad="38100" dist="38100" dir="2700000" algn="tl">
                    <a:srgbClr val="C0C0C0"/>
                  </a:outerShdw>
                </a:effectLst>
                <a:latin typeface="仿宋_GB2312" pitchFamily="49" charset="-122"/>
                <a:ea typeface="仿宋_GB2312" pitchFamily="49" charset="-122"/>
              </a:rPr>
              <a:t>第一代              第二代             第三代</a:t>
            </a:r>
          </a:p>
        </p:txBody>
      </p:sp>
      <p:grpSp>
        <p:nvGrpSpPr>
          <p:cNvPr id="13321" name="组合 2"/>
          <p:cNvGrpSpPr>
            <a:grpSpLocks/>
          </p:cNvGrpSpPr>
          <p:nvPr/>
        </p:nvGrpSpPr>
        <p:grpSpPr bwMode="auto">
          <a:xfrm>
            <a:off x="1307140" y="3439644"/>
            <a:ext cx="8496300" cy="749300"/>
            <a:chOff x="1770844" y="2604086"/>
            <a:chExt cx="4040311" cy="773037"/>
          </a:xfrm>
        </p:grpSpPr>
        <p:sp>
          <p:nvSpPr>
            <p:cNvPr id="13322" name="上箭头 1"/>
            <p:cNvSpPr>
              <a:spLocks noChangeArrowheads="1"/>
            </p:cNvSpPr>
            <p:nvPr/>
          </p:nvSpPr>
          <p:spPr bwMode="auto">
            <a:xfrm>
              <a:off x="1770844" y="2622996"/>
              <a:ext cx="288020" cy="754127"/>
            </a:xfrm>
            <a:prstGeom prst="upArrow">
              <a:avLst>
                <a:gd name="adj1" fmla="val 50000"/>
                <a:gd name="adj2" fmla="val 50003"/>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sp>
          <p:nvSpPr>
            <p:cNvPr id="13323" name="上箭头 17"/>
            <p:cNvSpPr>
              <a:spLocks noChangeArrowheads="1"/>
            </p:cNvSpPr>
            <p:nvPr/>
          </p:nvSpPr>
          <p:spPr bwMode="auto">
            <a:xfrm>
              <a:off x="3681229" y="2622996"/>
              <a:ext cx="288020" cy="754127"/>
            </a:xfrm>
            <a:prstGeom prst="upArrow">
              <a:avLst>
                <a:gd name="adj1" fmla="val 50000"/>
                <a:gd name="adj2" fmla="val 50003"/>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sp>
          <p:nvSpPr>
            <p:cNvPr id="13324" name="上箭头 18"/>
            <p:cNvSpPr>
              <a:spLocks noChangeArrowheads="1"/>
            </p:cNvSpPr>
            <p:nvPr/>
          </p:nvSpPr>
          <p:spPr bwMode="auto">
            <a:xfrm>
              <a:off x="5523135" y="2604086"/>
              <a:ext cx="288020" cy="754127"/>
            </a:xfrm>
            <a:prstGeom prst="upArrow">
              <a:avLst>
                <a:gd name="adj1" fmla="val 50000"/>
                <a:gd name="adj2" fmla="val 50003"/>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grpSp>
    </p:spTree>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关系数据模型</a:t>
            </a:r>
            <a:endParaRPr lang="zh-CN" altLang="en-US" sz="4000" b="1" dirty="0">
              <a:solidFill>
                <a:schemeClr val="bg1"/>
              </a:solidFill>
              <a:latin typeface="+mn-ea"/>
              <a:ea typeface="+mn-ea"/>
            </a:endParaRPr>
          </a:p>
        </p:txBody>
      </p:sp>
      <p:sp>
        <p:nvSpPr>
          <p:cNvPr id="14339" name="Rectangle 2"/>
          <p:cNvSpPr>
            <a:spLocks noChangeArrowheads="1"/>
          </p:cNvSpPr>
          <p:nvPr/>
        </p:nvSpPr>
        <p:spPr bwMode="blackWhite">
          <a:xfrm>
            <a:off x="1130300" y="1700213"/>
            <a:ext cx="5400675" cy="1584325"/>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r>
              <a:rPr lang="zh-CN" altLang="en-US" sz="2800" b="1">
                <a:solidFill>
                  <a:srgbClr val="FF0000"/>
                </a:solidFill>
                <a:latin typeface="宋体" pitchFamily="2" charset="-122"/>
              </a:rPr>
              <a:t>关系模型</a:t>
            </a:r>
            <a:r>
              <a:rPr lang="zh-CN" altLang="en-US" sz="2800" b="1">
                <a:solidFill>
                  <a:srgbClr val="000066"/>
                </a:solidFill>
                <a:latin typeface="宋体" pitchFamily="2" charset="-122"/>
              </a:rPr>
              <a:t>：以二维表来描述数据。</a:t>
            </a:r>
            <a:endParaRPr lang="ja-JP" altLang="en-US" sz="2000" b="1">
              <a:solidFill>
                <a:srgbClr val="000000"/>
              </a:solidFill>
              <a:latin typeface="Courier New" pitchFamily="49" charset="0"/>
              <a:ea typeface="MS PGothic" pitchFamily="34" charset="-128"/>
            </a:endParaRPr>
          </a:p>
        </p:txBody>
      </p:sp>
      <p:pic>
        <p:nvPicPr>
          <p:cNvPr id="14340" name="图片 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24173" y="2144382"/>
            <a:ext cx="2494222" cy="51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图片 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5390" y="3429000"/>
            <a:ext cx="2296868" cy="156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52023" y="2708150"/>
            <a:ext cx="279653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2"/>
          <p:cNvSpPr txBox="1">
            <a:spLocks noChangeArrowheads="1"/>
          </p:cNvSpPr>
          <p:nvPr/>
        </p:nvSpPr>
        <p:spPr bwMode="auto">
          <a:xfrm>
            <a:off x="9642943" y="4611563"/>
            <a:ext cx="1401763" cy="696912"/>
          </a:xfrm>
          <a:prstGeom prst="rect">
            <a:avLst/>
          </a:prstGeom>
        </p:spPr>
        <p:txBody>
          <a:bodyPr/>
          <a:lstStyle>
            <a:lvl1pPr marL="342900" indent="-342900" algn="l" defTabSz="0" rtl="0" eaLnBrk="0" fontAlgn="base" hangingPunct="0">
              <a:spcBef>
                <a:spcPct val="20000"/>
              </a:spcBef>
              <a:spcAft>
                <a:spcPct val="0"/>
              </a:spcAft>
              <a:buFont typeface="Arial" charset="0"/>
              <a:buChar char="•"/>
              <a:defRPr sz="3200">
                <a:solidFill>
                  <a:schemeClr val="tx1"/>
                </a:solidFill>
                <a:latin typeface="+mn-lt"/>
                <a:ea typeface="+mn-ea"/>
                <a:cs typeface="+mn-cs"/>
                <a:sym typeface="Calibri" pitchFamily="34" charset="0"/>
              </a:defRPr>
            </a:lvl1pPr>
            <a:lvl2pPr marL="742950" indent="-285750" algn="l" defTabSz="0" rtl="0" eaLnBrk="0" fontAlgn="base" hangingPunct="0">
              <a:spcBef>
                <a:spcPct val="20000"/>
              </a:spcBef>
              <a:spcAft>
                <a:spcPct val="0"/>
              </a:spcAft>
              <a:buFont typeface="Arial" charset="0"/>
              <a:buChar char="–"/>
              <a:defRPr sz="2800">
                <a:solidFill>
                  <a:schemeClr val="tx1"/>
                </a:solidFill>
                <a:latin typeface="+mn-lt"/>
                <a:ea typeface="+mn-ea"/>
                <a:sym typeface="Calibri" pitchFamily="34" charset="0"/>
              </a:defRPr>
            </a:lvl2pPr>
            <a:lvl3pPr marL="1143000" indent="-228600" algn="l" defTabSz="0" rtl="0" eaLnBrk="0" fontAlgn="base" hangingPunct="0">
              <a:spcBef>
                <a:spcPct val="20000"/>
              </a:spcBef>
              <a:spcAft>
                <a:spcPct val="0"/>
              </a:spcAft>
              <a:buFont typeface="Arial" charset="0"/>
              <a:buChar char="•"/>
              <a:defRPr sz="2400">
                <a:solidFill>
                  <a:schemeClr val="tx1"/>
                </a:solidFill>
                <a:latin typeface="+mn-lt"/>
                <a:ea typeface="+mn-ea"/>
                <a:sym typeface="Calibri" pitchFamily="34" charset="0"/>
              </a:defRPr>
            </a:lvl3pPr>
            <a:lvl4pPr marL="16002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4pPr>
            <a:lvl5pPr marL="20574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a:lstStyle>
          <a:p>
            <a:pPr algn="just">
              <a:lnSpc>
                <a:spcPct val="105000"/>
              </a:lnSpc>
              <a:buClr>
                <a:srgbClr val="FF3300"/>
              </a:buClr>
              <a:buFont typeface="Wingdings" pitchFamily="2" charset="2"/>
              <a:buNone/>
              <a:defRPr/>
            </a:pPr>
            <a:r>
              <a:rPr lang="en-US" altLang="zh-CN" b="1" dirty="0">
                <a:solidFill>
                  <a:srgbClr val="000066"/>
                </a:solidFill>
                <a:effectLst>
                  <a:outerShdw blurRad="38100" dist="38100" dir="2700000" algn="tl">
                    <a:srgbClr val="C0C0C0"/>
                  </a:outerShdw>
                </a:effectLst>
                <a:latin typeface="仿宋_GB2312" pitchFamily="49" charset="-122"/>
                <a:ea typeface="仿宋_GB2312" pitchFamily="49" charset="-122"/>
              </a:rPr>
              <a:t> ……</a:t>
            </a:r>
            <a:endParaRPr lang="zh-CN" altLang="en-US" b="1" dirty="0">
              <a:solidFill>
                <a:srgbClr val="000066"/>
              </a:solidFill>
              <a:effectLst>
                <a:outerShdw blurRad="38100" dist="38100" dir="2700000" algn="tl">
                  <a:srgbClr val="C0C0C0"/>
                </a:outerShdw>
              </a:effectLst>
              <a:latin typeface="仿宋_GB2312" pitchFamily="49" charset="-122"/>
              <a:ea typeface="仿宋_GB2312" pitchFamily="49" charset="-122"/>
            </a:endParaRPr>
          </a:p>
        </p:txBody>
      </p:sp>
      <p:sp>
        <p:nvSpPr>
          <p:cNvPr id="14344" name="右箭头 10"/>
          <p:cNvSpPr>
            <a:spLocks noChangeArrowheads="1"/>
          </p:cNvSpPr>
          <p:nvPr/>
        </p:nvSpPr>
        <p:spPr bwMode="auto">
          <a:xfrm>
            <a:off x="6891338" y="2205038"/>
            <a:ext cx="936625" cy="576262"/>
          </a:xfrm>
          <a:prstGeom prst="rightArrow">
            <a:avLst>
              <a:gd name="adj1" fmla="val 50000"/>
              <a:gd name="adj2" fmla="val 50009"/>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graphicFrame>
        <p:nvGraphicFramePr>
          <p:cNvPr id="14" name="Group 2"/>
          <p:cNvGraphicFramePr>
            <a:graphicFrameLocks noGrp="1"/>
          </p:cNvGraphicFramePr>
          <p:nvPr/>
        </p:nvGraphicFramePr>
        <p:xfrm>
          <a:off x="346075" y="3500438"/>
          <a:ext cx="7508875" cy="2952750"/>
        </p:xfrm>
        <a:graphic>
          <a:graphicData uri="http://schemas.openxmlformats.org/drawingml/2006/table">
            <a:tbl>
              <a:tblPr/>
              <a:tblGrid>
                <a:gridCol w="1367288">
                  <a:extLst>
                    <a:ext uri="{9D8B030D-6E8A-4147-A177-3AD203B41FA5}">
                      <a16:colId xmlns:a16="http://schemas.microsoft.com/office/drawing/2014/main" val="20000"/>
                    </a:ext>
                  </a:extLst>
                </a:gridCol>
                <a:gridCol w="1329930">
                  <a:extLst>
                    <a:ext uri="{9D8B030D-6E8A-4147-A177-3AD203B41FA5}">
                      <a16:colId xmlns:a16="http://schemas.microsoft.com/office/drawing/2014/main" val="20001"/>
                    </a:ext>
                  </a:extLst>
                </a:gridCol>
                <a:gridCol w="1539133">
                  <a:extLst>
                    <a:ext uri="{9D8B030D-6E8A-4147-A177-3AD203B41FA5}">
                      <a16:colId xmlns:a16="http://schemas.microsoft.com/office/drawing/2014/main" val="20002"/>
                    </a:ext>
                  </a:extLst>
                </a:gridCol>
                <a:gridCol w="956354">
                  <a:extLst>
                    <a:ext uri="{9D8B030D-6E8A-4147-A177-3AD203B41FA5}">
                      <a16:colId xmlns:a16="http://schemas.microsoft.com/office/drawing/2014/main" val="20003"/>
                    </a:ext>
                  </a:extLst>
                </a:gridCol>
                <a:gridCol w="1329930">
                  <a:extLst>
                    <a:ext uri="{9D8B030D-6E8A-4147-A177-3AD203B41FA5}">
                      <a16:colId xmlns:a16="http://schemas.microsoft.com/office/drawing/2014/main" val="20004"/>
                    </a:ext>
                  </a:extLst>
                </a:gridCol>
                <a:gridCol w="986240">
                  <a:extLst>
                    <a:ext uri="{9D8B030D-6E8A-4147-A177-3AD203B41FA5}">
                      <a16:colId xmlns:a16="http://schemas.microsoft.com/office/drawing/2014/main" val="20005"/>
                    </a:ext>
                  </a:extLst>
                </a:gridCol>
              </a:tblGrid>
              <a:tr h="635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宋体" pitchFamily="2" charset="-122"/>
                          <a:ea typeface="宋体" pitchFamily="2" charset="-122"/>
                        </a:rPr>
                        <a:t>学号</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宋体" pitchFamily="2" charset="-122"/>
                          <a:ea typeface="宋体" pitchFamily="2" charset="-122"/>
                        </a:rPr>
                        <a:t>姓名</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宋体" pitchFamily="2" charset="-122"/>
                          <a:ea typeface="宋体" pitchFamily="2" charset="-122"/>
                        </a:rPr>
                        <a:t>出生年月</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宋体" pitchFamily="2" charset="-122"/>
                          <a:ea typeface="宋体" pitchFamily="2" charset="-122"/>
                        </a:rPr>
                        <a:t>性别</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宋体" pitchFamily="2" charset="-122"/>
                          <a:ea typeface="宋体" pitchFamily="2" charset="-122"/>
                        </a:rPr>
                        <a:t>系</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宋体" pitchFamily="2" charset="-122"/>
                          <a:ea typeface="宋体" pitchFamily="2" charset="-122"/>
                        </a:rPr>
                        <a:t>年级</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469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宋体" pitchFamily="2" charset="-122"/>
                          <a:ea typeface="宋体" pitchFamily="2" charset="-122"/>
                        </a:rPr>
                        <a:t>970501</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宋体" pitchFamily="2" charset="-122"/>
                          <a:ea typeface="宋体" pitchFamily="2" charset="-122"/>
                        </a:rPr>
                        <a:t>张平</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宋体" pitchFamily="2" charset="-122"/>
                          <a:ea typeface="宋体" pitchFamily="2" charset="-122"/>
                        </a:rPr>
                        <a:t>198005</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宋体" pitchFamily="2" charset="-122"/>
                          <a:ea typeface="宋体" pitchFamily="2" charset="-122"/>
                        </a:rPr>
                        <a:t>女</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宋体" pitchFamily="2" charset="-122"/>
                          <a:ea typeface="宋体" pitchFamily="2" charset="-122"/>
                        </a:rPr>
                        <a:t>计算机</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宋体" pitchFamily="2" charset="-122"/>
                          <a:ea typeface="宋体" pitchFamily="2" charset="-122"/>
                        </a:rPr>
                        <a:t>3</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463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宋体" pitchFamily="2" charset="-122"/>
                          <a:ea typeface="宋体" pitchFamily="2" charset="-122"/>
                        </a:rPr>
                        <a:t>970502</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宋体" pitchFamily="2" charset="-122"/>
                          <a:ea typeface="宋体" pitchFamily="2" charset="-122"/>
                        </a:rPr>
                        <a:t>王鹰</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宋体" pitchFamily="2" charset="-122"/>
                          <a:ea typeface="宋体" pitchFamily="2" charset="-122"/>
                        </a:rPr>
                        <a:t>198103</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宋体" pitchFamily="2" charset="-122"/>
                          <a:ea typeface="宋体" pitchFamily="2" charset="-122"/>
                        </a:rPr>
                        <a:t>男</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宋体" pitchFamily="2" charset="-122"/>
                          <a:ea typeface="宋体" pitchFamily="2" charset="-122"/>
                        </a:rPr>
                        <a:t>计算机</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宋体" pitchFamily="2" charset="-122"/>
                          <a:ea typeface="宋体" pitchFamily="2" charset="-122"/>
                        </a:rPr>
                        <a:t>3</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2"/>
                  </a:ext>
                </a:extLst>
              </a:tr>
              <a:tr h="469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宋体" pitchFamily="2" charset="-122"/>
                          <a:ea typeface="宋体" pitchFamily="2" charset="-122"/>
                        </a:rPr>
                        <a:t>970601</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宋体" pitchFamily="2" charset="-122"/>
                          <a:ea typeface="宋体" pitchFamily="2" charset="-122"/>
                        </a:rPr>
                        <a:t>周丽</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宋体" pitchFamily="2" charset="-122"/>
                          <a:ea typeface="宋体" pitchFamily="2" charset="-122"/>
                        </a:rPr>
                        <a:t>198205</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宋体" pitchFamily="2" charset="-122"/>
                          <a:ea typeface="宋体" pitchFamily="2" charset="-122"/>
                        </a:rPr>
                        <a:t>女</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宋体" pitchFamily="2" charset="-122"/>
                          <a:ea typeface="宋体" pitchFamily="2" charset="-122"/>
                        </a:rPr>
                        <a:t>机械</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宋体" pitchFamily="2" charset="-122"/>
                          <a:ea typeface="宋体" pitchFamily="2" charset="-122"/>
                        </a:rPr>
                        <a:t>3</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r h="431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a:ln>
                          <a:noFill/>
                        </a:ln>
                        <a:solidFill>
                          <a:schemeClr val="tx1"/>
                        </a:solidFill>
                        <a:effectLst/>
                        <a:latin typeface="宋体" pitchFamily="2" charset="-122"/>
                        <a:ea typeface="宋体" pitchFamily="2" charset="-122"/>
                      </a:endParaRP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a:ln>
                          <a:noFill/>
                        </a:ln>
                        <a:solidFill>
                          <a:schemeClr val="tx1"/>
                        </a:solidFill>
                        <a:effectLst/>
                        <a:latin typeface="宋体" pitchFamily="2" charset="-122"/>
                        <a:ea typeface="宋体" pitchFamily="2" charset="-122"/>
                      </a:endParaRP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a:ln>
                          <a:noFill/>
                        </a:ln>
                        <a:solidFill>
                          <a:schemeClr val="tx1"/>
                        </a:solidFill>
                        <a:effectLst/>
                        <a:latin typeface="宋体" pitchFamily="2" charset="-122"/>
                        <a:ea typeface="宋体" pitchFamily="2" charset="-122"/>
                      </a:endParaRP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a:ln>
                          <a:noFill/>
                        </a:ln>
                        <a:solidFill>
                          <a:schemeClr val="tx1"/>
                        </a:solidFill>
                        <a:effectLst/>
                        <a:latin typeface="宋体" pitchFamily="2" charset="-122"/>
                        <a:ea typeface="宋体" pitchFamily="2" charset="-122"/>
                      </a:endParaRP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a:ln>
                          <a:noFill/>
                        </a:ln>
                        <a:solidFill>
                          <a:schemeClr val="tx1"/>
                        </a:solidFill>
                        <a:effectLst/>
                        <a:latin typeface="宋体" pitchFamily="2" charset="-122"/>
                        <a:ea typeface="宋体" pitchFamily="2" charset="-122"/>
                      </a:endParaRP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dirty="0">
                        <a:ln>
                          <a:noFill/>
                        </a:ln>
                        <a:solidFill>
                          <a:schemeClr val="tx1"/>
                        </a:solidFill>
                        <a:effectLst/>
                        <a:latin typeface="宋体" pitchFamily="2" charset="-122"/>
                        <a:ea typeface="宋体" pitchFamily="2" charset="-122"/>
                      </a:endParaRP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4"/>
                  </a:ext>
                </a:extLst>
              </a:tr>
              <a:tr h="4333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宋体" pitchFamily="2" charset="-122"/>
                          <a:ea typeface="宋体" pitchFamily="2" charset="-122"/>
                        </a:rPr>
                        <a:t>980209</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宋体" pitchFamily="2" charset="-122"/>
                          <a:ea typeface="宋体" pitchFamily="2" charset="-122"/>
                        </a:rPr>
                        <a:t>李强</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宋体" pitchFamily="2" charset="-122"/>
                          <a:ea typeface="宋体" pitchFamily="2" charset="-122"/>
                        </a:rPr>
                        <a:t>198011</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宋体" pitchFamily="2" charset="-122"/>
                          <a:ea typeface="宋体" pitchFamily="2" charset="-122"/>
                        </a:rPr>
                        <a:t>男</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宋体" pitchFamily="2" charset="-122"/>
                          <a:ea typeface="宋体" pitchFamily="2" charset="-122"/>
                        </a:rPr>
                        <a:t>化工</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宋体" pitchFamily="2" charset="-122"/>
                          <a:ea typeface="宋体" pitchFamily="2" charset="-122"/>
                        </a:rPr>
                        <a:t>2</a:t>
                      </a:r>
                    </a:p>
                  </a:txBody>
                  <a:tcPr marL="91441" marR="9144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5"/>
                  </a:ext>
                </a:extLst>
              </a:tr>
            </a:tbl>
          </a:graphicData>
        </a:graphic>
      </p:graphicFrame>
      <p:pic>
        <p:nvPicPr>
          <p:cNvPr id="276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10812" y="1286247"/>
            <a:ext cx="2742581" cy="54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344"/>
                                        </p:tgtEl>
                                        <p:attrNameLst>
                                          <p:attrName>style.visibility</p:attrName>
                                        </p:attrNameLst>
                                      </p:cBhvr>
                                      <p:to>
                                        <p:strVal val="visible"/>
                                      </p:to>
                                    </p:set>
                                    <p:animEffect transition="in" filter="fade">
                                      <p:cBhvr>
                                        <p:cTn id="7" dur="500"/>
                                        <p:tgtEl>
                                          <p:spTgt spid="1434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27652"/>
                                        </p:tgtEl>
                                        <p:attrNameLst>
                                          <p:attrName>style.visibility</p:attrName>
                                        </p:attrNameLst>
                                      </p:cBhvr>
                                      <p:to>
                                        <p:strVal val="visible"/>
                                      </p:to>
                                    </p:set>
                                    <p:anim calcmode="lin" valueType="num">
                                      <p:cBhvr additive="base">
                                        <p:cTn id="12" dur="500" fill="hold"/>
                                        <p:tgtEl>
                                          <p:spTgt spid="27652"/>
                                        </p:tgtEl>
                                        <p:attrNameLst>
                                          <p:attrName>ppt_x</p:attrName>
                                        </p:attrNameLst>
                                      </p:cBhvr>
                                      <p:tavLst>
                                        <p:tav tm="0">
                                          <p:val>
                                            <p:strVal val="1+#ppt_w/2"/>
                                          </p:val>
                                        </p:tav>
                                        <p:tav tm="100000">
                                          <p:val>
                                            <p:strVal val="#ppt_x"/>
                                          </p:val>
                                        </p:tav>
                                      </p:tavLst>
                                    </p:anim>
                                    <p:anim calcmode="lin" valueType="num">
                                      <p:cBhvr additive="base">
                                        <p:cTn id="13" dur="500" fill="hold"/>
                                        <p:tgtEl>
                                          <p:spTgt spid="2765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14340"/>
                                        </p:tgtEl>
                                        <p:attrNameLst>
                                          <p:attrName>style.visibility</p:attrName>
                                        </p:attrNameLst>
                                      </p:cBhvr>
                                      <p:to>
                                        <p:strVal val="visible"/>
                                      </p:to>
                                    </p:set>
                                    <p:anim calcmode="lin" valueType="num">
                                      <p:cBhvr additive="base">
                                        <p:cTn id="18" dur="500" fill="hold"/>
                                        <p:tgtEl>
                                          <p:spTgt spid="14340"/>
                                        </p:tgtEl>
                                        <p:attrNameLst>
                                          <p:attrName>ppt_x</p:attrName>
                                        </p:attrNameLst>
                                      </p:cBhvr>
                                      <p:tavLst>
                                        <p:tav tm="0">
                                          <p:val>
                                            <p:strVal val="1+#ppt_w/2"/>
                                          </p:val>
                                        </p:tav>
                                        <p:tav tm="100000">
                                          <p:val>
                                            <p:strVal val="#ppt_x"/>
                                          </p:val>
                                        </p:tav>
                                      </p:tavLst>
                                    </p:anim>
                                    <p:anim calcmode="lin" valueType="num">
                                      <p:cBhvr additive="base">
                                        <p:cTn id="19" dur="500" fill="hold"/>
                                        <p:tgtEl>
                                          <p:spTgt spid="14340"/>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nodeType="clickEffect">
                                  <p:stCondLst>
                                    <p:cond delay="0"/>
                                  </p:stCondLst>
                                  <p:childTnLst>
                                    <p:set>
                                      <p:cBhvr>
                                        <p:cTn id="23" dur="1" fill="hold">
                                          <p:stCondLst>
                                            <p:cond delay="0"/>
                                          </p:stCondLst>
                                        </p:cTn>
                                        <p:tgtEl>
                                          <p:spTgt spid="14342"/>
                                        </p:tgtEl>
                                        <p:attrNameLst>
                                          <p:attrName>style.visibility</p:attrName>
                                        </p:attrNameLst>
                                      </p:cBhvr>
                                      <p:to>
                                        <p:strVal val="visible"/>
                                      </p:to>
                                    </p:set>
                                    <p:anim calcmode="lin" valueType="num">
                                      <p:cBhvr additive="base">
                                        <p:cTn id="24" dur="500" fill="hold"/>
                                        <p:tgtEl>
                                          <p:spTgt spid="14342"/>
                                        </p:tgtEl>
                                        <p:attrNameLst>
                                          <p:attrName>ppt_x</p:attrName>
                                        </p:attrNameLst>
                                      </p:cBhvr>
                                      <p:tavLst>
                                        <p:tav tm="0">
                                          <p:val>
                                            <p:strVal val="1+#ppt_w/2"/>
                                          </p:val>
                                        </p:tav>
                                        <p:tav tm="100000">
                                          <p:val>
                                            <p:strVal val="#ppt_x"/>
                                          </p:val>
                                        </p:tav>
                                      </p:tavLst>
                                    </p:anim>
                                    <p:anim calcmode="lin" valueType="num">
                                      <p:cBhvr additive="base">
                                        <p:cTn id="25" dur="500" fill="hold"/>
                                        <p:tgtEl>
                                          <p:spTgt spid="14342"/>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nodeType="clickEffect">
                                  <p:stCondLst>
                                    <p:cond delay="0"/>
                                  </p:stCondLst>
                                  <p:childTnLst>
                                    <p:set>
                                      <p:cBhvr>
                                        <p:cTn id="29" dur="1" fill="hold">
                                          <p:stCondLst>
                                            <p:cond delay="0"/>
                                          </p:stCondLst>
                                        </p:cTn>
                                        <p:tgtEl>
                                          <p:spTgt spid="14341"/>
                                        </p:tgtEl>
                                        <p:attrNameLst>
                                          <p:attrName>style.visibility</p:attrName>
                                        </p:attrNameLst>
                                      </p:cBhvr>
                                      <p:to>
                                        <p:strVal val="visible"/>
                                      </p:to>
                                    </p:set>
                                    <p:anim calcmode="lin" valueType="num">
                                      <p:cBhvr additive="base">
                                        <p:cTn id="30" dur="500" fill="hold"/>
                                        <p:tgtEl>
                                          <p:spTgt spid="14341"/>
                                        </p:tgtEl>
                                        <p:attrNameLst>
                                          <p:attrName>ppt_x</p:attrName>
                                        </p:attrNameLst>
                                      </p:cBhvr>
                                      <p:tavLst>
                                        <p:tav tm="0">
                                          <p:val>
                                            <p:strVal val="1+#ppt_w/2"/>
                                          </p:val>
                                        </p:tav>
                                        <p:tav tm="100000">
                                          <p:val>
                                            <p:strVal val="#ppt_x"/>
                                          </p:val>
                                        </p:tav>
                                      </p:tavLst>
                                    </p:anim>
                                    <p:anim calcmode="lin" valueType="num">
                                      <p:cBhvr additive="base">
                                        <p:cTn id="31" dur="500" fill="hold"/>
                                        <p:tgtEl>
                                          <p:spTgt spid="14341"/>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1+#ppt_w/2"/>
                                          </p:val>
                                        </p:tav>
                                        <p:tav tm="100000">
                                          <p:val>
                                            <p:strVal val="#ppt_x"/>
                                          </p:val>
                                        </p:tav>
                                      </p:tavLst>
                                    </p:anim>
                                    <p:anim calcmode="lin" valueType="num">
                                      <p:cBhvr additive="base">
                                        <p:cTn id="35"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34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关系数据模型</a:t>
            </a:r>
            <a:endParaRPr lang="zh-CN" altLang="en-US" sz="4000" b="1" dirty="0">
              <a:solidFill>
                <a:schemeClr val="bg1"/>
              </a:solidFill>
              <a:latin typeface="+mn-ea"/>
              <a:ea typeface="+mn-ea"/>
            </a:endParaRPr>
          </a:p>
        </p:txBody>
      </p:sp>
      <p:sp>
        <p:nvSpPr>
          <p:cNvPr id="12" name="Rectangle 84"/>
          <p:cNvSpPr>
            <a:spLocks noChangeArrowheads="1"/>
          </p:cNvSpPr>
          <p:nvPr/>
        </p:nvSpPr>
        <p:spPr bwMode="auto">
          <a:xfrm>
            <a:off x="698500" y="954088"/>
            <a:ext cx="51784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800" dirty="0">
                <a:solidFill>
                  <a:srgbClr val="A50021"/>
                </a:solidFill>
                <a:effectLst>
                  <a:outerShdw blurRad="38100" dist="38100" dir="2700000" algn="tl">
                    <a:srgbClr val="C0C0C0"/>
                  </a:outerShdw>
                </a:effectLst>
                <a:latin typeface="黑体" pitchFamily="2" charset="-122"/>
                <a:ea typeface="黑体" pitchFamily="2" charset="-122"/>
              </a:rPr>
              <a:t>数据结构－－关系模式</a:t>
            </a:r>
            <a:endParaRPr lang="zh-TW" altLang="en-US" sz="2800" dirty="0">
              <a:solidFill>
                <a:srgbClr val="A50021"/>
              </a:solidFill>
              <a:effectLst>
                <a:outerShdw blurRad="38100" dist="38100" dir="2700000" algn="tl">
                  <a:srgbClr val="C0C0C0"/>
                </a:outerShdw>
              </a:effectLst>
              <a:latin typeface="黑体" pitchFamily="2" charset="-122"/>
              <a:ea typeface="黑体" pitchFamily="2" charset="-122"/>
            </a:endParaRPr>
          </a:p>
        </p:txBody>
      </p:sp>
      <p:graphicFrame>
        <p:nvGraphicFramePr>
          <p:cNvPr id="47" name="Group 2"/>
          <p:cNvGraphicFramePr>
            <a:graphicFrameLocks noGrp="1"/>
          </p:cNvGraphicFramePr>
          <p:nvPr/>
        </p:nvGraphicFramePr>
        <p:xfrm>
          <a:off x="2498725" y="2276475"/>
          <a:ext cx="6381750" cy="2952750"/>
        </p:xfrm>
        <a:graphic>
          <a:graphicData uri="http://schemas.openxmlformats.org/drawingml/2006/table">
            <a:tbl>
              <a:tblPr/>
              <a:tblGrid>
                <a:gridCol w="1162050">
                  <a:extLst>
                    <a:ext uri="{9D8B030D-6E8A-4147-A177-3AD203B41FA5}">
                      <a16:colId xmlns:a16="http://schemas.microsoft.com/office/drawing/2014/main" val="20000"/>
                    </a:ext>
                  </a:extLst>
                </a:gridCol>
                <a:gridCol w="1130300">
                  <a:extLst>
                    <a:ext uri="{9D8B030D-6E8A-4147-A177-3AD203B41FA5}">
                      <a16:colId xmlns:a16="http://schemas.microsoft.com/office/drawing/2014/main" val="20001"/>
                    </a:ext>
                  </a:extLst>
                </a:gridCol>
                <a:gridCol w="130810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gridCol w="11303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tblGrid>
              <a:tr h="635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rPr>
                        <a:t>学号</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姓名</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rPr>
                        <a:t>出生年月</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rPr>
                        <a:t>性别</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系</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年级</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469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463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2"/>
                  </a:ext>
                </a:extLst>
              </a:tr>
              <a:tr h="469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r h="431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4"/>
                  </a:ext>
                </a:extLst>
              </a:tr>
              <a:tr h="4333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5"/>
                  </a:ext>
                </a:extLst>
              </a:tr>
            </a:tbl>
          </a:graphicData>
        </a:graphic>
      </p:graphicFrame>
      <p:graphicFrame>
        <p:nvGraphicFramePr>
          <p:cNvPr id="48" name="Group 2"/>
          <p:cNvGraphicFramePr>
            <a:graphicFrameLocks noGrp="1"/>
          </p:cNvGraphicFramePr>
          <p:nvPr/>
        </p:nvGraphicFramePr>
        <p:xfrm>
          <a:off x="2525713" y="2241550"/>
          <a:ext cx="6381750" cy="2952750"/>
        </p:xfrm>
        <a:graphic>
          <a:graphicData uri="http://schemas.openxmlformats.org/drawingml/2006/table">
            <a:tbl>
              <a:tblPr/>
              <a:tblGrid>
                <a:gridCol w="1162050">
                  <a:extLst>
                    <a:ext uri="{9D8B030D-6E8A-4147-A177-3AD203B41FA5}">
                      <a16:colId xmlns:a16="http://schemas.microsoft.com/office/drawing/2014/main" val="20000"/>
                    </a:ext>
                  </a:extLst>
                </a:gridCol>
                <a:gridCol w="1130300">
                  <a:extLst>
                    <a:ext uri="{9D8B030D-6E8A-4147-A177-3AD203B41FA5}">
                      <a16:colId xmlns:a16="http://schemas.microsoft.com/office/drawing/2014/main" val="20001"/>
                    </a:ext>
                  </a:extLst>
                </a:gridCol>
                <a:gridCol w="130810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gridCol w="11303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tblGrid>
              <a:tr h="635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rPr>
                        <a:t>学号</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姓名</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rPr>
                        <a:t>出生年月</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rPr>
                        <a:t>性别</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系</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年级</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469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970501</a:t>
                      </a:r>
                      <a:endPar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张平</a:t>
                      </a: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198005</a:t>
                      </a:r>
                      <a:endPar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女</a:t>
                      </a: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计算机</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463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970502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王鹰</a:t>
                      </a: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198103</a:t>
                      </a:r>
                      <a:endPar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男</a:t>
                      </a: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计算机</a:t>
                      </a: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2"/>
                  </a:ext>
                </a:extLst>
              </a:tr>
              <a:tr h="469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970601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周丽</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198205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女</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机械</a:t>
                      </a: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3</a:t>
                      </a:r>
                      <a:endPar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r h="431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4"/>
                  </a:ext>
                </a:extLst>
              </a:tr>
              <a:tr h="4333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980209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李强</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198011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男</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宋体" pitchFamily="2" charset="-122"/>
                          <a:ea typeface="宋体" pitchFamily="2" charset="-122"/>
                        </a:rPr>
                        <a:t>化工</a:t>
                      </a:r>
                      <a:endParaRPr kumimoji="1" lang="zh-CN" altLang="en-US"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宋体" pitchFamily="2" charset="-122"/>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5"/>
                  </a:ext>
                </a:extLst>
              </a:tr>
            </a:tbl>
          </a:graphicData>
        </a:graphic>
      </p:graphicFrame>
      <p:sp>
        <p:nvSpPr>
          <p:cNvPr id="49" name="Line 53"/>
          <p:cNvSpPr>
            <a:spLocks noChangeShapeType="1"/>
          </p:cNvSpPr>
          <p:nvPr/>
        </p:nvSpPr>
        <p:spPr bwMode="auto">
          <a:xfrm>
            <a:off x="3146425" y="1890713"/>
            <a:ext cx="152400" cy="457200"/>
          </a:xfrm>
          <a:prstGeom prst="line">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 name="Text Box 54"/>
          <p:cNvSpPr txBox="1">
            <a:spLocks noChangeArrowheads="1"/>
          </p:cNvSpPr>
          <p:nvPr/>
        </p:nvSpPr>
        <p:spPr bwMode="auto">
          <a:xfrm>
            <a:off x="2917825" y="1354138"/>
            <a:ext cx="5476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spcBef>
                <a:spcPct val="20000"/>
              </a:spcBef>
              <a:buSzPct val="200000"/>
              <a:defRPr/>
            </a:pPr>
            <a:r>
              <a:rPr lang="zh-CN" altLang="en-US" sz="2000">
                <a:solidFill>
                  <a:srgbClr val="990099"/>
                </a:solidFill>
                <a:effectLst>
                  <a:outerShdw blurRad="38100" dist="38100" dir="2700000" algn="tl">
                    <a:srgbClr val="C0C0C0"/>
                  </a:outerShdw>
                </a:effectLst>
              </a:rPr>
              <a:t>键</a:t>
            </a:r>
          </a:p>
        </p:txBody>
      </p:sp>
      <p:sp>
        <p:nvSpPr>
          <p:cNvPr id="51" name="AutoShape 55"/>
          <p:cNvSpPr>
            <a:spLocks noChangeArrowheads="1"/>
          </p:cNvSpPr>
          <p:nvPr/>
        </p:nvSpPr>
        <p:spPr bwMode="auto">
          <a:xfrm flipH="1">
            <a:off x="7223125" y="1147763"/>
            <a:ext cx="1504950" cy="806450"/>
          </a:xfrm>
          <a:prstGeom prst="wedgeEllipseCallout">
            <a:avLst>
              <a:gd name="adj1" fmla="val -43042"/>
              <a:gd name="adj2" fmla="val 89759"/>
            </a:avLst>
          </a:prstGeom>
          <a:noFill/>
          <a:ln w="38100">
            <a:solidFill>
              <a:srgbClr val="99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fontAlgn="t">
              <a:lnSpc>
                <a:spcPct val="150000"/>
              </a:lnSpc>
              <a:spcBef>
                <a:spcPct val="20000"/>
              </a:spcBef>
              <a:buSzPct val="200000"/>
              <a:defRPr/>
            </a:pPr>
            <a:r>
              <a:rPr lang="en-US" altLang="zh-CN" sz="2000">
                <a:solidFill>
                  <a:srgbClr val="990099"/>
                </a:solidFill>
                <a:effectLst>
                  <a:outerShdw blurRad="38100" dist="38100" dir="2700000" algn="tl">
                    <a:srgbClr val="C0C0C0"/>
                  </a:outerShdw>
                </a:effectLst>
              </a:rPr>
              <a:t>1,2,3,4</a:t>
            </a:r>
          </a:p>
        </p:txBody>
      </p:sp>
      <p:sp>
        <p:nvSpPr>
          <p:cNvPr id="52" name="AutoShape 56"/>
          <p:cNvSpPr>
            <a:spLocks/>
          </p:cNvSpPr>
          <p:nvPr/>
        </p:nvSpPr>
        <p:spPr bwMode="auto">
          <a:xfrm flipH="1">
            <a:off x="7032625" y="1185863"/>
            <a:ext cx="152400" cy="800100"/>
          </a:xfrm>
          <a:prstGeom prst="rightBrace">
            <a:avLst>
              <a:gd name="adj1" fmla="val 43750"/>
              <a:gd name="adj2" fmla="val 50000"/>
            </a:avLst>
          </a:prstGeom>
          <a:noFill/>
          <a:ln w="38100">
            <a:solidFill>
              <a:srgbClr val="99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defRPr/>
            </a:pPr>
            <a:endParaRPr lang="zh-TW" altLang="en-US">
              <a:solidFill>
                <a:srgbClr val="990099"/>
              </a:solidFill>
              <a:effectLst>
                <a:outerShdw blurRad="38100" dist="38100" dir="2700000" algn="tl">
                  <a:srgbClr val="C0C0C0"/>
                </a:outerShdw>
              </a:effectLst>
            </a:endParaRPr>
          </a:p>
        </p:txBody>
      </p:sp>
      <p:sp>
        <p:nvSpPr>
          <p:cNvPr id="53" name="Text Box 57"/>
          <p:cNvSpPr txBox="1">
            <a:spLocks noChangeArrowheads="1"/>
          </p:cNvSpPr>
          <p:nvPr/>
        </p:nvSpPr>
        <p:spPr bwMode="auto">
          <a:xfrm>
            <a:off x="6581775" y="1217613"/>
            <a:ext cx="4381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CC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nSpc>
                <a:spcPct val="150000"/>
              </a:lnSpc>
              <a:spcBef>
                <a:spcPct val="20000"/>
              </a:spcBef>
              <a:buSzPct val="200000"/>
              <a:defRPr/>
            </a:pPr>
            <a:r>
              <a:rPr lang="zh-CN" altLang="en-US" sz="2000">
                <a:solidFill>
                  <a:srgbClr val="990099"/>
                </a:solidFill>
                <a:effectLst>
                  <a:outerShdw blurRad="38100" dist="38100" dir="2700000" algn="tl">
                    <a:srgbClr val="C0C0C0"/>
                  </a:outerShdw>
                </a:effectLst>
              </a:rPr>
              <a:t>域</a:t>
            </a:r>
          </a:p>
        </p:txBody>
      </p:sp>
      <p:sp>
        <p:nvSpPr>
          <p:cNvPr id="54" name="Line 58"/>
          <p:cNvSpPr>
            <a:spLocks noChangeShapeType="1"/>
          </p:cNvSpPr>
          <p:nvPr/>
        </p:nvSpPr>
        <p:spPr bwMode="auto">
          <a:xfrm flipH="1">
            <a:off x="9148763" y="2703513"/>
            <a:ext cx="493712" cy="4762"/>
          </a:xfrm>
          <a:prstGeom prst="line">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5" name="Text Box 59"/>
          <p:cNvSpPr txBox="1">
            <a:spLocks noChangeArrowheads="1"/>
          </p:cNvSpPr>
          <p:nvPr/>
        </p:nvSpPr>
        <p:spPr bwMode="auto">
          <a:xfrm>
            <a:off x="9648825" y="2244725"/>
            <a:ext cx="439738"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CC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buSzPct val="200000"/>
              <a:defRPr/>
            </a:pPr>
            <a:r>
              <a:rPr lang="zh-CN" altLang="en-US" sz="2000">
                <a:solidFill>
                  <a:srgbClr val="990099"/>
                </a:solidFill>
                <a:effectLst>
                  <a:outerShdw blurRad="38100" dist="38100" dir="2700000" algn="tl">
                    <a:srgbClr val="C0C0C0"/>
                  </a:outerShdw>
                </a:effectLst>
              </a:rPr>
              <a:t>字</a:t>
            </a:r>
            <a:br>
              <a:rPr lang="zh-CN" altLang="en-US" sz="2000">
                <a:solidFill>
                  <a:srgbClr val="990099"/>
                </a:solidFill>
                <a:effectLst>
                  <a:outerShdw blurRad="38100" dist="38100" dir="2700000" algn="tl">
                    <a:srgbClr val="C0C0C0"/>
                  </a:outerShdw>
                </a:effectLst>
              </a:rPr>
            </a:br>
            <a:r>
              <a:rPr lang="zh-CN" altLang="en-US" sz="2000">
                <a:solidFill>
                  <a:srgbClr val="990099"/>
                </a:solidFill>
                <a:effectLst>
                  <a:outerShdw blurRad="38100" dist="38100" dir="2700000" algn="tl">
                    <a:srgbClr val="C0C0C0"/>
                  </a:outerShdw>
                </a:effectLst>
              </a:rPr>
              <a:t>段</a:t>
            </a:r>
            <a:br>
              <a:rPr lang="zh-CN" altLang="en-US" sz="2000">
                <a:solidFill>
                  <a:srgbClr val="990099"/>
                </a:solidFill>
                <a:effectLst>
                  <a:outerShdw blurRad="38100" dist="38100" dir="2700000" algn="tl">
                    <a:srgbClr val="C0C0C0"/>
                  </a:outerShdw>
                </a:effectLst>
              </a:rPr>
            </a:br>
            <a:r>
              <a:rPr lang="zh-CN" altLang="en-US" sz="2000">
                <a:solidFill>
                  <a:srgbClr val="990099"/>
                </a:solidFill>
                <a:effectLst>
                  <a:outerShdw blurRad="38100" dist="38100" dir="2700000" algn="tl">
                    <a:srgbClr val="C0C0C0"/>
                  </a:outerShdw>
                </a:effectLst>
              </a:rPr>
              <a:t>名</a:t>
            </a:r>
          </a:p>
        </p:txBody>
      </p:sp>
      <p:sp>
        <p:nvSpPr>
          <p:cNvPr id="56" name="Line 60"/>
          <p:cNvSpPr>
            <a:spLocks noChangeShapeType="1"/>
          </p:cNvSpPr>
          <p:nvPr/>
        </p:nvSpPr>
        <p:spPr bwMode="auto">
          <a:xfrm flipH="1" flipV="1">
            <a:off x="8975725" y="3128963"/>
            <a:ext cx="685800" cy="1066800"/>
          </a:xfrm>
          <a:prstGeom prst="line">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7" name="Line 61"/>
          <p:cNvSpPr>
            <a:spLocks noChangeShapeType="1"/>
          </p:cNvSpPr>
          <p:nvPr/>
        </p:nvSpPr>
        <p:spPr bwMode="auto">
          <a:xfrm flipH="1" flipV="1">
            <a:off x="8937625" y="3649663"/>
            <a:ext cx="723900" cy="546100"/>
          </a:xfrm>
          <a:prstGeom prst="line">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8" name="Line 62"/>
          <p:cNvSpPr>
            <a:spLocks noChangeShapeType="1"/>
          </p:cNvSpPr>
          <p:nvPr/>
        </p:nvSpPr>
        <p:spPr bwMode="auto">
          <a:xfrm flipH="1">
            <a:off x="8937625" y="4195763"/>
            <a:ext cx="685800" cy="0"/>
          </a:xfrm>
          <a:prstGeom prst="line">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9" name="Line 63"/>
          <p:cNvSpPr>
            <a:spLocks noChangeShapeType="1"/>
          </p:cNvSpPr>
          <p:nvPr/>
        </p:nvSpPr>
        <p:spPr bwMode="auto">
          <a:xfrm flipH="1">
            <a:off x="8899525" y="4195763"/>
            <a:ext cx="762000" cy="514350"/>
          </a:xfrm>
          <a:prstGeom prst="line">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0" name="Line 64"/>
          <p:cNvSpPr>
            <a:spLocks noChangeShapeType="1"/>
          </p:cNvSpPr>
          <p:nvPr/>
        </p:nvSpPr>
        <p:spPr bwMode="auto">
          <a:xfrm flipH="1">
            <a:off x="8956675" y="4195763"/>
            <a:ext cx="704850" cy="939800"/>
          </a:xfrm>
          <a:prstGeom prst="line">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1" name="Text Box 65"/>
          <p:cNvSpPr txBox="1">
            <a:spLocks noChangeArrowheads="1"/>
          </p:cNvSpPr>
          <p:nvPr/>
        </p:nvSpPr>
        <p:spPr bwMode="auto">
          <a:xfrm>
            <a:off x="9610725" y="3522663"/>
            <a:ext cx="641350" cy="138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a:spAutoFit/>
          </a:bodyPr>
          <a:lstStyle/>
          <a:p>
            <a:pPr>
              <a:lnSpc>
                <a:spcPct val="150000"/>
              </a:lnSpc>
              <a:spcBef>
                <a:spcPct val="20000"/>
              </a:spcBef>
              <a:buSzPct val="200000"/>
              <a:defRPr/>
            </a:pPr>
            <a:r>
              <a:rPr lang="zh-CN" altLang="en-US" sz="2000">
                <a:solidFill>
                  <a:srgbClr val="990099"/>
                </a:solidFill>
                <a:effectLst>
                  <a:outerShdw blurRad="38100" dist="38100" dir="2700000" algn="tl">
                    <a:srgbClr val="C0C0C0"/>
                  </a:outerShdw>
                </a:effectLst>
              </a:rPr>
              <a:t>元组（行）</a:t>
            </a:r>
          </a:p>
        </p:txBody>
      </p:sp>
      <p:sp>
        <p:nvSpPr>
          <p:cNvPr id="62" name="Line 66"/>
          <p:cNvSpPr>
            <a:spLocks noChangeShapeType="1"/>
          </p:cNvSpPr>
          <p:nvPr/>
        </p:nvSpPr>
        <p:spPr bwMode="auto">
          <a:xfrm>
            <a:off x="3552825" y="5180013"/>
            <a:ext cx="2794000" cy="812800"/>
          </a:xfrm>
          <a:prstGeom prst="line">
            <a:avLst/>
          </a:prstGeom>
          <a:noFill/>
          <a:ln w="38100">
            <a:solidFill>
              <a:srgbClr val="990099"/>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 name="Line 67"/>
          <p:cNvSpPr>
            <a:spLocks noChangeShapeType="1"/>
          </p:cNvSpPr>
          <p:nvPr/>
        </p:nvSpPr>
        <p:spPr bwMode="auto">
          <a:xfrm flipH="1" flipV="1">
            <a:off x="4645025" y="5180013"/>
            <a:ext cx="1701800" cy="812800"/>
          </a:xfrm>
          <a:prstGeom prst="line">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4" name="Line 68"/>
          <p:cNvSpPr>
            <a:spLocks noChangeShapeType="1"/>
          </p:cNvSpPr>
          <p:nvPr/>
        </p:nvSpPr>
        <p:spPr bwMode="auto">
          <a:xfrm flipH="1" flipV="1">
            <a:off x="5838825" y="5192713"/>
            <a:ext cx="508000" cy="800100"/>
          </a:xfrm>
          <a:prstGeom prst="line">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 name="Line 69"/>
          <p:cNvSpPr>
            <a:spLocks noChangeShapeType="1"/>
          </p:cNvSpPr>
          <p:nvPr/>
        </p:nvSpPr>
        <p:spPr bwMode="auto">
          <a:xfrm flipV="1">
            <a:off x="6346825" y="5205413"/>
            <a:ext cx="279400" cy="787400"/>
          </a:xfrm>
          <a:prstGeom prst="line">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6" name="Line 70"/>
          <p:cNvSpPr>
            <a:spLocks noChangeShapeType="1"/>
          </p:cNvSpPr>
          <p:nvPr/>
        </p:nvSpPr>
        <p:spPr bwMode="auto">
          <a:xfrm flipV="1">
            <a:off x="6346825" y="5205413"/>
            <a:ext cx="1130300" cy="787400"/>
          </a:xfrm>
          <a:prstGeom prst="line">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 name="Line 71"/>
          <p:cNvSpPr>
            <a:spLocks noChangeShapeType="1"/>
          </p:cNvSpPr>
          <p:nvPr/>
        </p:nvSpPr>
        <p:spPr bwMode="auto">
          <a:xfrm flipV="1">
            <a:off x="6359525" y="5141913"/>
            <a:ext cx="2247900" cy="850900"/>
          </a:xfrm>
          <a:prstGeom prst="line">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8" name="Text Box 72"/>
          <p:cNvSpPr txBox="1">
            <a:spLocks noChangeArrowheads="1"/>
          </p:cNvSpPr>
          <p:nvPr/>
        </p:nvSpPr>
        <p:spPr bwMode="auto">
          <a:xfrm>
            <a:off x="5743575" y="5891213"/>
            <a:ext cx="1489075" cy="49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spcBef>
                <a:spcPct val="20000"/>
              </a:spcBef>
              <a:buSzPct val="200000"/>
              <a:defRPr/>
            </a:pPr>
            <a:r>
              <a:rPr lang="zh-CN" altLang="en-US" sz="2000" dirty="0">
                <a:solidFill>
                  <a:srgbClr val="990099"/>
                </a:solidFill>
                <a:effectLst>
                  <a:outerShdw blurRad="38100" dist="38100" dir="2700000" algn="tl">
                    <a:srgbClr val="C0C0C0"/>
                  </a:outerShdw>
                </a:effectLst>
              </a:rPr>
              <a:t>属性（列）</a:t>
            </a:r>
          </a:p>
        </p:txBody>
      </p:sp>
      <p:sp>
        <p:nvSpPr>
          <p:cNvPr id="69" name="AutoShape 73"/>
          <p:cNvSpPr>
            <a:spLocks/>
          </p:cNvSpPr>
          <p:nvPr/>
        </p:nvSpPr>
        <p:spPr bwMode="auto">
          <a:xfrm>
            <a:off x="2224088" y="2881313"/>
            <a:ext cx="165100" cy="2260600"/>
          </a:xfrm>
          <a:prstGeom prst="leftBrace">
            <a:avLst>
              <a:gd name="adj1" fmla="val 114103"/>
              <a:gd name="adj2" fmla="val 50000"/>
            </a:avLst>
          </a:prstGeom>
          <a:noFill/>
          <a:ln w="38100">
            <a:solidFill>
              <a:srgbClr val="99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defRPr/>
            </a:pPr>
            <a:endParaRPr lang="zh-TW" altLang="en-US">
              <a:solidFill>
                <a:srgbClr val="990099"/>
              </a:solidFill>
              <a:effectLst>
                <a:outerShdw blurRad="38100" dist="38100" dir="2700000" algn="tl">
                  <a:srgbClr val="C0C0C0"/>
                </a:outerShdw>
              </a:effectLst>
            </a:endParaRPr>
          </a:p>
        </p:txBody>
      </p:sp>
      <p:cxnSp>
        <p:nvCxnSpPr>
          <p:cNvPr id="70" name="AutoShape 75"/>
          <p:cNvCxnSpPr>
            <a:cxnSpLocks noChangeShapeType="1"/>
          </p:cNvCxnSpPr>
          <p:nvPr/>
        </p:nvCxnSpPr>
        <p:spPr bwMode="auto">
          <a:xfrm rot="5400000">
            <a:off x="4403725" y="1928813"/>
            <a:ext cx="457200" cy="381000"/>
          </a:xfrm>
          <a:prstGeom prst="curvedConnector3">
            <a:avLst>
              <a:gd name="adj1" fmla="val 50000"/>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1" name="AutoShape 76"/>
          <p:cNvCxnSpPr>
            <a:cxnSpLocks noChangeShapeType="1"/>
          </p:cNvCxnSpPr>
          <p:nvPr/>
        </p:nvCxnSpPr>
        <p:spPr bwMode="auto">
          <a:xfrm rot="-5400000">
            <a:off x="3489325" y="1928813"/>
            <a:ext cx="457200" cy="381000"/>
          </a:xfrm>
          <a:prstGeom prst="curvedConnector3">
            <a:avLst>
              <a:gd name="adj1" fmla="val 50000"/>
            </a:avLst>
          </a:prstGeom>
          <a:noFill/>
          <a:ln w="38100">
            <a:solidFill>
              <a:srgbClr val="990099"/>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2" name="Text Box 77"/>
          <p:cNvSpPr txBox="1">
            <a:spLocks noChangeArrowheads="1"/>
          </p:cNvSpPr>
          <p:nvPr/>
        </p:nvSpPr>
        <p:spPr bwMode="auto">
          <a:xfrm>
            <a:off x="3756025" y="1357313"/>
            <a:ext cx="7493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spcBef>
                <a:spcPct val="20000"/>
              </a:spcBef>
              <a:buSzPct val="200000"/>
              <a:defRPr/>
            </a:pPr>
            <a:r>
              <a:rPr lang="zh-CN" altLang="en-US" sz="2000">
                <a:solidFill>
                  <a:srgbClr val="990099"/>
                </a:solidFill>
                <a:effectLst>
                  <a:outerShdw blurRad="38100" dist="38100" dir="2700000" algn="tl">
                    <a:srgbClr val="C0C0C0"/>
                  </a:outerShdw>
                </a:effectLst>
              </a:rPr>
              <a:t>整数</a:t>
            </a:r>
          </a:p>
        </p:txBody>
      </p:sp>
      <p:sp>
        <p:nvSpPr>
          <p:cNvPr id="73" name="Text Box 78"/>
          <p:cNvSpPr txBox="1">
            <a:spLocks noChangeArrowheads="1"/>
          </p:cNvSpPr>
          <p:nvPr/>
        </p:nvSpPr>
        <p:spPr bwMode="auto">
          <a:xfrm>
            <a:off x="4632325" y="1370013"/>
            <a:ext cx="103187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spcBef>
                <a:spcPct val="20000"/>
              </a:spcBef>
              <a:buSzPct val="200000"/>
              <a:defRPr/>
            </a:pPr>
            <a:r>
              <a:rPr lang="zh-CN" altLang="en-US" sz="2000">
                <a:solidFill>
                  <a:srgbClr val="990099"/>
                </a:solidFill>
                <a:effectLst>
                  <a:outerShdw blurRad="38100" dist="38100" dir="2700000" algn="tl">
                    <a:srgbClr val="C0C0C0"/>
                  </a:outerShdw>
                </a:effectLst>
              </a:rPr>
              <a:t>字符串</a:t>
            </a:r>
          </a:p>
        </p:txBody>
      </p:sp>
      <p:cxnSp>
        <p:nvCxnSpPr>
          <p:cNvPr id="74" name="AutoShape 79"/>
          <p:cNvCxnSpPr>
            <a:cxnSpLocks noChangeShapeType="1"/>
            <a:stCxn id="75" idx="2"/>
          </p:cNvCxnSpPr>
          <p:nvPr/>
        </p:nvCxnSpPr>
        <p:spPr bwMode="auto">
          <a:xfrm rot="5400000">
            <a:off x="8783638" y="1774825"/>
            <a:ext cx="654050" cy="454025"/>
          </a:xfrm>
          <a:prstGeom prst="curvedConnector3">
            <a:avLst>
              <a:gd name="adj1" fmla="val 50000"/>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5" name="Text Box 80"/>
          <p:cNvSpPr txBox="1">
            <a:spLocks noChangeArrowheads="1"/>
          </p:cNvSpPr>
          <p:nvPr/>
        </p:nvSpPr>
        <p:spPr bwMode="auto">
          <a:xfrm>
            <a:off x="8990013" y="1125538"/>
            <a:ext cx="69532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spcBef>
                <a:spcPct val="20000"/>
              </a:spcBef>
              <a:buSzPct val="200000"/>
              <a:defRPr/>
            </a:pPr>
            <a:r>
              <a:rPr lang="zh-CN" altLang="en-US" sz="2000">
                <a:solidFill>
                  <a:srgbClr val="990099"/>
                </a:solidFill>
                <a:effectLst>
                  <a:outerShdw blurRad="38100" dist="38100" dir="2700000" algn="tl">
                    <a:srgbClr val="C0C0C0"/>
                  </a:outerShdw>
                </a:effectLst>
              </a:rPr>
              <a:t>数值</a:t>
            </a:r>
          </a:p>
        </p:txBody>
      </p:sp>
      <p:sp>
        <p:nvSpPr>
          <p:cNvPr id="76" name="Text Box 81"/>
          <p:cNvSpPr txBox="1">
            <a:spLocks noChangeArrowheads="1"/>
          </p:cNvSpPr>
          <p:nvPr/>
        </p:nvSpPr>
        <p:spPr bwMode="auto">
          <a:xfrm>
            <a:off x="211138" y="3176588"/>
            <a:ext cx="1106487"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spcBef>
                <a:spcPct val="20000"/>
              </a:spcBef>
              <a:buSzPct val="200000"/>
              <a:defRPr/>
            </a:pPr>
            <a:r>
              <a:rPr lang="zh-CN" altLang="en-US" sz="2400" dirty="0">
                <a:effectLst>
                  <a:outerShdw blurRad="38100" dist="38100" dir="2700000" algn="tl">
                    <a:srgbClr val="C0C0C0"/>
                  </a:outerShdw>
                </a:effectLst>
              </a:rPr>
              <a:t>学生登记表</a:t>
            </a:r>
          </a:p>
        </p:txBody>
      </p:sp>
      <p:sp>
        <p:nvSpPr>
          <p:cNvPr id="77" name="Line 82"/>
          <p:cNvSpPr>
            <a:spLocks noChangeShapeType="1"/>
          </p:cNvSpPr>
          <p:nvPr/>
        </p:nvSpPr>
        <p:spPr bwMode="auto">
          <a:xfrm>
            <a:off x="1477963" y="3905250"/>
            <a:ext cx="671512" cy="0"/>
          </a:xfrm>
          <a:prstGeom prst="line">
            <a:avLst/>
          </a:prstGeom>
          <a:noFill/>
          <a:ln w="38100">
            <a:solidFill>
              <a:srgbClr val="99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Text Box 83"/>
          <p:cNvSpPr txBox="1">
            <a:spLocks noChangeArrowheads="1"/>
          </p:cNvSpPr>
          <p:nvPr/>
        </p:nvSpPr>
        <p:spPr bwMode="auto">
          <a:xfrm>
            <a:off x="1270000" y="3346450"/>
            <a:ext cx="9921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spcBef>
                <a:spcPct val="20000"/>
              </a:spcBef>
              <a:buSzPct val="200000"/>
              <a:defRPr/>
            </a:pPr>
            <a:r>
              <a:rPr lang="zh-CN" altLang="en-US" sz="2000" dirty="0">
                <a:solidFill>
                  <a:srgbClr val="990099"/>
                </a:solidFill>
                <a:effectLst>
                  <a:outerShdw blurRad="38100" dist="38100" dir="2700000" algn="tl">
                    <a:srgbClr val="C0C0C0"/>
                  </a:outerShdw>
                </a:effectLst>
              </a:rPr>
              <a:t>关系名</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fade">
                                      <p:cBhvr>
                                        <p:cTn id="12" dur="500"/>
                                        <p:tgtEl>
                                          <p:spTgt spid="4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fade">
                                      <p:cBhvr>
                                        <p:cTn id="15" dur="500"/>
                                        <p:tgtEl>
                                          <p:spTgt spid="5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fade">
                                      <p:cBhvr>
                                        <p:cTn id="18" dur="500"/>
                                        <p:tgtEl>
                                          <p:spTgt spid="5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fade">
                                      <p:cBhvr>
                                        <p:cTn id="21" dur="500"/>
                                        <p:tgtEl>
                                          <p:spTgt spid="5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3"/>
                                        </p:tgtEl>
                                        <p:attrNameLst>
                                          <p:attrName>style.visibility</p:attrName>
                                        </p:attrNameLst>
                                      </p:cBhvr>
                                      <p:to>
                                        <p:strVal val="visible"/>
                                      </p:to>
                                    </p:set>
                                    <p:animEffect transition="in" filter="fade">
                                      <p:cBhvr>
                                        <p:cTn id="24" dur="500"/>
                                        <p:tgtEl>
                                          <p:spTgt spid="5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500"/>
                                        <p:tgtEl>
                                          <p:spTgt spid="5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5"/>
                                        </p:tgtEl>
                                        <p:attrNameLst>
                                          <p:attrName>style.visibility</p:attrName>
                                        </p:attrNameLst>
                                      </p:cBhvr>
                                      <p:to>
                                        <p:strVal val="visible"/>
                                      </p:to>
                                    </p:set>
                                    <p:animEffect transition="in" filter="fade">
                                      <p:cBhvr>
                                        <p:cTn id="30" dur="500"/>
                                        <p:tgtEl>
                                          <p:spTgt spid="5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6"/>
                                        </p:tgtEl>
                                        <p:attrNameLst>
                                          <p:attrName>style.visibility</p:attrName>
                                        </p:attrNameLst>
                                      </p:cBhvr>
                                      <p:to>
                                        <p:strVal val="visible"/>
                                      </p:to>
                                    </p:set>
                                    <p:animEffect transition="in" filter="fade">
                                      <p:cBhvr>
                                        <p:cTn id="33" dur="500"/>
                                        <p:tgtEl>
                                          <p:spTgt spid="5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7"/>
                                        </p:tgtEl>
                                        <p:attrNameLst>
                                          <p:attrName>style.visibility</p:attrName>
                                        </p:attrNameLst>
                                      </p:cBhvr>
                                      <p:to>
                                        <p:strVal val="visible"/>
                                      </p:to>
                                    </p:set>
                                    <p:animEffect transition="in" filter="fade">
                                      <p:cBhvr>
                                        <p:cTn id="36" dur="500"/>
                                        <p:tgtEl>
                                          <p:spTgt spid="5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8"/>
                                        </p:tgtEl>
                                        <p:attrNameLst>
                                          <p:attrName>style.visibility</p:attrName>
                                        </p:attrNameLst>
                                      </p:cBhvr>
                                      <p:to>
                                        <p:strVal val="visible"/>
                                      </p:to>
                                    </p:set>
                                    <p:animEffect transition="in" filter="fade">
                                      <p:cBhvr>
                                        <p:cTn id="39" dur="500"/>
                                        <p:tgtEl>
                                          <p:spTgt spid="5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9"/>
                                        </p:tgtEl>
                                        <p:attrNameLst>
                                          <p:attrName>style.visibility</p:attrName>
                                        </p:attrNameLst>
                                      </p:cBhvr>
                                      <p:to>
                                        <p:strVal val="visible"/>
                                      </p:to>
                                    </p:set>
                                    <p:animEffect transition="in" filter="fade">
                                      <p:cBhvr>
                                        <p:cTn id="42" dur="500"/>
                                        <p:tgtEl>
                                          <p:spTgt spid="5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0"/>
                                        </p:tgtEl>
                                        <p:attrNameLst>
                                          <p:attrName>style.visibility</p:attrName>
                                        </p:attrNameLst>
                                      </p:cBhvr>
                                      <p:to>
                                        <p:strVal val="visible"/>
                                      </p:to>
                                    </p:set>
                                    <p:animEffect transition="in" filter="fade">
                                      <p:cBhvr>
                                        <p:cTn id="45" dur="500"/>
                                        <p:tgtEl>
                                          <p:spTgt spid="6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1"/>
                                        </p:tgtEl>
                                        <p:attrNameLst>
                                          <p:attrName>style.visibility</p:attrName>
                                        </p:attrNameLst>
                                      </p:cBhvr>
                                      <p:to>
                                        <p:strVal val="visible"/>
                                      </p:to>
                                    </p:set>
                                    <p:animEffect transition="in" filter="fade">
                                      <p:cBhvr>
                                        <p:cTn id="48" dur="500"/>
                                        <p:tgtEl>
                                          <p:spTgt spid="6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animEffect transition="in" filter="fade">
                                      <p:cBhvr>
                                        <p:cTn id="51" dur="500"/>
                                        <p:tgtEl>
                                          <p:spTgt spid="6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3"/>
                                        </p:tgtEl>
                                        <p:attrNameLst>
                                          <p:attrName>style.visibility</p:attrName>
                                        </p:attrNameLst>
                                      </p:cBhvr>
                                      <p:to>
                                        <p:strVal val="visible"/>
                                      </p:to>
                                    </p:set>
                                    <p:animEffect transition="in" filter="fade">
                                      <p:cBhvr>
                                        <p:cTn id="54" dur="500"/>
                                        <p:tgtEl>
                                          <p:spTgt spid="6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4"/>
                                        </p:tgtEl>
                                        <p:attrNameLst>
                                          <p:attrName>style.visibility</p:attrName>
                                        </p:attrNameLst>
                                      </p:cBhvr>
                                      <p:to>
                                        <p:strVal val="visible"/>
                                      </p:to>
                                    </p:set>
                                    <p:animEffect transition="in" filter="fade">
                                      <p:cBhvr>
                                        <p:cTn id="57" dur="500"/>
                                        <p:tgtEl>
                                          <p:spTgt spid="6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5"/>
                                        </p:tgtEl>
                                        <p:attrNameLst>
                                          <p:attrName>style.visibility</p:attrName>
                                        </p:attrNameLst>
                                      </p:cBhvr>
                                      <p:to>
                                        <p:strVal val="visible"/>
                                      </p:to>
                                    </p:set>
                                    <p:animEffect transition="in" filter="fade">
                                      <p:cBhvr>
                                        <p:cTn id="60" dur="500"/>
                                        <p:tgtEl>
                                          <p:spTgt spid="6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6"/>
                                        </p:tgtEl>
                                        <p:attrNameLst>
                                          <p:attrName>style.visibility</p:attrName>
                                        </p:attrNameLst>
                                      </p:cBhvr>
                                      <p:to>
                                        <p:strVal val="visible"/>
                                      </p:to>
                                    </p:set>
                                    <p:animEffect transition="in" filter="fade">
                                      <p:cBhvr>
                                        <p:cTn id="63" dur="500"/>
                                        <p:tgtEl>
                                          <p:spTgt spid="6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7"/>
                                        </p:tgtEl>
                                        <p:attrNameLst>
                                          <p:attrName>style.visibility</p:attrName>
                                        </p:attrNameLst>
                                      </p:cBhvr>
                                      <p:to>
                                        <p:strVal val="visible"/>
                                      </p:to>
                                    </p:set>
                                    <p:animEffect transition="in" filter="fade">
                                      <p:cBhvr>
                                        <p:cTn id="66" dur="500"/>
                                        <p:tgtEl>
                                          <p:spTgt spid="6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68"/>
                                        </p:tgtEl>
                                        <p:attrNameLst>
                                          <p:attrName>style.visibility</p:attrName>
                                        </p:attrNameLst>
                                      </p:cBhvr>
                                      <p:to>
                                        <p:strVal val="visible"/>
                                      </p:to>
                                    </p:set>
                                    <p:animEffect transition="in" filter="fade">
                                      <p:cBhvr>
                                        <p:cTn id="69" dur="500"/>
                                        <p:tgtEl>
                                          <p:spTgt spid="6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69"/>
                                        </p:tgtEl>
                                        <p:attrNameLst>
                                          <p:attrName>style.visibility</p:attrName>
                                        </p:attrNameLst>
                                      </p:cBhvr>
                                      <p:to>
                                        <p:strVal val="visible"/>
                                      </p:to>
                                    </p:set>
                                    <p:animEffect transition="in" filter="fade">
                                      <p:cBhvr>
                                        <p:cTn id="72" dur="500"/>
                                        <p:tgtEl>
                                          <p:spTgt spid="69"/>
                                        </p:tgtEl>
                                      </p:cBhvr>
                                    </p:animEffect>
                                  </p:childTnLst>
                                </p:cTn>
                              </p:par>
                              <p:par>
                                <p:cTn id="73" presetID="10" presetClass="entr" presetSubtype="0" fill="hold" nodeType="withEffect">
                                  <p:stCondLst>
                                    <p:cond delay="0"/>
                                  </p:stCondLst>
                                  <p:childTnLst>
                                    <p:set>
                                      <p:cBhvr>
                                        <p:cTn id="74" dur="1" fill="hold">
                                          <p:stCondLst>
                                            <p:cond delay="0"/>
                                          </p:stCondLst>
                                        </p:cTn>
                                        <p:tgtEl>
                                          <p:spTgt spid="70"/>
                                        </p:tgtEl>
                                        <p:attrNameLst>
                                          <p:attrName>style.visibility</p:attrName>
                                        </p:attrNameLst>
                                      </p:cBhvr>
                                      <p:to>
                                        <p:strVal val="visible"/>
                                      </p:to>
                                    </p:set>
                                    <p:animEffect transition="in" filter="fade">
                                      <p:cBhvr>
                                        <p:cTn id="75" dur="500"/>
                                        <p:tgtEl>
                                          <p:spTgt spid="70"/>
                                        </p:tgtEl>
                                      </p:cBhvr>
                                    </p:animEffect>
                                  </p:childTnLst>
                                </p:cTn>
                              </p:par>
                              <p:par>
                                <p:cTn id="76" presetID="10" presetClass="entr" presetSubtype="0" fill="hold" nodeType="withEffect">
                                  <p:stCondLst>
                                    <p:cond delay="0"/>
                                  </p:stCondLst>
                                  <p:childTnLst>
                                    <p:set>
                                      <p:cBhvr>
                                        <p:cTn id="77" dur="1" fill="hold">
                                          <p:stCondLst>
                                            <p:cond delay="0"/>
                                          </p:stCondLst>
                                        </p:cTn>
                                        <p:tgtEl>
                                          <p:spTgt spid="71"/>
                                        </p:tgtEl>
                                        <p:attrNameLst>
                                          <p:attrName>style.visibility</p:attrName>
                                        </p:attrNameLst>
                                      </p:cBhvr>
                                      <p:to>
                                        <p:strVal val="visible"/>
                                      </p:to>
                                    </p:set>
                                    <p:animEffect transition="in" filter="fade">
                                      <p:cBhvr>
                                        <p:cTn id="78" dur="500"/>
                                        <p:tgtEl>
                                          <p:spTgt spid="7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72"/>
                                        </p:tgtEl>
                                        <p:attrNameLst>
                                          <p:attrName>style.visibility</p:attrName>
                                        </p:attrNameLst>
                                      </p:cBhvr>
                                      <p:to>
                                        <p:strVal val="visible"/>
                                      </p:to>
                                    </p:set>
                                    <p:animEffect transition="in" filter="fade">
                                      <p:cBhvr>
                                        <p:cTn id="81" dur="500"/>
                                        <p:tgtEl>
                                          <p:spTgt spid="7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73"/>
                                        </p:tgtEl>
                                        <p:attrNameLst>
                                          <p:attrName>style.visibility</p:attrName>
                                        </p:attrNameLst>
                                      </p:cBhvr>
                                      <p:to>
                                        <p:strVal val="visible"/>
                                      </p:to>
                                    </p:set>
                                    <p:animEffect transition="in" filter="fade">
                                      <p:cBhvr>
                                        <p:cTn id="84" dur="500"/>
                                        <p:tgtEl>
                                          <p:spTgt spid="73"/>
                                        </p:tgtEl>
                                      </p:cBhvr>
                                    </p:animEffect>
                                  </p:childTnLst>
                                </p:cTn>
                              </p:par>
                              <p:par>
                                <p:cTn id="85" presetID="10" presetClass="entr" presetSubtype="0" fill="hold" nodeType="withEffect">
                                  <p:stCondLst>
                                    <p:cond delay="0"/>
                                  </p:stCondLst>
                                  <p:childTnLst>
                                    <p:set>
                                      <p:cBhvr>
                                        <p:cTn id="86" dur="1" fill="hold">
                                          <p:stCondLst>
                                            <p:cond delay="0"/>
                                          </p:stCondLst>
                                        </p:cTn>
                                        <p:tgtEl>
                                          <p:spTgt spid="74"/>
                                        </p:tgtEl>
                                        <p:attrNameLst>
                                          <p:attrName>style.visibility</p:attrName>
                                        </p:attrNameLst>
                                      </p:cBhvr>
                                      <p:to>
                                        <p:strVal val="visible"/>
                                      </p:to>
                                    </p:set>
                                    <p:animEffect transition="in" filter="fade">
                                      <p:cBhvr>
                                        <p:cTn id="87" dur="500"/>
                                        <p:tgtEl>
                                          <p:spTgt spid="7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75"/>
                                        </p:tgtEl>
                                        <p:attrNameLst>
                                          <p:attrName>style.visibility</p:attrName>
                                        </p:attrNameLst>
                                      </p:cBhvr>
                                      <p:to>
                                        <p:strVal val="visible"/>
                                      </p:to>
                                    </p:set>
                                    <p:animEffect transition="in" filter="fade">
                                      <p:cBhvr>
                                        <p:cTn id="90" dur="500"/>
                                        <p:tgtEl>
                                          <p:spTgt spid="7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76"/>
                                        </p:tgtEl>
                                        <p:attrNameLst>
                                          <p:attrName>style.visibility</p:attrName>
                                        </p:attrNameLst>
                                      </p:cBhvr>
                                      <p:to>
                                        <p:strVal val="visible"/>
                                      </p:to>
                                    </p:set>
                                    <p:animEffect transition="in" filter="fade">
                                      <p:cBhvr>
                                        <p:cTn id="93" dur="500"/>
                                        <p:tgtEl>
                                          <p:spTgt spid="7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77"/>
                                        </p:tgtEl>
                                        <p:attrNameLst>
                                          <p:attrName>style.visibility</p:attrName>
                                        </p:attrNameLst>
                                      </p:cBhvr>
                                      <p:to>
                                        <p:strVal val="visible"/>
                                      </p:to>
                                    </p:set>
                                    <p:animEffect transition="in" filter="fade">
                                      <p:cBhvr>
                                        <p:cTn id="96" dur="500"/>
                                        <p:tgtEl>
                                          <p:spTgt spid="77"/>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78"/>
                                        </p:tgtEl>
                                        <p:attrNameLst>
                                          <p:attrName>style.visibility</p:attrName>
                                        </p:attrNameLst>
                                      </p:cBhvr>
                                      <p:to>
                                        <p:strVal val="visible"/>
                                      </p:to>
                                    </p:set>
                                    <p:animEffect transition="in" filter="fade">
                                      <p:cBhvr>
                                        <p:cTn id="99"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p:bldP spid="51" grpId="0" animBg="1"/>
      <p:bldP spid="52" grpId="0" animBg="1"/>
      <p:bldP spid="53" grpId="0"/>
      <p:bldP spid="54" grpId="0" animBg="1"/>
      <p:bldP spid="55" grpId="0"/>
      <p:bldP spid="56" grpId="0" animBg="1"/>
      <p:bldP spid="57" grpId="0" animBg="1"/>
      <p:bldP spid="58" grpId="0" animBg="1"/>
      <p:bldP spid="59" grpId="0" animBg="1"/>
      <p:bldP spid="60" grpId="0" animBg="1"/>
      <p:bldP spid="61" grpId="0"/>
      <p:bldP spid="62" grpId="0" animBg="1"/>
      <p:bldP spid="63" grpId="0" animBg="1"/>
      <p:bldP spid="64" grpId="0" animBg="1"/>
      <p:bldP spid="65" grpId="0" animBg="1"/>
      <p:bldP spid="66" grpId="0" animBg="1"/>
      <p:bldP spid="67" grpId="0" animBg="1"/>
      <p:bldP spid="68" grpId="0"/>
      <p:bldP spid="69" grpId="0" animBg="1"/>
      <p:bldP spid="72" grpId="0"/>
      <p:bldP spid="73" grpId="0"/>
      <p:bldP spid="75" grpId="0"/>
      <p:bldP spid="76" grpId="0"/>
      <p:bldP spid="77" grpId="0" animBg="1"/>
      <p:bldP spid="7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sym typeface="Impact" pitchFamily="34" charset="0"/>
              </a:rPr>
              <a:t>关系模型的性质</a:t>
            </a:r>
            <a:endParaRPr lang="zh-CN" altLang="en-US" sz="4000" b="1" dirty="0">
              <a:solidFill>
                <a:schemeClr val="bg1"/>
              </a:solidFill>
              <a:latin typeface="+mn-ea"/>
            </a:endParaRPr>
          </a:p>
        </p:txBody>
      </p:sp>
      <p:sp>
        <p:nvSpPr>
          <p:cNvPr id="3" name="Rectangle 2"/>
          <p:cNvSpPr>
            <a:spLocks noChangeArrowheads="1"/>
          </p:cNvSpPr>
          <p:nvPr/>
        </p:nvSpPr>
        <p:spPr bwMode="auto">
          <a:xfrm>
            <a:off x="987425" y="1412875"/>
            <a:ext cx="9730549" cy="4016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lvl="1">
              <a:lnSpc>
                <a:spcPct val="105000"/>
              </a:lnSpc>
              <a:spcBef>
                <a:spcPct val="20000"/>
              </a:spcBef>
              <a:buClr>
                <a:srgbClr val="FF3300"/>
              </a:buClr>
              <a:buFont typeface="Wingdings" pitchFamily="2" charset="2"/>
              <a:buNone/>
              <a:defRPr/>
            </a:pPr>
            <a:endParaRPr lang="zh-CN" altLang="en-US" dirty="0">
              <a:solidFill>
                <a:srgbClr val="000066"/>
              </a:solidFill>
              <a:effectLst>
                <a:outerShdw blurRad="38100" dist="38100" dir="2700000" algn="tl">
                  <a:srgbClr val="C0C0C0"/>
                </a:outerShdw>
              </a:effectLst>
            </a:endParaRPr>
          </a:p>
          <a:p>
            <a:pPr lvl="1">
              <a:lnSpc>
                <a:spcPct val="105000"/>
              </a:lnSpc>
              <a:spcBef>
                <a:spcPct val="20000"/>
              </a:spcBef>
              <a:buClr>
                <a:srgbClr val="800000"/>
              </a:buClr>
              <a:buFont typeface="Wingdings" pitchFamily="2" charset="2"/>
              <a:buChar char="H"/>
              <a:defRPr/>
            </a:pPr>
            <a:r>
              <a:rPr lang="zh-CN" altLang="en-US" sz="3200" b="1" dirty="0">
                <a:solidFill>
                  <a:srgbClr val="000066"/>
                </a:solidFill>
                <a:latin typeface="宋体" pitchFamily="2" charset="-122"/>
              </a:rPr>
              <a:t> 每一列的分量是同类型的数据，来自同一个域；</a:t>
            </a:r>
          </a:p>
          <a:p>
            <a:pPr lvl="1">
              <a:lnSpc>
                <a:spcPct val="105000"/>
              </a:lnSpc>
              <a:spcBef>
                <a:spcPct val="20000"/>
              </a:spcBef>
              <a:buClr>
                <a:srgbClr val="800000"/>
              </a:buClr>
              <a:buFont typeface="Wingdings" pitchFamily="2" charset="2"/>
              <a:buChar char="H"/>
              <a:defRPr/>
            </a:pPr>
            <a:r>
              <a:rPr lang="zh-CN" altLang="en-US" sz="3200" b="1" dirty="0">
                <a:solidFill>
                  <a:srgbClr val="000066"/>
                </a:solidFill>
                <a:latin typeface="宋体" pitchFamily="2" charset="-122"/>
              </a:rPr>
              <a:t> 列不可重名；</a:t>
            </a:r>
          </a:p>
          <a:p>
            <a:pPr lvl="1">
              <a:lnSpc>
                <a:spcPct val="105000"/>
              </a:lnSpc>
              <a:spcBef>
                <a:spcPct val="20000"/>
              </a:spcBef>
              <a:buClr>
                <a:srgbClr val="800000"/>
              </a:buClr>
              <a:buFont typeface="Wingdings" pitchFamily="2" charset="2"/>
              <a:buChar char="H"/>
              <a:defRPr/>
            </a:pPr>
            <a:r>
              <a:rPr lang="zh-CN" altLang="en-US" sz="3200" b="1" dirty="0">
                <a:solidFill>
                  <a:srgbClr val="000066"/>
                </a:solidFill>
                <a:latin typeface="宋体" pitchFamily="2" charset="-122"/>
              </a:rPr>
              <a:t> 表中任意两行不能完全相同（不可重行）；</a:t>
            </a:r>
            <a:endParaRPr lang="en-US" altLang="zh-CN" sz="3200" b="1" dirty="0">
              <a:solidFill>
                <a:srgbClr val="000066"/>
              </a:solidFill>
              <a:latin typeface="宋体" pitchFamily="2" charset="-122"/>
            </a:endParaRPr>
          </a:p>
          <a:p>
            <a:pPr lvl="1">
              <a:lnSpc>
                <a:spcPct val="105000"/>
              </a:lnSpc>
              <a:spcBef>
                <a:spcPct val="20000"/>
              </a:spcBef>
              <a:buClr>
                <a:srgbClr val="800000"/>
              </a:buClr>
              <a:buFont typeface="Wingdings" pitchFamily="2" charset="2"/>
              <a:buChar char="H"/>
              <a:defRPr/>
            </a:pPr>
            <a:r>
              <a:rPr lang="zh-CN" altLang="en-US" sz="3200" b="1" dirty="0">
                <a:solidFill>
                  <a:srgbClr val="000066"/>
                </a:solidFill>
                <a:latin typeface="宋体" pitchFamily="2" charset="-122"/>
              </a:rPr>
              <a:t> 元组的顺序可以任意；</a:t>
            </a:r>
          </a:p>
          <a:p>
            <a:pPr lvl="1">
              <a:lnSpc>
                <a:spcPct val="105000"/>
              </a:lnSpc>
              <a:spcBef>
                <a:spcPct val="20000"/>
              </a:spcBef>
              <a:buClr>
                <a:srgbClr val="800000"/>
              </a:buClr>
              <a:buFont typeface="Wingdings" pitchFamily="2" charset="2"/>
              <a:buChar char="H"/>
              <a:defRPr/>
            </a:pPr>
            <a:r>
              <a:rPr lang="zh-CN" altLang="en-US" sz="3200" b="1" dirty="0">
                <a:solidFill>
                  <a:srgbClr val="000066"/>
                </a:solidFill>
                <a:latin typeface="宋体" pitchFamily="2" charset="-122"/>
              </a:rPr>
              <a:t> 属性的顺序可以任意；</a:t>
            </a:r>
          </a:p>
          <a:p>
            <a:pPr lvl="1">
              <a:lnSpc>
                <a:spcPct val="105000"/>
              </a:lnSpc>
              <a:spcBef>
                <a:spcPct val="20000"/>
              </a:spcBef>
              <a:buClr>
                <a:srgbClr val="800000"/>
              </a:buClr>
              <a:buFont typeface="Wingdings" pitchFamily="2" charset="2"/>
              <a:buChar char="H"/>
              <a:defRPr/>
            </a:pPr>
            <a:r>
              <a:rPr lang="zh-CN" altLang="en-US" sz="3200" b="1" dirty="0">
                <a:solidFill>
                  <a:srgbClr val="000066"/>
                </a:solidFill>
                <a:latin typeface="宋体" pitchFamily="2" charset="-122"/>
              </a:rPr>
              <a:t> 所有的属性都是不可分解的。</a:t>
            </a:r>
          </a:p>
        </p:txBody>
      </p:sp>
    </p:spTree>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数据库定义</a:t>
            </a:r>
            <a:endParaRPr lang="zh-CN" altLang="en-US" sz="4000" b="1" dirty="0">
              <a:solidFill>
                <a:schemeClr val="bg1"/>
              </a:solidFill>
              <a:latin typeface="+mn-ea"/>
              <a:ea typeface="+mn-ea"/>
            </a:endParaRPr>
          </a:p>
        </p:txBody>
      </p:sp>
      <p:sp>
        <p:nvSpPr>
          <p:cNvPr id="22531" name="Rectangle 4"/>
          <p:cNvSpPr>
            <a:spLocks noChangeArrowheads="1"/>
          </p:cNvSpPr>
          <p:nvPr/>
        </p:nvSpPr>
        <p:spPr bwMode="auto">
          <a:xfrm>
            <a:off x="554038" y="1412875"/>
            <a:ext cx="11017250" cy="287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742950" lvl="1" indent="-285750" algn="just">
              <a:lnSpc>
                <a:spcPct val="105000"/>
              </a:lnSpc>
              <a:spcBef>
                <a:spcPct val="20000"/>
              </a:spcBef>
              <a:buClr>
                <a:srgbClr val="0000FF"/>
              </a:buClr>
              <a:buFont typeface="Wingdings" pitchFamily="2" charset="2"/>
              <a:buNone/>
            </a:pPr>
            <a:r>
              <a:rPr lang="zh-CN" altLang="en-US" sz="3200" b="1" dirty="0">
                <a:solidFill>
                  <a:schemeClr val="tx2"/>
                </a:solidFill>
                <a:latin typeface="宋体" pitchFamily="2" charset="-122"/>
              </a:rPr>
              <a:t>数据库</a:t>
            </a:r>
            <a:r>
              <a:rPr lang="zh-CN" altLang="en-US" sz="3200" b="1" dirty="0">
                <a:solidFill>
                  <a:srgbClr val="FF0000"/>
                </a:solidFill>
                <a:latin typeface="宋体" pitchFamily="2" charset="-122"/>
              </a:rPr>
              <a:t>（</a:t>
            </a:r>
            <a:r>
              <a:rPr lang="en-US" altLang="zh-CN" sz="3200" b="1" dirty="0" err="1">
                <a:solidFill>
                  <a:srgbClr val="FF0000"/>
                </a:solidFill>
                <a:latin typeface="宋体" pitchFamily="2" charset="-122"/>
              </a:rPr>
              <a:t>DataBase</a:t>
            </a:r>
            <a:r>
              <a:rPr lang="zh-CN" altLang="en-US" sz="3200" b="1" dirty="0">
                <a:solidFill>
                  <a:srgbClr val="FF0000"/>
                </a:solidFill>
                <a:latin typeface="宋体" pitchFamily="2" charset="-122"/>
              </a:rPr>
              <a:t>）</a:t>
            </a:r>
            <a:r>
              <a:rPr lang="zh-CN" altLang="en-US" sz="3200" b="1" dirty="0">
                <a:solidFill>
                  <a:srgbClr val="000066"/>
                </a:solidFill>
                <a:latin typeface="宋体" pitchFamily="2" charset="-122"/>
              </a:rPr>
              <a:t>：是指长期存储在计算机内、有组织地、可共享的大量数据的集合。</a:t>
            </a:r>
            <a:endParaRPr lang="en-US" altLang="zh-CN" sz="3200" b="1" dirty="0">
              <a:solidFill>
                <a:srgbClr val="000066"/>
              </a:solidFill>
              <a:latin typeface="宋体" pitchFamily="2" charset="-122"/>
            </a:endParaRPr>
          </a:p>
          <a:p>
            <a:pPr marL="742950" lvl="1" indent="-285750" algn="just">
              <a:lnSpc>
                <a:spcPct val="105000"/>
              </a:lnSpc>
              <a:spcBef>
                <a:spcPct val="20000"/>
              </a:spcBef>
              <a:buClr>
                <a:srgbClr val="0000FF"/>
              </a:buClr>
            </a:pPr>
            <a:r>
              <a:rPr lang="zh-CN" altLang="en-US" sz="3200" b="1" dirty="0">
                <a:solidFill>
                  <a:srgbClr val="000066"/>
                </a:solidFill>
                <a:latin typeface="宋体" pitchFamily="2" charset="-122"/>
              </a:rPr>
              <a:t>数据库数据具有</a:t>
            </a:r>
            <a:r>
              <a:rPr lang="zh-CN" altLang="en-US" sz="3200" b="1" u="sng" dirty="0">
                <a:solidFill>
                  <a:srgbClr val="FF0000"/>
                </a:solidFill>
                <a:latin typeface="宋体" pitchFamily="2" charset="-122"/>
              </a:rPr>
              <a:t>永久存储</a:t>
            </a:r>
            <a:r>
              <a:rPr lang="zh-CN" altLang="en-US" sz="3200" b="1" dirty="0">
                <a:solidFill>
                  <a:srgbClr val="000066"/>
                </a:solidFill>
                <a:latin typeface="宋体" pitchFamily="2" charset="-122"/>
              </a:rPr>
              <a:t>、</a:t>
            </a:r>
            <a:r>
              <a:rPr lang="zh-CN" altLang="en-US" sz="3200" b="1" u="sng" dirty="0">
                <a:solidFill>
                  <a:srgbClr val="FF0000"/>
                </a:solidFill>
                <a:latin typeface="宋体" pitchFamily="2" charset="-122"/>
              </a:rPr>
              <a:t>有组织</a:t>
            </a:r>
            <a:r>
              <a:rPr lang="zh-CN" altLang="en-US" sz="3200" b="1" dirty="0">
                <a:solidFill>
                  <a:srgbClr val="000066"/>
                </a:solidFill>
                <a:latin typeface="宋体" pitchFamily="2" charset="-122"/>
              </a:rPr>
              <a:t>、</a:t>
            </a:r>
            <a:r>
              <a:rPr lang="zh-CN" altLang="en-US" sz="3200" b="1" u="sng" dirty="0">
                <a:solidFill>
                  <a:srgbClr val="FF0000"/>
                </a:solidFill>
                <a:latin typeface="宋体" pitchFamily="2" charset="-122"/>
              </a:rPr>
              <a:t>可共享</a:t>
            </a:r>
            <a:r>
              <a:rPr lang="zh-CN" altLang="en-US" sz="3200" b="1" dirty="0">
                <a:solidFill>
                  <a:srgbClr val="000066"/>
                </a:solidFill>
                <a:latin typeface="宋体" pitchFamily="2" charset="-122"/>
              </a:rPr>
              <a:t>三个基本特点。</a:t>
            </a:r>
          </a:p>
          <a:p>
            <a:pPr marL="742950" lvl="1" indent="-285750" algn="just">
              <a:lnSpc>
                <a:spcPct val="105000"/>
              </a:lnSpc>
              <a:spcBef>
                <a:spcPct val="20000"/>
              </a:spcBef>
              <a:buClr>
                <a:srgbClr val="0000FF"/>
              </a:buClr>
              <a:buFont typeface="Wingdings" pitchFamily="2" charset="2"/>
              <a:buNone/>
            </a:pPr>
            <a:endParaRPr lang="zh-CN" altLang="en-US" sz="3200" b="1" dirty="0">
              <a:solidFill>
                <a:srgbClr val="000066"/>
              </a:solidFill>
              <a:latin typeface="宋体" pitchFamily="2" charset="-122"/>
            </a:endParaRPr>
          </a:p>
        </p:txBody>
      </p:sp>
      <p:sp>
        <p:nvSpPr>
          <p:cNvPr id="22532" name="矩形 1"/>
          <p:cNvSpPr>
            <a:spLocks noChangeArrowheads="1"/>
          </p:cNvSpPr>
          <p:nvPr/>
        </p:nvSpPr>
        <p:spPr bwMode="auto">
          <a:xfrm>
            <a:off x="1203325" y="4005263"/>
            <a:ext cx="10367963"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solidFill>
                  <a:srgbClr val="000066"/>
                </a:solidFill>
                <a:latin typeface="宋体" pitchFamily="2" charset="-122"/>
              </a:rPr>
              <a:t>    数据库的基本特征数据按一定的</a:t>
            </a:r>
            <a:r>
              <a:rPr lang="zh-CN" altLang="en-US" sz="3200" b="1" u="sng">
                <a:solidFill>
                  <a:srgbClr val="FF0000"/>
                </a:solidFill>
                <a:latin typeface="宋体" pitchFamily="2" charset="-122"/>
              </a:rPr>
              <a:t>数据模型</a:t>
            </a:r>
            <a:r>
              <a:rPr lang="zh-CN" altLang="en-US" sz="3200" b="1">
                <a:solidFill>
                  <a:srgbClr val="000066"/>
                </a:solidFill>
                <a:latin typeface="宋体" pitchFamily="2" charset="-122"/>
              </a:rPr>
              <a:t>组织、描述和储存，可为各种用户共享、冗余度较小、易扩展，数据独立性较高</a:t>
            </a:r>
          </a:p>
          <a:p>
            <a:endParaRPr lang="zh-CN" altLang="en-US"/>
          </a:p>
        </p:txBody>
      </p:sp>
    </p:spTree>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数据库管理系统</a:t>
            </a:r>
            <a:endParaRPr lang="zh-CN" altLang="en-US" sz="4000" b="1" dirty="0">
              <a:solidFill>
                <a:schemeClr val="bg1"/>
              </a:solidFill>
              <a:latin typeface="+mn-ea"/>
              <a:ea typeface="+mn-ea"/>
            </a:endParaRPr>
          </a:p>
        </p:txBody>
      </p:sp>
      <p:sp>
        <p:nvSpPr>
          <p:cNvPr id="23555" name="Rectangle 4"/>
          <p:cNvSpPr>
            <a:spLocks noChangeArrowheads="1"/>
          </p:cNvSpPr>
          <p:nvPr/>
        </p:nvSpPr>
        <p:spPr bwMode="auto">
          <a:xfrm>
            <a:off x="554038" y="1412875"/>
            <a:ext cx="11017250" cy="281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zh-CN" altLang="en-US" sz="3600" b="1">
                <a:solidFill>
                  <a:srgbClr val="000066"/>
                </a:solidFill>
                <a:latin typeface="宋体" pitchFamily="2" charset="-122"/>
              </a:rPr>
              <a:t>数据库管理系统</a:t>
            </a:r>
            <a:r>
              <a:rPr kumimoji="1" lang="zh-CN" altLang="en-US" sz="3200" b="1">
                <a:solidFill>
                  <a:srgbClr val="FF3300"/>
                </a:solidFill>
                <a:latin typeface="黑体" pitchFamily="2" charset="-122"/>
                <a:ea typeface="黑体" pitchFamily="2" charset="-122"/>
              </a:rPr>
              <a:t>（</a:t>
            </a:r>
            <a:r>
              <a:rPr kumimoji="1" lang="en-US" altLang="zh-CN" sz="3200" b="1">
                <a:solidFill>
                  <a:srgbClr val="FF3300"/>
                </a:solidFill>
                <a:latin typeface="黑体" pitchFamily="2" charset="-122"/>
                <a:ea typeface="黑体" pitchFamily="2" charset="-122"/>
              </a:rPr>
              <a:t>DataBase Management System</a:t>
            </a:r>
            <a:r>
              <a:rPr kumimoji="1" lang="zh-CN" altLang="en-US" sz="3200" b="1">
                <a:solidFill>
                  <a:srgbClr val="FF3300"/>
                </a:solidFill>
                <a:latin typeface="黑体" pitchFamily="2" charset="-122"/>
                <a:ea typeface="黑体" pitchFamily="2" charset="-122"/>
              </a:rPr>
              <a:t>）</a:t>
            </a:r>
          </a:p>
          <a:p>
            <a:pPr marL="742950" lvl="1" indent="-285750">
              <a:lnSpc>
                <a:spcPct val="105000"/>
              </a:lnSpc>
              <a:spcBef>
                <a:spcPct val="20000"/>
              </a:spcBef>
              <a:buClr>
                <a:srgbClr val="0000FF"/>
              </a:buClr>
            </a:pPr>
            <a:r>
              <a:rPr lang="en-US" altLang="zh-CN" sz="3200" b="1">
                <a:solidFill>
                  <a:srgbClr val="000066"/>
                </a:solidFill>
                <a:latin typeface="宋体" pitchFamily="2" charset="-122"/>
              </a:rPr>
              <a:t>     DBMS </a:t>
            </a:r>
            <a:r>
              <a:rPr lang="zh-CN" altLang="en-US" sz="3200" b="1">
                <a:solidFill>
                  <a:srgbClr val="000066"/>
                </a:solidFill>
                <a:latin typeface="宋体" pitchFamily="2" charset="-122"/>
              </a:rPr>
              <a:t>是位于用户与操作系统之间的一层对数据进行管理的软件系统。它能按照数据库的方法建立、维护、存储及实现对</a:t>
            </a:r>
            <a:r>
              <a:rPr lang="en-US" altLang="zh-CN" sz="3200" b="1">
                <a:solidFill>
                  <a:srgbClr val="000066"/>
                </a:solidFill>
                <a:latin typeface="宋体" pitchFamily="2" charset="-122"/>
              </a:rPr>
              <a:t>DB</a:t>
            </a:r>
            <a:r>
              <a:rPr lang="zh-CN" altLang="en-US" sz="3200" b="1">
                <a:solidFill>
                  <a:srgbClr val="000066"/>
                </a:solidFill>
                <a:latin typeface="宋体" pitchFamily="2" charset="-122"/>
              </a:rPr>
              <a:t>的各种控制，并能向应用系统提供数据和信息支持的系统。</a:t>
            </a:r>
            <a:endParaRPr lang="ja-JP" altLang="en-US" sz="3200" b="1">
              <a:solidFill>
                <a:srgbClr val="000066"/>
              </a:solidFill>
              <a:latin typeface="宋体" pitchFamily="2" charset="-122"/>
            </a:endParaRPr>
          </a:p>
        </p:txBody>
      </p:sp>
      <p:sp>
        <p:nvSpPr>
          <p:cNvPr id="23556" name="Rectangle 2"/>
          <p:cNvSpPr>
            <a:spLocks noChangeArrowheads="1"/>
          </p:cNvSpPr>
          <p:nvPr/>
        </p:nvSpPr>
        <p:spPr bwMode="auto">
          <a:xfrm>
            <a:off x="577850" y="4240213"/>
            <a:ext cx="11209338" cy="165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a:solidFill>
                  <a:srgbClr val="000066"/>
                </a:solidFill>
                <a:latin typeface="宋体" pitchFamily="2" charset="-122"/>
              </a:rPr>
              <a:t>DBMS</a:t>
            </a:r>
            <a:r>
              <a:rPr lang="zh-CN" altLang="en-US" sz="3600" b="1">
                <a:solidFill>
                  <a:srgbClr val="000066"/>
                </a:solidFill>
                <a:latin typeface="宋体" pitchFamily="2" charset="-122"/>
              </a:rPr>
              <a:t>的基本功能：</a:t>
            </a:r>
          </a:p>
          <a:p>
            <a:r>
              <a:rPr lang="zh-CN" altLang="en-US" sz="3200" b="1">
                <a:solidFill>
                  <a:srgbClr val="000066"/>
                </a:solidFill>
                <a:latin typeface="宋体" pitchFamily="2" charset="-122"/>
              </a:rPr>
              <a:t>   ① 数据库定义和建立</a:t>
            </a:r>
            <a:r>
              <a:rPr lang="en-US" altLang="zh-CN" sz="3200" b="1">
                <a:solidFill>
                  <a:srgbClr val="000066"/>
                </a:solidFill>
                <a:latin typeface="宋体" pitchFamily="2" charset="-122"/>
              </a:rPr>
              <a:t>   </a:t>
            </a:r>
            <a:r>
              <a:rPr lang="zh-CN" altLang="en-US" sz="3200" b="1">
                <a:solidFill>
                  <a:srgbClr val="000066"/>
                </a:solidFill>
                <a:latin typeface="宋体" pitchFamily="2" charset="-122"/>
              </a:rPr>
              <a:t>② 数据存取功能 </a:t>
            </a:r>
            <a:endParaRPr lang="en-US" altLang="zh-CN" sz="3200" b="1">
              <a:solidFill>
                <a:srgbClr val="000066"/>
              </a:solidFill>
              <a:latin typeface="宋体" pitchFamily="2" charset="-122"/>
            </a:endParaRPr>
          </a:p>
          <a:p>
            <a:pPr>
              <a:lnSpc>
                <a:spcPct val="105000"/>
              </a:lnSpc>
              <a:spcAft>
                <a:spcPct val="30000"/>
              </a:spcAft>
            </a:pPr>
            <a:r>
              <a:rPr lang="en-US" altLang="zh-CN" sz="3200" b="1">
                <a:solidFill>
                  <a:srgbClr val="000066"/>
                </a:solidFill>
                <a:latin typeface="宋体" pitchFamily="2" charset="-122"/>
              </a:rPr>
              <a:t>   ③ </a:t>
            </a:r>
            <a:r>
              <a:rPr lang="zh-CN" altLang="en-US" sz="3200" b="1">
                <a:solidFill>
                  <a:srgbClr val="000066"/>
                </a:solidFill>
                <a:latin typeface="宋体" pitchFamily="2" charset="-122"/>
              </a:rPr>
              <a:t>数据库运行控制功能 ④  组织、存储、管理和维护等</a:t>
            </a:r>
            <a:r>
              <a:rPr lang="en-US" altLang="zh-CN" sz="3200" b="1">
                <a:solidFill>
                  <a:srgbClr val="000066"/>
                </a:solidFill>
                <a:latin typeface="宋体" pitchFamily="2" charset="-122"/>
              </a:rPr>
              <a:t>   </a:t>
            </a:r>
            <a:endParaRPr lang="zh-CN" altLang="en-US" sz="3200" b="1">
              <a:solidFill>
                <a:srgbClr val="000066"/>
              </a:solidFill>
              <a:latin typeface="宋体" pitchFamily="2" charset="-122"/>
            </a:endParaRPr>
          </a:p>
        </p:txBody>
      </p:sp>
    </p:spTree>
  </p:cSld>
  <p:clrMapOvr>
    <a:masterClrMapping/>
  </p:clrMapOvr>
  <p:transition spd="slow">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数据库语言</a:t>
            </a:r>
            <a:endParaRPr lang="zh-CN" altLang="en-US" sz="4000" b="1" dirty="0">
              <a:solidFill>
                <a:schemeClr val="bg1"/>
              </a:solidFill>
              <a:latin typeface="+mn-ea"/>
              <a:ea typeface="+mn-ea"/>
            </a:endParaRPr>
          </a:p>
        </p:txBody>
      </p:sp>
      <p:sp>
        <p:nvSpPr>
          <p:cNvPr id="24579" name="Rectangle 2"/>
          <p:cNvSpPr>
            <a:spLocks noChangeArrowheads="1"/>
          </p:cNvSpPr>
          <p:nvPr/>
        </p:nvSpPr>
        <p:spPr bwMode="auto">
          <a:xfrm>
            <a:off x="508000" y="1422400"/>
            <a:ext cx="10728325" cy="107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zh-CN" altLang="en-US" sz="3200" b="1">
                <a:solidFill>
                  <a:srgbClr val="000066"/>
                </a:solidFill>
                <a:latin typeface="宋体" pitchFamily="2" charset="-122"/>
              </a:rPr>
              <a:t>    数据库语言（</a:t>
            </a:r>
            <a:r>
              <a:rPr lang="en-US" altLang="zh-CN" sz="3200" b="1">
                <a:solidFill>
                  <a:srgbClr val="000066"/>
                </a:solidFill>
                <a:latin typeface="宋体" pitchFamily="2" charset="-122"/>
              </a:rPr>
              <a:t>SQL</a:t>
            </a:r>
            <a:r>
              <a:rPr lang="zh-CN" altLang="en-US" sz="3200" b="1">
                <a:solidFill>
                  <a:srgbClr val="000066"/>
                </a:solidFill>
                <a:latin typeface="宋体" pitchFamily="2" charset="-122"/>
              </a:rPr>
              <a:t>）是用户与</a:t>
            </a:r>
            <a:r>
              <a:rPr lang="en-US" altLang="zh-CN" sz="3200" b="1">
                <a:solidFill>
                  <a:srgbClr val="000066"/>
                </a:solidFill>
                <a:latin typeface="宋体" pitchFamily="2" charset="-122"/>
              </a:rPr>
              <a:t>DBMS</a:t>
            </a:r>
            <a:r>
              <a:rPr lang="zh-CN" altLang="en-US" sz="3200" b="1">
                <a:solidFill>
                  <a:srgbClr val="000066"/>
                </a:solidFill>
                <a:latin typeface="宋体" pitchFamily="2" charset="-122"/>
              </a:rPr>
              <a:t>之间的媒介，完成对数据库操作的工具。 </a:t>
            </a:r>
          </a:p>
        </p:txBody>
      </p:sp>
      <p:sp>
        <p:nvSpPr>
          <p:cNvPr id="8" name="AutoShape 3"/>
          <p:cNvSpPr>
            <a:spLocks/>
          </p:cNvSpPr>
          <p:nvPr/>
        </p:nvSpPr>
        <p:spPr bwMode="auto">
          <a:xfrm>
            <a:off x="3413125" y="4616450"/>
            <a:ext cx="215900" cy="1555750"/>
          </a:xfrm>
          <a:prstGeom prst="leftBrace">
            <a:avLst>
              <a:gd name="adj1" fmla="val 60049"/>
              <a:gd name="adj2" fmla="val 50000"/>
            </a:avLst>
          </a:prstGeom>
          <a:noFill/>
          <a:ln w="38100">
            <a:solidFill>
              <a:srgbClr val="99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TW" altLang="en-US" sz="2400">
              <a:solidFill>
                <a:srgbClr val="990099"/>
              </a:solidFill>
              <a:effectLst>
                <a:outerShdw blurRad="38100" dist="38100" dir="2700000" algn="tl">
                  <a:srgbClr val="C0C0C0"/>
                </a:outerShdw>
              </a:effectLst>
              <a:latin typeface="Times New Roman" pitchFamily="18" charset="0"/>
            </a:endParaRPr>
          </a:p>
        </p:txBody>
      </p:sp>
      <p:sp>
        <p:nvSpPr>
          <p:cNvPr id="9" name="Rectangle 4"/>
          <p:cNvSpPr>
            <a:spLocks noChangeArrowheads="1"/>
          </p:cNvSpPr>
          <p:nvPr/>
        </p:nvSpPr>
        <p:spPr bwMode="auto">
          <a:xfrm>
            <a:off x="914400" y="5013325"/>
            <a:ext cx="260667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600" b="1" dirty="0">
                <a:solidFill>
                  <a:schemeClr val="accent2"/>
                </a:solidFill>
                <a:effectLst>
                  <a:outerShdw blurRad="38100" dist="38100" dir="2700000" algn="tl">
                    <a:srgbClr val="C0C0C0"/>
                  </a:outerShdw>
                </a:effectLst>
                <a:latin typeface="仿宋_GB2312" pitchFamily="49" charset="-122"/>
                <a:ea typeface="仿宋_GB2312" pitchFamily="49" charset="-122"/>
              </a:rPr>
              <a:t>数据库语言</a:t>
            </a:r>
          </a:p>
        </p:txBody>
      </p:sp>
      <p:sp>
        <p:nvSpPr>
          <p:cNvPr id="24582" name="Rectangle 5"/>
          <p:cNvSpPr>
            <a:spLocks noChangeArrowheads="1"/>
          </p:cNvSpPr>
          <p:nvPr/>
        </p:nvSpPr>
        <p:spPr bwMode="auto">
          <a:xfrm>
            <a:off x="3867150" y="4175125"/>
            <a:ext cx="7920038" cy="250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20000"/>
              </a:spcBef>
            </a:pPr>
            <a:r>
              <a:rPr lang="en-US" altLang="zh-CN" sz="3200" b="1">
                <a:solidFill>
                  <a:srgbClr val="000066"/>
                </a:solidFill>
                <a:latin typeface="宋体" pitchFamily="2" charset="-122"/>
              </a:rPr>
              <a:t>DDL  </a:t>
            </a:r>
            <a:r>
              <a:rPr lang="zh-CN" altLang="en-US" sz="3200" b="1">
                <a:solidFill>
                  <a:srgbClr val="000066"/>
                </a:solidFill>
                <a:latin typeface="宋体" pitchFamily="2" charset="-122"/>
              </a:rPr>
              <a:t>数据描述语言：</a:t>
            </a:r>
            <a:r>
              <a:rPr lang="zh-CN" altLang="en-US" sz="3200" b="1">
                <a:solidFill>
                  <a:schemeClr val="accent2"/>
                </a:solidFill>
                <a:latin typeface="宋体" pitchFamily="2" charset="-122"/>
              </a:rPr>
              <a:t>定义数据结构及约束</a:t>
            </a:r>
          </a:p>
          <a:p>
            <a:pPr>
              <a:lnSpc>
                <a:spcPct val="150000"/>
              </a:lnSpc>
              <a:spcBef>
                <a:spcPct val="20000"/>
              </a:spcBef>
            </a:pPr>
            <a:r>
              <a:rPr lang="en-US" altLang="zh-CN" sz="3200" b="1">
                <a:solidFill>
                  <a:srgbClr val="000066"/>
                </a:solidFill>
                <a:latin typeface="宋体" pitchFamily="2" charset="-122"/>
              </a:rPr>
              <a:t>DML  </a:t>
            </a:r>
            <a:r>
              <a:rPr lang="zh-CN" altLang="en-US" sz="3200" b="1">
                <a:solidFill>
                  <a:srgbClr val="000066"/>
                </a:solidFill>
                <a:latin typeface="宋体" pitchFamily="2" charset="-122"/>
              </a:rPr>
              <a:t>数据操纵语言：</a:t>
            </a:r>
            <a:r>
              <a:rPr lang="zh-CN" altLang="en-US" sz="3200" b="1">
                <a:solidFill>
                  <a:schemeClr val="accent2"/>
                </a:solidFill>
                <a:latin typeface="宋体" pitchFamily="2" charset="-122"/>
              </a:rPr>
              <a:t>实现数据操作</a:t>
            </a:r>
          </a:p>
          <a:p>
            <a:pPr>
              <a:lnSpc>
                <a:spcPct val="150000"/>
              </a:lnSpc>
              <a:spcBef>
                <a:spcPct val="20000"/>
              </a:spcBef>
            </a:pPr>
            <a:r>
              <a:rPr lang="en-US" altLang="zh-CN" sz="3200" b="1">
                <a:solidFill>
                  <a:srgbClr val="000066"/>
                </a:solidFill>
                <a:latin typeface="宋体" pitchFamily="2" charset="-122"/>
              </a:rPr>
              <a:t>DCL  </a:t>
            </a:r>
            <a:r>
              <a:rPr lang="zh-CN" altLang="en-US" sz="3200" b="1">
                <a:solidFill>
                  <a:srgbClr val="000066"/>
                </a:solidFill>
                <a:latin typeface="宋体" pitchFamily="2" charset="-122"/>
              </a:rPr>
              <a:t>数据控制语言：</a:t>
            </a:r>
            <a:r>
              <a:rPr lang="zh-CN" altLang="en-US" sz="3200" b="1">
                <a:solidFill>
                  <a:schemeClr val="accent2"/>
                </a:solidFill>
                <a:latin typeface="宋体" pitchFamily="2" charset="-122"/>
              </a:rPr>
              <a:t>进行数据控制</a:t>
            </a:r>
          </a:p>
        </p:txBody>
      </p:sp>
      <p:pic>
        <p:nvPicPr>
          <p:cNvPr id="24583"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14688" y="2808288"/>
            <a:ext cx="1287462"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椭圆 12"/>
          <p:cNvSpPr>
            <a:spLocks noChangeArrowheads="1"/>
          </p:cNvSpPr>
          <p:nvPr/>
        </p:nvSpPr>
        <p:spPr bwMode="auto">
          <a:xfrm>
            <a:off x="5872163" y="3171825"/>
            <a:ext cx="1081087" cy="86518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r>
              <a:rPr lang="en-US" altLang="zh-CN" sz="2000" b="1">
                <a:solidFill>
                  <a:schemeClr val="bg1"/>
                </a:solidFill>
                <a:latin typeface="微软雅黑" pitchFamily="34" charset="-122"/>
                <a:ea typeface="微软雅黑" pitchFamily="34" charset="-122"/>
              </a:rPr>
              <a:t>DBMS</a:t>
            </a:r>
            <a:endParaRPr lang="zh-CN" altLang="en-US" sz="2000" b="1">
              <a:solidFill>
                <a:schemeClr val="bg1"/>
              </a:solidFill>
              <a:latin typeface="微软雅黑" pitchFamily="34" charset="-122"/>
              <a:ea typeface="微软雅黑" pitchFamily="34" charset="-122"/>
            </a:endParaRPr>
          </a:p>
        </p:txBody>
      </p:sp>
      <p:sp>
        <p:nvSpPr>
          <p:cNvPr id="24585" name="左右箭头 13"/>
          <p:cNvSpPr>
            <a:spLocks noChangeArrowheads="1"/>
          </p:cNvSpPr>
          <p:nvPr/>
        </p:nvSpPr>
        <p:spPr bwMode="auto">
          <a:xfrm>
            <a:off x="7034213" y="3451225"/>
            <a:ext cx="719137" cy="304800"/>
          </a:xfrm>
          <a:prstGeom prst="leftRightArrow">
            <a:avLst>
              <a:gd name="adj1" fmla="val 50000"/>
              <a:gd name="adj2" fmla="val 49864"/>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sp>
        <p:nvSpPr>
          <p:cNvPr id="24586" name="左右箭头 14"/>
          <p:cNvSpPr>
            <a:spLocks noChangeArrowheads="1"/>
          </p:cNvSpPr>
          <p:nvPr/>
        </p:nvSpPr>
        <p:spPr bwMode="auto">
          <a:xfrm>
            <a:off x="4543425" y="3436938"/>
            <a:ext cx="1133475" cy="319087"/>
          </a:xfrm>
          <a:prstGeom prst="leftRightArrow">
            <a:avLst>
              <a:gd name="adj1" fmla="val 50000"/>
              <a:gd name="adj2" fmla="val 49945"/>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sp>
        <p:nvSpPr>
          <p:cNvPr id="3" name="流程图: 磁盘 2"/>
          <p:cNvSpPr/>
          <p:nvPr/>
        </p:nvSpPr>
        <p:spPr bwMode="auto">
          <a:xfrm>
            <a:off x="8045450" y="2895600"/>
            <a:ext cx="936625" cy="1387475"/>
          </a:xfrm>
          <a:prstGeom prst="flowChartMagneticDisk">
            <a:avLst/>
          </a:prstGeom>
          <a:solidFill>
            <a:schemeClr val="tx2">
              <a:lumMod val="40000"/>
              <a:lumOff val="60000"/>
            </a:schemeClr>
          </a:solidFill>
          <a:ln>
            <a:noFill/>
          </a:ln>
        </p:spPr>
        <p:txBody>
          <a:bodyPr anchor="ctr"/>
          <a:lstStyle/>
          <a:p>
            <a:pPr algn="ctr">
              <a:defRPr/>
            </a:pPr>
            <a:r>
              <a:rPr lang="zh-CN" altLang="en-US" sz="2000" b="1" dirty="0">
                <a:solidFill>
                  <a:schemeClr val="bg1"/>
                </a:solidFill>
                <a:latin typeface="微软雅黑" pitchFamily="34" charset="-122"/>
                <a:ea typeface="微软雅黑" pitchFamily="34" charset="-122"/>
              </a:rPr>
              <a:t>数据库</a:t>
            </a:r>
          </a:p>
        </p:txBody>
      </p:sp>
      <p:sp>
        <p:nvSpPr>
          <p:cNvPr id="16" name="Rectangle 4"/>
          <p:cNvSpPr>
            <a:spLocks noChangeArrowheads="1"/>
          </p:cNvSpPr>
          <p:nvPr/>
        </p:nvSpPr>
        <p:spPr bwMode="auto">
          <a:xfrm>
            <a:off x="4732338" y="2805113"/>
            <a:ext cx="955675"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3600" b="1" dirty="0">
                <a:solidFill>
                  <a:schemeClr val="accent2"/>
                </a:solidFill>
                <a:effectLst>
                  <a:outerShdw blurRad="38100" dist="38100" dir="2700000" algn="tl">
                    <a:srgbClr val="C0C0C0"/>
                  </a:outerShdw>
                </a:effectLst>
                <a:latin typeface="仿宋_GB2312" pitchFamily="49" charset="-122"/>
                <a:ea typeface="仿宋_GB2312" pitchFamily="49" charset="-122"/>
              </a:rPr>
              <a:t>SQL</a:t>
            </a:r>
            <a:endParaRPr lang="zh-CN" altLang="en-US" sz="3600" b="1" dirty="0">
              <a:solidFill>
                <a:schemeClr val="accent2"/>
              </a:solidFill>
              <a:effectLst>
                <a:outerShdw blurRad="38100" dist="38100" dir="2700000" algn="tl">
                  <a:srgbClr val="C0C0C0"/>
                </a:outerShdw>
              </a:effectLst>
              <a:latin typeface="仿宋_GB2312" pitchFamily="49" charset="-122"/>
              <a:ea typeface="仿宋_GB2312" pitchFamily="49" charset="-122"/>
            </a:endParaRPr>
          </a:p>
        </p:txBody>
      </p:sp>
    </p:spTree>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数据库系统</a:t>
            </a:r>
            <a:endParaRPr lang="zh-CN" altLang="en-US" sz="4000" b="1" dirty="0">
              <a:solidFill>
                <a:schemeClr val="bg1"/>
              </a:solidFill>
              <a:latin typeface="+mn-ea"/>
              <a:ea typeface="+mn-ea"/>
            </a:endParaRPr>
          </a:p>
        </p:txBody>
      </p:sp>
      <p:sp>
        <p:nvSpPr>
          <p:cNvPr id="25603" name="Rectangle 4"/>
          <p:cNvSpPr>
            <a:spLocks noChangeArrowheads="1"/>
          </p:cNvSpPr>
          <p:nvPr/>
        </p:nvSpPr>
        <p:spPr bwMode="auto">
          <a:xfrm>
            <a:off x="554038" y="1412875"/>
            <a:ext cx="11017250" cy="343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4000">
                <a:latin typeface="黑体" pitchFamily="2" charset="-122"/>
                <a:ea typeface="黑体" pitchFamily="2" charset="-122"/>
              </a:rPr>
              <a:t>数据库系统</a:t>
            </a:r>
            <a:r>
              <a:rPr kumimoji="1" lang="zh-CN" altLang="en-US" sz="3200" b="1">
                <a:solidFill>
                  <a:schemeClr val="accent2"/>
                </a:solidFill>
                <a:latin typeface="黑体" pitchFamily="2" charset="-122"/>
                <a:ea typeface="黑体" pitchFamily="2" charset="-122"/>
              </a:rPr>
              <a:t>（</a:t>
            </a:r>
            <a:r>
              <a:rPr kumimoji="1" lang="en-US" altLang="zh-CN" sz="3200" b="1">
                <a:solidFill>
                  <a:schemeClr val="accent2"/>
                </a:solidFill>
                <a:latin typeface="黑体" pitchFamily="2" charset="-122"/>
                <a:ea typeface="黑体" pitchFamily="2" charset="-122"/>
              </a:rPr>
              <a:t>DataBase System</a:t>
            </a:r>
            <a:r>
              <a:rPr kumimoji="1" lang="zh-CN" altLang="en-US" sz="3200" b="1">
                <a:solidFill>
                  <a:schemeClr val="accent2"/>
                </a:solidFill>
                <a:latin typeface="黑体" pitchFamily="2" charset="-122"/>
                <a:ea typeface="黑体" pitchFamily="2" charset="-122"/>
              </a:rPr>
              <a:t>）</a:t>
            </a:r>
            <a:endParaRPr kumimoji="1" lang="en-US" altLang="zh-CN" sz="3200" b="1">
              <a:solidFill>
                <a:schemeClr val="accent2"/>
              </a:solidFill>
              <a:latin typeface="黑体" pitchFamily="2" charset="-122"/>
              <a:ea typeface="黑体" pitchFamily="2" charset="-122"/>
            </a:endParaRPr>
          </a:p>
          <a:p>
            <a:endParaRPr kumimoji="1" lang="zh-CN" altLang="en-US" sz="3200" b="1">
              <a:solidFill>
                <a:srgbClr val="FF3300"/>
              </a:solidFill>
              <a:latin typeface="黑体" pitchFamily="2" charset="-122"/>
              <a:ea typeface="黑体" pitchFamily="2" charset="-122"/>
            </a:endParaRPr>
          </a:p>
          <a:p>
            <a:pPr>
              <a:lnSpc>
                <a:spcPct val="110000"/>
              </a:lnSpc>
            </a:pPr>
            <a:r>
              <a:rPr lang="zh-CN" altLang="en-US" sz="3600">
                <a:latin typeface="Times New Roman" pitchFamily="18" charset="0"/>
              </a:rPr>
              <a:t>        </a:t>
            </a:r>
            <a:r>
              <a:rPr lang="en-US" altLang="zh-CN" sz="3200" b="1">
                <a:solidFill>
                  <a:srgbClr val="000066"/>
                </a:solidFill>
                <a:latin typeface="宋体" pitchFamily="2" charset="-122"/>
              </a:rPr>
              <a:t>DBS </a:t>
            </a:r>
            <a:r>
              <a:rPr lang="zh-CN" altLang="en-US" sz="3200" b="1">
                <a:solidFill>
                  <a:srgbClr val="000066"/>
                </a:solidFill>
                <a:latin typeface="宋体" pitchFamily="2" charset="-122"/>
              </a:rPr>
              <a:t>是一个实际可运行的，按照数据库方式存储、维护和向应用系统提供数据或信息支持的系统；它是存储介质、处理对象和管理系统的集合体，方便多用户访问的计算机软件、硬件和数据资源组成的系统。</a:t>
            </a:r>
          </a:p>
        </p:txBody>
      </p:sp>
    </p:spTree>
  </p:cSld>
  <p:clrMapOvr>
    <a:masterClrMapping/>
  </p:clrMapOvr>
  <p:transition spd="slow">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数据库系统的构成</a:t>
            </a:r>
            <a:endParaRPr lang="zh-CN" altLang="en-US" sz="4000" b="1" dirty="0">
              <a:solidFill>
                <a:schemeClr val="bg1"/>
              </a:solidFill>
              <a:latin typeface="+mn-ea"/>
              <a:ea typeface="+mn-ea"/>
            </a:endParaRPr>
          </a:p>
        </p:txBody>
      </p:sp>
      <p:grpSp>
        <p:nvGrpSpPr>
          <p:cNvPr id="5" name="Group 2"/>
          <p:cNvGrpSpPr>
            <a:grpSpLocks/>
          </p:cNvGrpSpPr>
          <p:nvPr/>
        </p:nvGrpSpPr>
        <p:grpSpPr bwMode="auto">
          <a:xfrm>
            <a:off x="1817688" y="2544763"/>
            <a:ext cx="2392362" cy="2209800"/>
            <a:chOff x="238" y="1603"/>
            <a:chExt cx="1475" cy="1392"/>
          </a:xfrm>
        </p:grpSpPr>
        <p:sp>
          <p:nvSpPr>
            <p:cNvPr id="26789" name="AutoShape 3"/>
            <p:cNvSpPr>
              <a:spLocks noChangeArrowheads="1"/>
            </p:cNvSpPr>
            <p:nvPr/>
          </p:nvSpPr>
          <p:spPr bwMode="auto">
            <a:xfrm>
              <a:off x="238" y="1603"/>
              <a:ext cx="1475" cy="1392"/>
            </a:xfrm>
            <a:prstGeom prst="can">
              <a:avLst>
                <a:gd name="adj" fmla="val 25000"/>
              </a:avLst>
            </a:prstGeom>
            <a:solidFill>
              <a:srgbClr val="CCFFFF"/>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790" name="Rectangle 4"/>
            <p:cNvSpPr>
              <a:spLocks noChangeArrowheads="1"/>
            </p:cNvSpPr>
            <p:nvPr/>
          </p:nvSpPr>
          <p:spPr bwMode="auto">
            <a:xfrm>
              <a:off x="340" y="2170"/>
              <a:ext cx="1267"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a:solidFill>
                    <a:srgbClr val="CC0000"/>
                  </a:solidFill>
                </a:rPr>
                <a:t>相互有关联关系的数据的集合</a:t>
              </a:r>
            </a:p>
          </p:txBody>
        </p:sp>
        <p:sp>
          <p:nvSpPr>
            <p:cNvPr id="26791" name="Text Box 5"/>
            <p:cNvSpPr txBox="1">
              <a:spLocks noChangeArrowheads="1"/>
            </p:cNvSpPr>
            <p:nvPr/>
          </p:nvSpPr>
          <p:spPr bwMode="auto">
            <a:xfrm>
              <a:off x="789" y="1638"/>
              <a:ext cx="39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r>
                <a:rPr lang="en-US" altLang="zh-CN" sz="2400">
                  <a:solidFill>
                    <a:srgbClr val="CC0000"/>
                  </a:solidFill>
                </a:rPr>
                <a:t>DB</a:t>
              </a:r>
            </a:p>
          </p:txBody>
        </p:sp>
      </p:grpSp>
      <p:grpSp>
        <p:nvGrpSpPr>
          <p:cNvPr id="10" name="Group 6"/>
          <p:cNvGrpSpPr>
            <a:grpSpLocks/>
          </p:cNvGrpSpPr>
          <p:nvPr/>
        </p:nvGrpSpPr>
        <p:grpSpPr bwMode="auto">
          <a:xfrm>
            <a:off x="4225925" y="2944813"/>
            <a:ext cx="3062288" cy="1782762"/>
            <a:chOff x="1785" y="1911"/>
            <a:chExt cx="1929" cy="1123"/>
          </a:xfrm>
        </p:grpSpPr>
        <p:sp>
          <p:nvSpPr>
            <p:cNvPr id="26785" name="AutoShape 7"/>
            <p:cNvSpPr>
              <a:spLocks noChangeArrowheads="1"/>
            </p:cNvSpPr>
            <p:nvPr/>
          </p:nvSpPr>
          <p:spPr bwMode="auto">
            <a:xfrm>
              <a:off x="1785" y="2113"/>
              <a:ext cx="1929" cy="720"/>
            </a:xfrm>
            <a:prstGeom prst="leftRightArrowCallout">
              <a:avLst>
                <a:gd name="adj1" fmla="val 25000"/>
                <a:gd name="adj2" fmla="val 25000"/>
                <a:gd name="adj3" fmla="val 33490"/>
                <a:gd name="adj4"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786" name="Text Box 8"/>
            <p:cNvSpPr txBox="1">
              <a:spLocks noChangeArrowheads="1"/>
            </p:cNvSpPr>
            <p:nvPr/>
          </p:nvSpPr>
          <p:spPr bwMode="auto">
            <a:xfrm>
              <a:off x="2327" y="1911"/>
              <a:ext cx="5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r>
                <a:rPr lang="en-US" altLang="zh-CN" sz="2000">
                  <a:solidFill>
                    <a:srgbClr val="CC0000"/>
                  </a:solidFill>
                </a:rPr>
                <a:t>DBMS</a:t>
              </a:r>
              <a:endParaRPr lang="en-US" altLang="zh-CN" sz="2000">
                <a:solidFill>
                  <a:schemeClr val="bg1"/>
                </a:solidFill>
              </a:endParaRPr>
            </a:p>
          </p:txBody>
        </p:sp>
        <p:sp>
          <p:nvSpPr>
            <p:cNvPr id="13" name="Rectangle 9"/>
            <p:cNvSpPr>
              <a:spLocks noChangeArrowheads="1"/>
            </p:cNvSpPr>
            <p:nvPr/>
          </p:nvSpPr>
          <p:spPr bwMode="auto">
            <a:xfrm>
              <a:off x="2257" y="2282"/>
              <a:ext cx="1008" cy="37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defRPr/>
              </a:pPr>
              <a:r>
                <a:rPr lang="zh-CN" altLang="en-US" sz="1600">
                  <a:solidFill>
                    <a:srgbClr val="000066"/>
                  </a:solidFill>
                  <a:effectLst>
                    <a:outerShdw blurRad="38100" dist="38100" dir="2700000" algn="tl">
                      <a:srgbClr val="C0C0C0"/>
                    </a:outerShdw>
                  </a:effectLst>
                </a:rPr>
                <a:t>管理数据库的</a:t>
              </a:r>
              <a:r>
                <a:rPr lang="zh-CN" altLang="en-US" sz="2000">
                  <a:solidFill>
                    <a:srgbClr val="000066"/>
                  </a:solidFill>
                  <a:effectLst>
                    <a:outerShdw blurRad="38100" dist="38100" dir="2700000" algn="tl">
                      <a:srgbClr val="C0C0C0"/>
                    </a:outerShdw>
                  </a:effectLst>
                </a:rPr>
                <a:t>系统软件</a:t>
              </a:r>
              <a:endParaRPr lang="zh-CN" altLang="en-US" sz="1600">
                <a:solidFill>
                  <a:srgbClr val="000066"/>
                </a:solidFill>
                <a:effectLst>
                  <a:outerShdw blurRad="38100" dist="38100" dir="2700000" algn="tl">
                    <a:srgbClr val="C0C0C0"/>
                  </a:outerShdw>
                </a:effectLst>
              </a:endParaRPr>
            </a:p>
          </p:txBody>
        </p:sp>
        <p:sp>
          <p:nvSpPr>
            <p:cNvPr id="26788" name="Rectangle 10"/>
            <p:cNvSpPr>
              <a:spLocks noChangeArrowheads="1"/>
            </p:cNvSpPr>
            <p:nvPr/>
          </p:nvSpPr>
          <p:spPr bwMode="auto">
            <a:xfrm>
              <a:off x="2023" y="3029"/>
              <a:ext cx="208" cy="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grpSp>
      <p:grpSp>
        <p:nvGrpSpPr>
          <p:cNvPr id="15" name="Group 11"/>
          <p:cNvGrpSpPr>
            <a:grpSpLocks/>
          </p:cNvGrpSpPr>
          <p:nvPr/>
        </p:nvGrpSpPr>
        <p:grpSpPr bwMode="auto">
          <a:xfrm>
            <a:off x="4083050" y="1792288"/>
            <a:ext cx="3076575" cy="673100"/>
            <a:chOff x="1713" y="1434"/>
            <a:chExt cx="1938" cy="424"/>
          </a:xfrm>
        </p:grpSpPr>
        <p:sp>
          <p:nvSpPr>
            <p:cNvPr id="26782" name="AutoShape 12"/>
            <p:cNvSpPr>
              <a:spLocks/>
            </p:cNvSpPr>
            <p:nvPr/>
          </p:nvSpPr>
          <p:spPr bwMode="auto">
            <a:xfrm rot="5400000" flipV="1">
              <a:off x="2574" y="781"/>
              <a:ext cx="216" cy="1938"/>
            </a:xfrm>
            <a:prstGeom prst="leftBrace">
              <a:avLst>
                <a:gd name="adj1" fmla="val 74769"/>
                <a:gd name="adj2" fmla="val 51569"/>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783" name="Object 13"/>
            <p:cNvGraphicFramePr>
              <a:graphicFrameLocks noChangeAspect="1"/>
            </p:cNvGraphicFramePr>
            <p:nvPr/>
          </p:nvGraphicFramePr>
          <p:xfrm flipH="1">
            <a:off x="2555" y="1434"/>
            <a:ext cx="158" cy="357"/>
          </p:xfrm>
          <a:graphic>
            <a:graphicData uri="http://schemas.openxmlformats.org/presentationml/2006/ole">
              <mc:AlternateContent xmlns:mc="http://schemas.openxmlformats.org/markup-compatibility/2006">
                <mc:Choice xmlns:v="urn:schemas-microsoft-com:vml" Requires="v">
                  <p:oleObj name="剪辑" r:id="rId2" imgW="1485900" imgH="4214813" progId="MS_ClipArt_Gallery.2">
                    <p:embed/>
                  </p:oleObj>
                </mc:Choice>
                <mc:Fallback>
                  <p:oleObj name="剪辑" r:id="rId2" imgW="1485900" imgH="4214813" progId="MS_ClipArt_Gallery.2">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555" y="1434"/>
                          <a:ext cx="158" cy="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784" name="Text Box 14"/>
            <p:cNvSpPr txBox="1">
              <a:spLocks noChangeArrowheads="1"/>
            </p:cNvSpPr>
            <p:nvPr/>
          </p:nvSpPr>
          <p:spPr bwMode="auto">
            <a:xfrm>
              <a:off x="2706" y="1448"/>
              <a:ext cx="4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r>
                <a:rPr lang="en-US" altLang="zh-CN" sz="2000">
                  <a:solidFill>
                    <a:srgbClr val="CC0000"/>
                  </a:solidFill>
                </a:rPr>
                <a:t>DBA</a:t>
              </a:r>
            </a:p>
          </p:txBody>
        </p:sp>
      </p:grpSp>
      <p:grpSp>
        <p:nvGrpSpPr>
          <p:cNvPr id="19" name="Group 15"/>
          <p:cNvGrpSpPr>
            <a:grpSpLocks/>
          </p:cNvGrpSpPr>
          <p:nvPr/>
        </p:nvGrpSpPr>
        <p:grpSpPr bwMode="auto">
          <a:xfrm>
            <a:off x="7151688" y="2451100"/>
            <a:ext cx="2835275" cy="2674938"/>
            <a:chOff x="3634" y="1622"/>
            <a:chExt cx="1786" cy="1685"/>
          </a:xfrm>
        </p:grpSpPr>
        <p:graphicFrame>
          <p:nvGraphicFramePr>
            <p:cNvPr id="26769" name="Object 16"/>
            <p:cNvGraphicFramePr>
              <a:graphicFrameLocks noChangeAspect="1"/>
            </p:cNvGraphicFramePr>
            <p:nvPr/>
          </p:nvGraphicFramePr>
          <p:xfrm>
            <a:off x="3876" y="1785"/>
            <a:ext cx="452" cy="283"/>
          </p:xfrm>
          <a:graphic>
            <a:graphicData uri="http://schemas.openxmlformats.org/presentationml/2006/ole">
              <mc:AlternateContent xmlns:mc="http://schemas.openxmlformats.org/markup-compatibility/2006">
                <mc:Choice xmlns:v="urn:schemas-microsoft-com:vml" Requires="v">
                  <p:oleObj name="剪辑" r:id="rId4" imgW="386405" imgH="501504" progId="MS_ClipArt_Gallery.2">
                    <p:embed/>
                  </p:oleObj>
                </mc:Choice>
                <mc:Fallback>
                  <p:oleObj name="剪辑" r:id="rId4" imgW="386405" imgH="501504" progId="MS_ClipArt_Gallery.2">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6" y="1785"/>
                          <a:ext cx="452"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Rectangle 17"/>
            <p:cNvSpPr>
              <a:spLocks noChangeArrowheads="1"/>
            </p:cNvSpPr>
            <p:nvPr/>
          </p:nvSpPr>
          <p:spPr bwMode="auto">
            <a:xfrm>
              <a:off x="3634" y="1622"/>
              <a:ext cx="1600" cy="18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defRPr/>
              </a:pPr>
              <a:r>
                <a:rPr lang="zh-CN" altLang="en-US" sz="1600">
                  <a:solidFill>
                    <a:schemeClr val="accent2"/>
                  </a:solidFill>
                  <a:effectLst>
                    <a:outerShdw blurRad="38100" dist="38100" dir="2700000" algn="tl">
                      <a:srgbClr val="C0C0C0"/>
                    </a:outerShdw>
                  </a:effectLst>
                </a:rPr>
                <a:t>完成某一功能的应用程序</a:t>
              </a:r>
              <a:r>
                <a:rPr lang="en-US" altLang="zh-CN" sz="1600">
                  <a:solidFill>
                    <a:schemeClr val="accent2"/>
                  </a:solidFill>
                  <a:effectLst>
                    <a:outerShdw blurRad="38100" dist="38100" dir="2700000" algn="tl">
                      <a:srgbClr val="C0C0C0"/>
                    </a:outerShdw>
                  </a:effectLst>
                </a:rPr>
                <a:t>1</a:t>
              </a:r>
            </a:p>
          </p:txBody>
        </p:sp>
        <p:graphicFrame>
          <p:nvGraphicFramePr>
            <p:cNvPr id="26771" name="Object 18"/>
            <p:cNvGraphicFramePr>
              <a:graphicFrameLocks noChangeAspect="1"/>
            </p:cNvGraphicFramePr>
            <p:nvPr/>
          </p:nvGraphicFramePr>
          <p:xfrm>
            <a:off x="3876" y="2281"/>
            <a:ext cx="452" cy="283"/>
          </p:xfrm>
          <a:graphic>
            <a:graphicData uri="http://schemas.openxmlformats.org/presentationml/2006/ole">
              <mc:AlternateContent xmlns:mc="http://schemas.openxmlformats.org/markup-compatibility/2006">
                <mc:Choice xmlns:v="urn:schemas-microsoft-com:vml" Requires="v">
                  <p:oleObj name="剪辑" r:id="rId6" imgW="386405" imgH="501504" progId="MS_ClipArt_Gallery.2">
                    <p:embed/>
                  </p:oleObj>
                </mc:Choice>
                <mc:Fallback>
                  <p:oleObj name="剪辑" r:id="rId6" imgW="386405" imgH="501504" progId="MS_ClipArt_Gallery.2">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6" y="2281"/>
                          <a:ext cx="452"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72" name="Object 19"/>
            <p:cNvGraphicFramePr>
              <a:graphicFrameLocks noChangeAspect="1"/>
            </p:cNvGraphicFramePr>
            <p:nvPr/>
          </p:nvGraphicFramePr>
          <p:xfrm flipH="1">
            <a:off x="3876" y="2937"/>
            <a:ext cx="425" cy="241"/>
          </p:xfrm>
          <a:graphic>
            <a:graphicData uri="http://schemas.openxmlformats.org/presentationml/2006/ole">
              <mc:AlternateContent xmlns:mc="http://schemas.openxmlformats.org/markup-compatibility/2006">
                <mc:Choice xmlns:v="urn:schemas-microsoft-com:vml" Requires="v">
                  <p:oleObj name="剪辑" r:id="rId7" imgW="1869034" imgH="2189988" progId="MS_ClipArt_Gallery.2">
                    <p:embed/>
                  </p:oleObj>
                </mc:Choice>
                <mc:Fallback>
                  <p:oleObj name="剪辑" r:id="rId7" imgW="1869034" imgH="2189988" progId="MS_ClipArt_Gallery.2">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3876" y="2937"/>
                          <a:ext cx="425" cy="2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Rectangle 20"/>
            <p:cNvSpPr>
              <a:spLocks noChangeArrowheads="1"/>
            </p:cNvSpPr>
            <p:nvPr/>
          </p:nvSpPr>
          <p:spPr bwMode="auto">
            <a:xfrm>
              <a:off x="3634" y="2108"/>
              <a:ext cx="697" cy="18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defRPr/>
              </a:pPr>
              <a:r>
                <a:rPr lang="zh-CN" altLang="en-US" sz="1600">
                  <a:solidFill>
                    <a:schemeClr val="accent2"/>
                  </a:solidFill>
                  <a:effectLst>
                    <a:outerShdw blurRad="38100" dist="38100" dir="2700000" algn="tl">
                      <a:srgbClr val="C0C0C0"/>
                    </a:outerShdw>
                  </a:effectLst>
                </a:rPr>
                <a:t>应用程序</a:t>
              </a:r>
              <a:r>
                <a:rPr lang="en-US" altLang="zh-CN" sz="1600">
                  <a:solidFill>
                    <a:schemeClr val="accent2"/>
                  </a:solidFill>
                  <a:effectLst>
                    <a:outerShdw blurRad="38100" dist="38100" dir="2700000" algn="tl">
                      <a:srgbClr val="C0C0C0"/>
                    </a:outerShdw>
                  </a:effectLst>
                </a:rPr>
                <a:t>2</a:t>
              </a:r>
            </a:p>
          </p:txBody>
        </p:sp>
        <p:sp>
          <p:nvSpPr>
            <p:cNvPr id="25" name="Rectangle 21"/>
            <p:cNvSpPr>
              <a:spLocks noChangeArrowheads="1"/>
            </p:cNvSpPr>
            <p:nvPr/>
          </p:nvSpPr>
          <p:spPr bwMode="auto">
            <a:xfrm>
              <a:off x="3657" y="2754"/>
              <a:ext cx="697" cy="18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defRPr/>
              </a:pPr>
              <a:r>
                <a:rPr lang="zh-CN" altLang="en-US" sz="1600">
                  <a:solidFill>
                    <a:schemeClr val="accent2"/>
                  </a:solidFill>
                  <a:effectLst>
                    <a:outerShdw blurRad="38100" dist="38100" dir="2700000" algn="tl">
                      <a:srgbClr val="C0C0C0"/>
                    </a:outerShdw>
                  </a:effectLst>
                </a:rPr>
                <a:t>应用程序</a:t>
              </a:r>
              <a:r>
                <a:rPr lang="en-US" altLang="zh-CN" sz="1600">
                  <a:solidFill>
                    <a:schemeClr val="accent2"/>
                  </a:solidFill>
                  <a:effectLst>
                    <a:outerShdw blurRad="38100" dist="38100" dir="2700000" algn="tl">
                      <a:srgbClr val="C0C0C0"/>
                    </a:outerShdw>
                  </a:effectLst>
                </a:rPr>
                <a:t>n</a:t>
              </a:r>
            </a:p>
          </p:txBody>
        </p:sp>
        <p:sp>
          <p:nvSpPr>
            <p:cNvPr id="26775" name="Text Box 22"/>
            <p:cNvSpPr txBox="1">
              <a:spLocks noChangeArrowheads="1"/>
            </p:cNvSpPr>
            <p:nvPr/>
          </p:nvSpPr>
          <p:spPr bwMode="auto">
            <a:xfrm>
              <a:off x="4302" y="1825"/>
              <a:ext cx="58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r>
                <a:rPr lang="en-US" altLang="zh-CN" sz="1600">
                  <a:solidFill>
                    <a:srgbClr val="CC0000"/>
                  </a:solidFill>
                </a:rPr>
                <a:t>DBAP 1</a:t>
              </a:r>
            </a:p>
          </p:txBody>
        </p:sp>
        <p:sp>
          <p:nvSpPr>
            <p:cNvPr id="26776" name="Text Box 23"/>
            <p:cNvSpPr txBox="1">
              <a:spLocks noChangeArrowheads="1"/>
            </p:cNvSpPr>
            <p:nvPr/>
          </p:nvSpPr>
          <p:spPr bwMode="auto">
            <a:xfrm>
              <a:off x="4302" y="2333"/>
              <a:ext cx="58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r>
                <a:rPr lang="en-US" altLang="zh-CN" sz="1600">
                  <a:solidFill>
                    <a:srgbClr val="CC0000"/>
                  </a:solidFill>
                </a:rPr>
                <a:t>DBAP 2</a:t>
              </a:r>
            </a:p>
          </p:txBody>
        </p:sp>
        <p:sp>
          <p:nvSpPr>
            <p:cNvPr id="26777" name="Text Box 24"/>
            <p:cNvSpPr txBox="1">
              <a:spLocks noChangeArrowheads="1"/>
            </p:cNvSpPr>
            <p:nvPr/>
          </p:nvSpPr>
          <p:spPr bwMode="auto">
            <a:xfrm>
              <a:off x="4302" y="2961"/>
              <a:ext cx="5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r>
                <a:rPr lang="en-US" altLang="zh-CN" sz="1600">
                  <a:solidFill>
                    <a:srgbClr val="CC0000"/>
                  </a:solidFill>
                </a:rPr>
                <a:t>DBAP n</a:t>
              </a:r>
            </a:p>
          </p:txBody>
        </p:sp>
        <p:graphicFrame>
          <p:nvGraphicFramePr>
            <p:cNvPr id="26778" name="Object 25"/>
            <p:cNvGraphicFramePr>
              <a:graphicFrameLocks noChangeAspect="1"/>
            </p:cNvGraphicFramePr>
            <p:nvPr/>
          </p:nvGraphicFramePr>
          <p:xfrm flipH="1">
            <a:off x="4988" y="1660"/>
            <a:ext cx="403" cy="458"/>
          </p:xfrm>
          <a:graphic>
            <a:graphicData uri="http://schemas.openxmlformats.org/presentationml/2006/ole">
              <mc:AlternateContent xmlns:mc="http://schemas.openxmlformats.org/markup-compatibility/2006">
                <mc:Choice xmlns:v="urn:schemas-microsoft-com:vml" Requires="v">
                  <p:oleObj name="剪辑" r:id="rId9" imgW="2376526" imgH="2343607" progId="MS_ClipArt_Gallery.2">
                    <p:embed/>
                  </p:oleObj>
                </mc:Choice>
                <mc:Fallback>
                  <p:oleObj name="剪辑" r:id="rId9" imgW="2376526" imgH="2343607" progId="MS_ClipArt_Gallery.2">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H="1">
                          <a:off x="4988" y="1660"/>
                          <a:ext cx="403" cy="4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79" name="Object 26"/>
            <p:cNvGraphicFramePr>
              <a:graphicFrameLocks noChangeAspect="1"/>
            </p:cNvGraphicFramePr>
            <p:nvPr/>
          </p:nvGraphicFramePr>
          <p:xfrm flipH="1">
            <a:off x="5011" y="2234"/>
            <a:ext cx="309" cy="343"/>
          </p:xfrm>
          <a:graphic>
            <a:graphicData uri="http://schemas.openxmlformats.org/presentationml/2006/ole">
              <mc:AlternateContent xmlns:mc="http://schemas.openxmlformats.org/markup-compatibility/2006">
                <mc:Choice xmlns:v="urn:schemas-microsoft-com:vml" Requires="v">
                  <p:oleObj name="剪辑" r:id="rId11" imgW="1113739" imgH="1076249" progId="MS_ClipArt_Gallery.2">
                    <p:embed/>
                  </p:oleObj>
                </mc:Choice>
                <mc:Fallback>
                  <p:oleObj name="剪辑" r:id="rId11" imgW="1113739" imgH="1076249" progId="MS_ClipArt_Gallery.2">
                    <p:embed/>
                    <p:pic>
                      <p:nvPicPr>
                        <p:cNvPr id="0"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flipH="1">
                          <a:off x="5011" y="2234"/>
                          <a:ext cx="309" cy="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80" name="Object 27"/>
            <p:cNvGraphicFramePr>
              <a:graphicFrameLocks noChangeAspect="1"/>
            </p:cNvGraphicFramePr>
            <p:nvPr/>
          </p:nvGraphicFramePr>
          <p:xfrm flipH="1">
            <a:off x="4899" y="2773"/>
            <a:ext cx="521" cy="534"/>
          </p:xfrm>
          <a:graphic>
            <a:graphicData uri="http://schemas.openxmlformats.org/presentationml/2006/ole">
              <mc:AlternateContent xmlns:mc="http://schemas.openxmlformats.org/markup-compatibility/2006">
                <mc:Choice xmlns:v="urn:schemas-microsoft-com:vml" Requires="v">
                  <p:oleObj name="剪辑" r:id="rId13" imgW="1879092" imgH="1674266" progId="MS_ClipArt_Gallery.2">
                    <p:embed/>
                  </p:oleObj>
                </mc:Choice>
                <mc:Fallback>
                  <p:oleObj name="剪辑" r:id="rId13" imgW="1879092" imgH="1674266" progId="MS_ClipArt_Gallery.2">
                    <p:embed/>
                    <p:pic>
                      <p:nvPicPr>
                        <p:cNvPr id="0" name="Object 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flipH="1">
                          <a:off x="4899" y="2773"/>
                          <a:ext cx="521" cy="5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781" name="Line 28"/>
            <p:cNvSpPr>
              <a:spLocks noChangeShapeType="1"/>
            </p:cNvSpPr>
            <p:nvPr/>
          </p:nvSpPr>
          <p:spPr bwMode="auto">
            <a:xfrm>
              <a:off x="4473" y="2634"/>
              <a:ext cx="0" cy="24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 name="Group 29"/>
          <p:cNvGrpSpPr>
            <a:grpSpLocks/>
          </p:cNvGrpSpPr>
          <p:nvPr/>
        </p:nvGrpSpPr>
        <p:grpSpPr bwMode="auto">
          <a:xfrm>
            <a:off x="2930525" y="4960938"/>
            <a:ext cx="6626225" cy="1212850"/>
            <a:chOff x="907" y="3125"/>
            <a:chExt cx="4174" cy="764"/>
          </a:xfrm>
        </p:grpSpPr>
        <p:grpSp>
          <p:nvGrpSpPr>
            <p:cNvPr id="26632" name="Group 30"/>
            <p:cNvGrpSpPr>
              <a:grpSpLocks/>
            </p:cNvGrpSpPr>
            <p:nvPr/>
          </p:nvGrpSpPr>
          <p:grpSpPr bwMode="auto">
            <a:xfrm>
              <a:off x="1339" y="3389"/>
              <a:ext cx="306" cy="116"/>
              <a:chOff x="4883" y="1932"/>
              <a:chExt cx="306" cy="116"/>
            </a:xfrm>
          </p:grpSpPr>
          <p:sp>
            <p:nvSpPr>
              <p:cNvPr id="26762" name="Rectangle 31"/>
              <p:cNvSpPr>
                <a:spLocks noChangeArrowheads="1"/>
              </p:cNvSpPr>
              <p:nvPr/>
            </p:nvSpPr>
            <p:spPr bwMode="auto">
              <a:xfrm>
                <a:off x="4898" y="1993"/>
                <a:ext cx="241" cy="55"/>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63" name="Rectangle 32"/>
              <p:cNvSpPr>
                <a:spLocks noChangeArrowheads="1"/>
              </p:cNvSpPr>
              <p:nvPr/>
            </p:nvSpPr>
            <p:spPr bwMode="auto">
              <a:xfrm>
                <a:off x="4921" y="2028"/>
                <a:ext cx="194" cy="20"/>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64" name="Freeform 33"/>
              <p:cNvSpPr>
                <a:spLocks/>
              </p:cNvSpPr>
              <p:nvPr/>
            </p:nvSpPr>
            <p:spPr bwMode="auto">
              <a:xfrm>
                <a:off x="4888" y="1937"/>
                <a:ext cx="265" cy="56"/>
              </a:xfrm>
              <a:custGeom>
                <a:avLst/>
                <a:gdLst>
                  <a:gd name="T0" fmla="*/ 0 w 1060"/>
                  <a:gd name="T1" fmla="*/ 0 h 280"/>
                  <a:gd name="T2" fmla="*/ 0 w 1060"/>
                  <a:gd name="T3" fmla="*/ 0 h 280"/>
                  <a:gd name="T4" fmla="*/ 1 w 1060"/>
                  <a:gd name="T5" fmla="*/ 0 h 280"/>
                  <a:gd name="T6" fmla="*/ 1 w 1060"/>
                  <a:gd name="T7" fmla="*/ 0 h 280"/>
                  <a:gd name="T8" fmla="*/ 1 w 1060"/>
                  <a:gd name="T9" fmla="*/ 0 h 280"/>
                  <a:gd name="T10" fmla="*/ 0 w 1060"/>
                  <a:gd name="T11" fmla="*/ 0 h 280"/>
                  <a:gd name="T12" fmla="*/ 0 w 1060"/>
                  <a:gd name="T13" fmla="*/ 0 h 2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60" h="280">
                    <a:moveTo>
                      <a:pt x="0" y="226"/>
                    </a:moveTo>
                    <a:lnTo>
                      <a:pt x="44" y="280"/>
                    </a:lnTo>
                    <a:lnTo>
                      <a:pt x="997" y="280"/>
                    </a:lnTo>
                    <a:lnTo>
                      <a:pt x="1060" y="226"/>
                    </a:lnTo>
                    <a:lnTo>
                      <a:pt x="1060" y="0"/>
                    </a:lnTo>
                    <a:lnTo>
                      <a:pt x="0" y="0"/>
                    </a:lnTo>
                    <a:lnTo>
                      <a:pt x="0" y="226"/>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765" name="Rectangle 34"/>
              <p:cNvSpPr>
                <a:spLocks noChangeArrowheads="1"/>
              </p:cNvSpPr>
              <p:nvPr/>
            </p:nvSpPr>
            <p:spPr bwMode="auto">
              <a:xfrm>
                <a:off x="4883" y="2022"/>
                <a:ext cx="16" cy="10"/>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66" name="Line 35"/>
              <p:cNvSpPr>
                <a:spLocks noChangeShapeType="1"/>
              </p:cNvSpPr>
              <p:nvPr/>
            </p:nvSpPr>
            <p:spPr bwMode="auto">
              <a:xfrm>
                <a:off x="4888" y="1946"/>
                <a:ext cx="267"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67" name="Rectangle 36"/>
              <p:cNvSpPr>
                <a:spLocks noChangeArrowheads="1"/>
              </p:cNvSpPr>
              <p:nvPr/>
            </p:nvSpPr>
            <p:spPr bwMode="auto">
              <a:xfrm>
                <a:off x="4955" y="1932"/>
                <a:ext cx="192" cy="6"/>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68" name="Freeform 37"/>
              <p:cNvSpPr>
                <a:spLocks/>
              </p:cNvSpPr>
              <p:nvPr/>
            </p:nvSpPr>
            <p:spPr bwMode="auto">
              <a:xfrm>
                <a:off x="5137" y="2002"/>
                <a:ext cx="52" cy="18"/>
              </a:xfrm>
              <a:custGeom>
                <a:avLst/>
                <a:gdLst>
                  <a:gd name="T0" fmla="*/ 0 w 206"/>
                  <a:gd name="T1" fmla="*/ 0 h 90"/>
                  <a:gd name="T2" fmla="*/ 0 w 206"/>
                  <a:gd name="T3" fmla="*/ 0 h 90"/>
                  <a:gd name="T4" fmla="*/ 0 w 206"/>
                  <a:gd name="T5" fmla="*/ 0 h 90"/>
                  <a:gd name="T6" fmla="*/ 0 w 206"/>
                  <a:gd name="T7" fmla="*/ 0 h 90"/>
                  <a:gd name="T8" fmla="*/ 0 w 206"/>
                  <a:gd name="T9" fmla="*/ 0 h 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6" h="90">
                    <a:moveTo>
                      <a:pt x="0" y="54"/>
                    </a:moveTo>
                    <a:lnTo>
                      <a:pt x="206" y="0"/>
                    </a:lnTo>
                    <a:lnTo>
                      <a:pt x="206" y="33"/>
                    </a:lnTo>
                    <a:lnTo>
                      <a:pt x="0" y="90"/>
                    </a:lnTo>
                    <a:lnTo>
                      <a:pt x="0" y="54"/>
                    </a:lnTo>
                    <a:close/>
                  </a:path>
                </a:pathLst>
              </a:custGeom>
              <a:solidFill>
                <a:srgbClr val="FFFFFF"/>
              </a:solidFill>
              <a:ln w="3175">
                <a:solidFill>
                  <a:srgbClr val="000000"/>
                </a:solidFill>
                <a:prstDash val="solid"/>
                <a:round/>
                <a:headEnd/>
                <a:tailEnd/>
              </a:ln>
            </p:spPr>
            <p:txBody>
              <a:bodyPr/>
              <a:lstStyle/>
              <a:p>
                <a:endParaRPr lang="zh-CN" altLang="en-US"/>
              </a:p>
            </p:txBody>
          </p:sp>
        </p:grpSp>
        <p:grpSp>
          <p:nvGrpSpPr>
            <p:cNvPr id="26633" name="Group 38"/>
            <p:cNvGrpSpPr>
              <a:grpSpLocks/>
            </p:cNvGrpSpPr>
            <p:nvPr/>
          </p:nvGrpSpPr>
          <p:grpSpPr bwMode="auto">
            <a:xfrm>
              <a:off x="4297" y="3348"/>
              <a:ext cx="175" cy="106"/>
              <a:chOff x="4112" y="2178"/>
              <a:chExt cx="175" cy="106"/>
            </a:xfrm>
          </p:grpSpPr>
          <p:sp>
            <p:nvSpPr>
              <p:cNvPr id="26755" name="Rectangle 39"/>
              <p:cNvSpPr>
                <a:spLocks noChangeArrowheads="1"/>
              </p:cNvSpPr>
              <p:nvPr/>
            </p:nvSpPr>
            <p:spPr bwMode="auto">
              <a:xfrm>
                <a:off x="4112" y="2178"/>
                <a:ext cx="175" cy="106"/>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56" name="Rectangle 40"/>
              <p:cNvSpPr>
                <a:spLocks noChangeArrowheads="1"/>
              </p:cNvSpPr>
              <p:nvPr/>
            </p:nvSpPr>
            <p:spPr bwMode="auto">
              <a:xfrm>
                <a:off x="4123" y="2186"/>
                <a:ext cx="152" cy="90"/>
              </a:xfrm>
              <a:prstGeom prst="rect">
                <a:avLst/>
              </a:prstGeom>
              <a:solidFill>
                <a:srgbClr val="114FFB"/>
              </a:solidFill>
              <a:ln w="3175">
                <a:solidFill>
                  <a:srgbClr val="000000"/>
                </a:solidFill>
                <a:miter lim="800000"/>
                <a:headEnd/>
                <a:tailEnd/>
              </a:ln>
            </p:spPr>
            <p:txBody>
              <a:bodyPr/>
              <a:lstStyle/>
              <a:p>
                <a:endParaRPr lang="zh-CN" altLang="en-US"/>
              </a:p>
            </p:txBody>
          </p:sp>
          <p:sp>
            <p:nvSpPr>
              <p:cNvPr id="26757" name="Rectangle 41"/>
              <p:cNvSpPr>
                <a:spLocks noChangeArrowheads="1"/>
              </p:cNvSpPr>
              <p:nvPr/>
            </p:nvSpPr>
            <p:spPr bwMode="auto">
              <a:xfrm>
                <a:off x="4253" y="2186"/>
                <a:ext cx="22" cy="90"/>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58" name="Rectangle 42"/>
              <p:cNvSpPr>
                <a:spLocks noChangeArrowheads="1"/>
              </p:cNvSpPr>
              <p:nvPr/>
            </p:nvSpPr>
            <p:spPr bwMode="auto">
              <a:xfrm>
                <a:off x="4259" y="2191"/>
                <a:ext cx="10" cy="6"/>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59" name="Oval 43"/>
              <p:cNvSpPr>
                <a:spLocks noChangeArrowheads="1"/>
              </p:cNvSpPr>
              <p:nvPr/>
            </p:nvSpPr>
            <p:spPr bwMode="auto">
              <a:xfrm>
                <a:off x="4259" y="2230"/>
                <a:ext cx="9" cy="6"/>
              </a:xfrm>
              <a:prstGeom prst="ellipse">
                <a:avLst/>
              </a:prstGeom>
              <a:solidFill>
                <a:srgbClr val="FFFFFF"/>
              </a:solidFill>
              <a:ln w="3175">
                <a:solidFill>
                  <a:srgbClr val="000000"/>
                </a:solidFill>
                <a:round/>
                <a:headEnd/>
                <a:tailEnd/>
              </a:ln>
            </p:spPr>
            <p:txBody>
              <a:bodyPr/>
              <a:lstStyle/>
              <a:p>
                <a:endParaRPr lang="zh-CN" altLang="en-US"/>
              </a:p>
            </p:txBody>
          </p:sp>
          <p:sp>
            <p:nvSpPr>
              <p:cNvPr id="26760" name="Oval 44"/>
              <p:cNvSpPr>
                <a:spLocks noChangeArrowheads="1"/>
              </p:cNvSpPr>
              <p:nvPr/>
            </p:nvSpPr>
            <p:spPr bwMode="auto">
              <a:xfrm>
                <a:off x="4259" y="2247"/>
                <a:ext cx="9" cy="5"/>
              </a:xfrm>
              <a:prstGeom prst="ellipse">
                <a:avLst/>
              </a:prstGeom>
              <a:solidFill>
                <a:srgbClr val="FFFFFF"/>
              </a:solidFill>
              <a:ln w="3175">
                <a:solidFill>
                  <a:srgbClr val="000000"/>
                </a:solidFill>
                <a:round/>
                <a:headEnd/>
                <a:tailEnd/>
              </a:ln>
            </p:spPr>
            <p:txBody>
              <a:bodyPr/>
              <a:lstStyle/>
              <a:p>
                <a:endParaRPr lang="zh-CN" altLang="en-US"/>
              </a:p>
            </p:txBody>
          </p:sp>
          <p:sp>
            <p:nvSpPr>
              <p:cNvPr id="26761" name="Oval 45"/>
              <p:cNvSpPr>
                <a:spLocks noChangeArrowheads="1"/>
              </p:cNvSpPr>
              <p:nvPr/>
            </p:nvSpPr>
            <p:spPr bwMode="auto">
              <a:xfrm>
                <a:off x="4259" y="2262"/>
                <a:ext cx="9" cy="6"/>
              </a:xfrm>
              <a:prstGeom prst="ellipse">
                <a:avLst/>
              </a:prstGeom>
              <a:solidFill>
                <a:srgbClr val="FFFFFF"/>
              </a:solidFill>
              <a:ln w="3175">
                <a:solidFill>
                  <a:srgbClr val="000000"/>
                </a:solidFill>
                <a:round/>
                <a:headEnd/>
                <a:tailEnd/>
              </a:ln>
            </p:spPr>
            <p:txBody>
              <a:bodyPr/>
              <a:lstStyle/>
              <a:p>
                <a:endParaRPr lang="zh-CN" altLang="en-US"/>
              </a:p>
            </p:txBody>
          </p:sp>
        </p:grpSp>
        <p:grpSp>
          <p:nvGrpSpPr>
            <p:cNvPr id="26634" name="Group 46"/>
            <p:cNvGrpSpPr>
              <a:grpSpLocks/>
            </p:cNvGrpSpPr>
            <p:nvPr/>
          </p:nvGrpSpPr>
          <p:grpSpPr bwMode="auto">
            <a:xfrm>
              <a:off x="4574" y="3348"/>
              <a:ext cx="175" cy="106"/>
              <a:chOff x="4518" y="2178"/>
              <a:chExt cx="175" cy="106"/>
            </a:xfrm>
          </p:grpSpPr>
          <p:sp>
            <p:nvSpPr>
              <p:cNvPr id="26748" name="Rectangle 47"/>
              <p:cNvSpPr>
                <a:spLocks noChangeArrowheads="1"/>
              </p:cNvSpPr>
              <p:nvPr/>
            </p:nvSpPr>
            <p:spPr bwMode="auto">
              <a:xfrm>
                <a:off x="4518" y="2178"/>
                <a:ext cx="175" cy="106"/>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49" name="Rectangle 48"/>
              <p:cNvSpPr>
                <a:spLocks noChangeArrowheads="1"/>
              </p:cNvSpPr>
              <p:nvPr/>
            </p:nvSpPr>
            <p:spPr bwMode="auto">
              <a:xfrm>
                <a:off x="4530" y="2186"/>
                <a:ext cx="152" cy="90"/>
              </a:xfrm>
              <a:prstGeom prst="rect">
                <a:avLst/>
              </a:prstGeom>
              <a:solidFill>
                <a:srgbClr val="114FFB"/>
              </a:solidFill>
              <a:ln w="3175">
                <a:solidFill>
                  <a:srgbClr val="000000"/>
                </a:solidFill>
                <a:miter lim="800000"/>
                <a:headEnd/>
                <a:tailEnd/>
              </a:ln>
            </p:spPr>
            <p:txBody>
              <a:bodyPr/>
              <a:lstStyle/>
              <a:p>
                <a:endParaRPr lang="zh-CN" altLang="en-US"/>
              </a:p>
            </p:txBody>
          </p:sp>
          <p:sp>
            <p:nvSpPr>
              <p:cNvPr id="26750" name="Rectangle 49"/>
              <p:cNvSpPr>
                <a:spLocks noChangeArrowheads="1"/>
              </p:cNvSpPr>
              <p:nvPr/>
            </p:nvSpPr>
            <p:spPr bwMode="auto">
              <a:xfrm>
                <a:off x="4660" y="2186"/>
                <a:ext cx="21" cy="90"/>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51" name="Rectangle 50"/>
              <p:cNvSpPr>
                <a:spLocks noChangeArrowheads="1"/>
              </p:cNvSpPr>
              <p:nvPr/>
            </p:nvSpPr>
            <p:spPr bwMode="auto">
              <a:xfrm>
                <a:off x="4665" y="2191"/>
                <a:ext cx="11" cy="6"/>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52" name="Oval 51"/>
              <p:cNvSpPr>
                <a:spLocks noChangeArrowheads="1"/>
              </p:cNvSpPr>
              <p:nvPr/>
            </p:nvSpPr>
            <p:spPr bwMode="auto">
              <a:xfrm>
                <a:off x="4666" y="2230"/>
                <a:ext cx="8" cy="6"/>
              </a:xfrm>
              <a:prstGeom prst="ellipse">
                <a:avLst/>
              </a:prstGeom>
              <a:solidFill>
                <a:srgbClr val="FFFFFF"/>
              </a:solidFill>
              <a:ln w="3175">
                <a:solidFill>
                  <a:srgbClr val="000000"/>
                </a:solidFill>
                <a:round/>
                <a:headEnd/>
                <a:tailEnd/>
              </a:ln>
            </p:spPr>
            <p:txBody>
              <a:bodyPr/>
              <a:lstStyle/>
              <a:p>
                <a:endParaRPr lang="zh-CN" altLang="en-US"/>
              </a:p>
            </p:txBody>
          </p:sp>
          <p:sp>
            <p:nvSpPr>
              <p:cNvPr id="26753" name="Oval 52"/>
              <p:cNvSpPr>
                <a:spLocks noChangeArrowheads="1"/>
              </p:cNvSpPr>
              <p:nvPr/>
            </p:nvSpPr>
            <p:spPr bwMode="auto">
              <a:xfrm>
                <a:off x="4666" y="2247"/>
                <a:ext cx="8" cy="5"/>
              </a:xfrm>
              <a:prstGeom prst="ellipse">
                <a:avLst/>
              </a:prstGeom>
              <a:solidFill>
                <a:srgbClr val="FFFFFF"/>
              </a:solidFill>
              <a:ln w="3175">
                <a:solidFill>
                  <a:srgbClr val="000000"/>
                </a:solidFill>
                <a:round/>
                <a:headEnd/>
                <a:tailEnd/>
              </a:ln>
            </p:spPr>
            <p:txBody>
              <a:bodyPr/>
              <a:lstStyle/>
              <a:p>
                <a:endParaRPr lang="zh-CN" altLang="en-US"/>
              </a:p>
            </p:txBody>
          </p:sp>
          <p:sp>
            <p:nvSpPr>
              <p:cNvPr id="26754" name="Oval 53"/>
              <p:cNvSpPr>
                <a:spLocks noChangeArrowheads="1"/>
              </p:cNvSpPr>
              <p:nvPr/>
            </p:nvSpPr>
            <p:spPr bwMode="auto">
              <a:xfrm>
                <a:off x="4666" y="2262"/>
                <a:ext cx="8" cy="6"/>
              </a:xfrm>
              <a:prstGeom prst="ellipse">
                <a:avLst/>
              </a:prstGeom>
              <a:solidFill>
                <a:srgbClr val="FFFFFF"/>
              </a:solidFill>
              <a:ln w="3175">
                <a:solidFill>
                  <a:srgbClr val="000000"/>
                </a:solidFill>
                <a:round/>
                <a:headEnd/>
                <a:tailEnd/>
              </a:ln>
            </p:spPr>
            <p:txBody>
              <a:bodyPr/>
              <a:lstStyle/>
              <a:p>
                <a:endParaRPr lang="zh-CN" altLang="en-US"/>
              </a:p>
            </p:txBody>
          </p:sp>
        </p:grpSp>
        <p:grpSp>
          <p:nvGrpSpPr>
            <p:cNvPr id="26635" name="Group 54"/>
            <p:cNvGrpSpPr>
              <a:grpSpLocks/>
            </p:cNvGrpSpPr>
            <p:nvPr/>
          </p:nvGrpSpPr>
          <p:grpSpPr bwMode="auto">
            <a:xfrm>
              <a:off x="4863" y="3348"/>
              <a:ext cx="175" cy="106"/>
              <a:chOff x="4944" y="2178"/>
              <a:chExt cx="175" cy="106"/>
            </a:xfrm>
          </p:grpSpPr>
          <p:sp>
            <p:nvSpPr>
              <p:cNvPr id="26741" name="Rectangle 55"/>
              <p:cNvSpPr>
                <a:spLocks noChangeArrowheads="1"/>
              </p:cNvSpPr>
              <p:nvPr/>
            </p:nvSpPr>
            <p:spPr bwMode="auto">
              <a:xfrm>
                <a:off x="4944" y="2178"/>
                <a:ext cx="175" cy="106"/>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42" name="Rectangle 56"/>
              <p:cNvSpPr>
                <a:spLocks noChangeArrowheads="1"/>
              </p:cNvSpPr>
              <p:nvPr/>
            </p:nvSpPr>
            <p:spPr bwMode="auto">
              <a:xfrm>
                <a:off x="4955" y="2186"/>
                <a:ext cx="152" cy="90"/>
              </a:xfrm>
              <a:prstGeom prst="rect">
                <a:avLst/>
              </a:prstGeom>
              <a:solidFill>
                <a:srgbClr val="114FFB"/>
              </a:solidFill>
              <a:ln w="3175">
                <a:solidFill>
                  <a:srgbClr val="000000"/>
                </a:solidFill>
                <a:miter lim="800000"/>
                <a:headEnd/>
                <a:tailEnd/>
              </a:ln>
            </p:spPr>
            <p:txBody>
              <a:bodyPr/>
              <a:lstStyle/>
              <a:p>
                <a:endParaRPr lang="zh-CN" altLang="en-US"/>
              </a:p>
            </p:txBody>
          </p:sp>
          <p:sp>
            <p:nvSpPr>
              <p:cNvPr id="26743" name="Rectangle 57"/>
              <p:cNvSpPr>
                <a:spLocks noChangeArrowheads="1"/>
              </p:cNvSpPr>
              <p:nvPr/>
            </p:nvSpPr>
            <p:spPr bwMode="auto">
              <a:xfrm>
                <a:off x="5085" y="2186"/>
                <a:ext cx="22" cy="90"/>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44" name="Rectangle 58"/>
              <p:cNvSpPr>
                <a:spLocks noChangeArrowheads="1"/>
              </p:cNvSpPr>
              <p:nvPr/>
            </p:nvSpPr>
            <p:spPr bwMode="auto">
              <a:xfrm>
                <a:off x="5090" y="2191"/>
                <a:ext cx="11" cy="6"/>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45" name="Oval 59"/>
              <p:cNvSpPr>
                <a:spLocks noChangeArrowheads="1"/>
              </p:cNvSpPr>
              <p:nvPr/>
            </p:nvSpPr>
            <p:spPr bwMode="auto">
              <a:xfrm>
                <a:off x="5091" y="2230"/>
                <a:ext cx="8" cy="6"/>
              </a:xfrm>
              <a:prstGeom prst="ellipse">
                <a:avLst/>
              </a:prstGeom>
              <a:solidFill>
                <a:srgbClr val="FFFFFF"/>
              </a:solidFill>
              <a:ln w="3175">
                <a:solidFill>
                  <a:srgbClr val="000000"/>
                </a:solidFill>
                <a:round/>
                <a:headEnd/>
                <a:tailEnd/>
              </a:ln>
            </p:spPr>
            <p:txBody>
              <a:bodyPr/>
              <a:lstStyle/>
              <a:p>
                <a:endParaRPr lang="zh-CN" altLang="en-US"/>
              </a:p>
            </p:txBody>
          </p:sp>
          <p:sp>
            <p:nvSpPr>
              <p:cNvPr id="26746" name="Oval 60"/>
              <p:cNvSpPr>
                <a:spLocks noChangeArrowheads="1"/>
              </p:cNvSpPr>
              <p:nvPr/>
            </p:nvSpPr>
            <p:spPr bwMode="auto">
              <a:xfrm>
                <a:off x="5091" y="2247"/>
                <a:ext cx="8" cy="5"/>
              </a:xfrm>
              <a:prstGeom prst="ellipse">
                <a:avLst/>
              </a:prstGeom>
              <a:solidFill>
                <a:srgbClr val="FFFFFF"/>
              </a:solidFill>
              <a:ln w="3175">
                <a:solidFill>
                  <a:srgbClr val="000000"/>
                </a:solidFill>
                <a:round/>
                <a:headEnd/>
                <a:tailEnd/>
              </a:ln>
            </p:spPr>
            <p:txBody>
              <a:bodyPr/>
              <a:lstStyle/>
              <a:p>
                <a:endParaRPr lang="zh-CN" altLang="en-US"/>
              </a:p>
            </p:txBody>
          </p:sp>
          <p:sp>
            <p:nvSpPr>
              <p:cNvPr id="26747" name="Oval 61"/>
              <p:cNvSpPr>
                <a:spLocks noChangeArrowheads="1"/>
              </p:cNvSpPr>
              <p:nvPr/>
            </p:nvSpPr>
            <p:spPr bwMode="auto">
              <a:xfrm>
                <a:off x="5091" y="2262"/>
                <a:ext cx="8" cy="6"/>
              </a:xfrm>
              <a:prstGeom prst="ellipse">
                <a:avLst/>
              </a:prstGeom>
              <a:solidFill>
                <a:srgbClr val="FFFFFF"/>
              </a:solidFill>
              <a:ln w="3175">
                <a:solidFill>
                  <a:srgbClr val="000000"/>
                </a:solidFill>
                <a:round/>
                <a:headEnd/>
                <a:tailEnd/>
              </a:ln>
            </p:spPr>
            <p:txBody>
              <a:bodyPr/>
              <a:lstStyle/>
              <a:p>
                <a:endParaRPr lang="zh-CN" altLang="en-US"/>
              </a:p>
            </p:txBody>
          </p:sp>
        </p:grpSp>
        <p:grpSp>
          <p:nvGrpSpPr>
            <p:cNvPr id="26636" name="Group 62"/>
            <p:cNvGrpSpPr>
              <a:grpSpLocks/>
            </p:cNvGrpSpPr>
            <p:nvPr/>
          </p:nvGrpSpPr>
          <p:grpSpPr bwMode="auto">
            <a:xfrm>
              <a:off x="3449" y="3348"/>
              <a:ext cx="175" cy="106"/>
              <a:chOff x="4112" y="2178"/>
              <a:chExt cx="175" cy="106"/>
            </a:xfrm>
          </p:grpSpPr>
          <p:sp>
            <p:nvSpPr>
              <p:cNvPr id="26734" name="Rectangle 63"/>
              <p:cNvSpPr>
                <a:spLocks noChangeArrowheads="1"/>
              </p:cNvSpPr>
              <p:nvPr/>
            </p:nvSpPr>
            <p:spPr bwMode="auto">
              <a:xfrm>
                <a:off x="4112" y="2178"/>
                <a:ext cx="175" cy="106"/>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35" name="Rectangle 64"/>
              <p:cNvSpPr>
                <a:spLocks noChangeArrowheads="1"/>
              </p:cNvSpPr>
              <p:nvPr/>
            </p:nvSpPr>
            <p:spPr bwMode="auto">
              <a:xfrm>
                <a:off x="4123" y="2186"/>
                <a:ext cx="152" cy="90"/>
              </a:xfrm>
              <a:prstGeom prst="rect">
                <a:avLst/>
              </a:prstGeom>
              <a:solidFill>
                <a:srgbClr val="114FFB"/>
              </a:solidFill>
              <a:ln w="3175">
                <a:solidFill>
                  <a:srgbClr val="000000"/>
                </a:solidFill>
                <a:miter lim="800000"/>
                <a:headEnd/>
                <a:tailEnd/>
              </a:ln>
            </p:spPr>
            <p:txBody>
              <a:bodyPr/>
              <a:lstStyle/>
              <a:p>
                <a:endParaRPr lang="zh-CN" altLang="en-US"/>
              </a:p>
            </p:txBody>
          </p:sp>
          <p:sp>
            <p:nvSpPr>
              <p:cNvPr id="26736" name="Rectangle 65"/>
              <p:cNvSpPr>
                <a:spLocks noChangeArrowheads="1"/>
              </p:cNvSpPr>
              <p:nvPr/>
            </p:nvSpPr>
            <p:spPr bwMode="auto">
              <a:xfrm>
                <a:off x="4253" y="2186"/>
                <a:ext cx="22" cy="90"/>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37" name="Rectangle 66"/>
              <p:cNvSpPr>
                <a:spLocks noChangeArrowheads="1"/>
              </p:cNvSpPr>
              <p:nvPr/>
            </p:nvSpPr>
            <p:spPr bwMode="auto">
              <a:xfrm>
                <a:off x="4259" y="2191"/>
                <a:ext cx="10" cy="6"/>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38" name="Oval 67"/>
              <p:cNvSpPr>
                <a:spLocks noChangeArrowheads="1"/>
              </p:cNvSpPr>
              <p:nvPr/>
            </p:nvSpPr>
            <p:spPr bwMode="auto">
              <a:xfrm>
                <a:off x="4259" y="2230"/>
                <a:ext cx="9" cy="6"/>
              </a:xfrm>
              <a:prstGeom prst="ellipse">
                <a:avLst/>
              </a:prstGeom>
              <a:solidFill>
                <a:srgbClr val="FFFFFF"/>
              </a:solidFill>
              <a:ln w="3175">
                <a:solidFill>
                  <a:srgbClr val="000000"/>
                </a:solidFill>
                <a:round/>
                <a:headEnd/>
                <a:tailEnd/>
              </a:ln>
            </p:spPr>
            <p:txBody>
              <a:bodyPr/>
              <a:lstStyle/>
              <a:p>
                <a:endParaRPr lang="zh-CN" altLang="en-US"/>
              </a:p>
            </p:txBody>
          </p:sp>
          <p:sp>
            <p:nvSpPr>
              <p:cNvPr id="26739" name="Oval 68"/>
              <p:cNvSpPr>
                <a:spLocks noChangeArrowheads="1"/>
              </p:cNvSpPr>
              <p:nvPr/>
            </p:nvSpPr>
            <p:spPr bwMode="auto">
              <a:xfrm>
                <a:off x="4259" y="2247"/>
                <a:ext cx="9" cy="5"/>
              </a:xfrm>
              <a:prstGeom prst="ellipse">
                <a:avLst/>
              </a:prstGeom>
              <a:solidFill>
                <a:srgbClr val="FFFFFF"/>
              </a:solidFill>
              <a:ln w="3175">
                <a:solidFill>
                  <a:srgbClr val="000000"/>
                </a:solidFill>
                <a:round/>
                <a:headEnd/>
                <a:tailEnd/>
              </a:ln>
            </p:spPr>
            <p:txBody>
              <a:bodyPr/>
              <a:lstStyle/>
              <a:p>
                <a:endParaRPr lang="zh-CN" altLang="en-US"/>
              </a:p>
            </p:txBody>
          </p:sp>
          <p:sp>
            <p:nvSpPr>
              <p:cNvPr id="26740" name="Oval 69"/>
              <p:cNvSpPr>
                <a:spLocks noChangeArrowheads="1"/>
              </p:cNvSpPr>
              <p:nvPr/>
            </p:nvSpPr>
            <p:spPr bwMode="auto">
              <a:xfrm>
                <a:off x="4259" y="2262"/>
                <a:ext cx="9" cy="6"/>
              </a:xfrm>
              <a:prstGeom prst="ellipse">
                <a:avLst/>
              </a:prstGeom>
              <a:solidFill>
                <a:srgbClr val="FFFFFF"/>
              </a:solidFill>
              <a:ln w="3175">
                <a:solidFill>
                  <a:srgbClr val="000000"/>
                </a:solidFill>
                <a:round/>
                <a:headEnd/>
                <a:tailEnd/>
              </a:ln>
            </p:spPr>
            <p:txBody>
              <a:bodyPr/>
              <a:lstStyle/>
              <a:p>
                <a:endParaRPr lang="zh-CN" altLang="en-US"/>
              </a:p>
            </p:txBody>
          </p:sp>
        </p:grpSp>
        <p:grpSp>
          <p:nvGrpSpPr>
            <p:cNvPr id="26637" name="Group 70"/>
            <p:cNvGrpSpPr>
              <a:grpSpLocks/>
            </p:cNvGrpSpPr>
            <p:nvPr/>
          </p:nvGrpSpPr>
          <p:grpSpPr bwMode="auto">
            <a:xfrm>
              <a:off x="3688" y="3348"/>
              <a:ext cx="261" cy="173"/>
              <a:chOff x="3902" y="1933"/>
              <a:chExt cx="261" cy="173"/>
            </a:xfrm>
          </p:grpSpPr>
          <p:grpSp>
            <p:nvGrpSpPr>
              <p:cNvPr id="26719" name="Group 71"/>
              <p:cNvGrpSpPr>
                <a:grpSpLocks/>
              </p:cNvGrpSpPr>
              <p:nvPr/>
            </p:nvGrpSpPr>
            <p:grpSpPr bwMode="auto">
              <a:xfrm>
                <a:off x="3912" y="2041"/>
                <a:ext cx="241" cy="54"/>
                <a:chOff x="4485" y="2286"/>
                <a:chExt cx="241" cy="54"/>
              </a:xfrm>
            </p:grpSpPr>
            <p:sp>
              <p:nvSpPr>
                <p:cNvPr id="26732" name="Rectangle 72"/>
                <p:cNvSpPr>
                  <a:spLocks noChangeArrowheads="1"/>
                </p:cNvSpPr>
                <p:nvPr/>
              </p:nvSpPr>
              <p:spPr bwMode="auto">
                <a:xfrm>
                  <a:off x="4485" y="2286"/>
                  <a:ext cx="241" cy="54"/>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33" name="Rectangle 73"/>
                <p:cNvSpPr>
                  <a:spLocks noChangeArrowheads="1"/>
                </p:cNvSpPr>
                <p:nvPr/>
              </p:nvSpPr>
              <p:spPr bwMode="auto">
                <a:xfrm>
                  <a:off x="4619" y="2295"/>
                  <a:ext cx="83" cy="25"/>
                </a:xfrm>
                <a:prstGeom prst="rect">
                  <a:avLst/>
                </a:prstGeom>
                <a:solidFill>
                  <a:srgbClr val="808080"/>
                </a:solidFill>
                <a:ln w="3175">
                  <a:solidFill>
                    <a:srgbClr val="000000"/>
                  </a:solidFill>
                  <a:miter lim="800000"/>
                  <a:headEnd/>
                  <a:tailEnd/>
                </a:ln>
              </p:spPr>
              <p:txBody>
                <a:bodyPr/>
                <a:lstStyle/>
                <a:p>
                  <a:endParaRPr lang="zh-CN" altLang="en-US"/>
                </a:p>
              </p:txBody>
            </p:sp>
          </p:grpSp>
          <p:grpSp>
            <p:nvGrpSpPr>
              <p:cNvPr id="26720" name="Group 74"/>
              <p:cNvGrpSpPr>
                <a:grpSpLocks/>
              </p:cNvGrpSpPr>
              <p:nvPr/>
            </p:nvGrpSpPr>
            <p:grpSpPr bwMode="auto">
              <a:xfrm>
                <a:off x="3902" y="2071"/>
                <a:ext cx="261" cy="35"/>
                <a:chOff x="4475" y="2316"/>
                <a:chExt cx="261" cy="35"/>
              </a:xfrm>
            </p:grpSpPr>
            <p:sp>
              <p:nvSpPr>
                <p:cNvPr id="26729" name="Freeform 75"/>
                <p:cNvSpPr>
                  <a:spLocks/>
                </p:cNvSpPr>
                <p:nvPr/>
              </p:nvSpPr>
              <p:spPr bwMode="auto">
                <a:xfrm>
                  <a:off x="4475" y="2316"/>
                  <a:ext cx="261" cy="35"/>
                </a:xfrm>
                <a:custGeom>
                  <a:avLst/>
                  <a:gdLst>
                    <a:gd name="T0" fmla="*/ 0 w 1048"/>
                    <a:gd name="T1" fmla="*/ 0 h 174"/>
                    <a:gd name="T2" fmla="*/ 1 w 1048"/>
                    <a:gd name="T3" fmla="*/ 0 h 174"/>
                    <a:gd name="T4" fmla="*/ 1 w 1048"/>
                    <a:gd name="T5" fmla="*/ 0 h 174"/>
                    <a:gd name="T6" fmla="*/ 1 w 1048"/>
                    <a:gd name="T7" fmla="*/ 0 h 174"/>
                    <a:gd name="T8" fmla="*/ 1 w 1048"/>
                    <a:gd name="T9" fmla="*/ 0 h 174"/>
                    <a:gd name="T10" fmla="*/ 1 w 1048"/>
                    <a:gd name="T11" fmla="*/ 0 h 174"/>
                    <a:gd name="T12" fmla="*/ 0 w 1048"/>
                    <a:gd name="T13" fmla="*/ 0 h 174"/>
                    <a:gd name="T14" fmla="*/ 0 w 1048"/>
                    <a:gd name="T15" fmla="*/ 0 h 174"/>
                    <a:gd name="T16" fmla="*/ 0 w 1048"/>
                    <a:gd name="T17" fmla="*/ 0 h 174"/>
                    <a:gd name="T18" fmla="*/ 0 w 1048"/>
                    <a:gd name="T19" fmla="*/ 0 h 174"/>
                    <a:gd name="T20" fmla="*/ 0 w 1048"/>
                    <a:gd name="T21" fmla="*/ 0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48" h="174">
                      <a:moveTo>
                        <a:pt x="131" y="0"/>
                      </a:moveTo>
                      <a:lnTo>
                        <a:pt x="922" y="0"/>
                      </a:lnTo>
                      <a:lnTo>
                        <a:pt x="1046" y="157"/>
                      </a:lnTo>
                      <a:lnTo>
                        <a:pt x="1048" y="165"/>
                      </a:lnTo>
                      <a:lnTo>
                        <a:pt x="1043" y="171"/>
                      </a:lnTo>
                      <a:lnTo>
                        <a:pt x="1035" y="174"/>
                      </a:lnTo>
                      <a:lnTo>
                        <a:pt x="14" y="174"/>
                      </a:lnTo>
                      <a:lnTo>
                        <a:pt x="6" y="170"/>
                      </a:lnTo>
                      <a:lnTo>
                        <a:pt x="0" y="163"/>
                      </a:lnTo>
                      <a:lnTo>
                        <a:pt x="1" y="154"/>
                      </a:lnTo>
                      <a:lnTo>
                        <a:pt x="131" y="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730" name="Freeform 76"/>
                <p:cNvSpPr>
                  <a:spLocks/>
                </p:cNvSpPr>
                <p:nvPr/>
              </p:nvSpPr>
              <p:spPr bwMode="auto">
                <a:xfrm>
                  <a:off x="4489" y="2323"/>
                  <a:ext cx="174" cy="22"/>
                </a:xfrm>
                <a:custGeom>
                  <a:avLst/>
                  <a:gdLst>
                    <a:gd name="T0" fmla="*/ 0 w 697"/>
                    <a:gd name="T1" fmla="*/ 0 h 111"/>
                    <a:gd name="T2" fmla="*/ 0 w 697"/>
                    <a:gd name="T3" fmla="*/ 0 h 111"/>
                    <a:gd name="T4" fmla="*/ 1 w 697"/>
                    <a:gd name="T5" fmla="*/ 0 h 111"/>
                    <a:gd name="T6" fmla="*/ 0 w 697"/>
                    <a:gd name="T7" fmla="*/ 0 h 111"/>
                    <a:gd name="T8" fmla="*/ 0 w 697"/>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7" h="111">
                      <a:moveTo>
                        <a:pt x="94" y="0"/>
                      </a:moveTo>
                      <a:lnTo>
                        <a:pt x="664" y="0"/>
                      </a:lnTo>
                      <a:lnTo>
                        <a:pt x="697" y="111"/>
                      </a:lnTo>
                      <a:lnTo>
                        <a:pt x="0" y="111"/>
                      </a:lnTo>
                      <a:lnTo>
                        <a:pt x="94" y="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731" name="Freeform 77"/>
                <p:cNvSpPr>
                  <a:spLocks/>
                </p:cNvSpPr>
                <p:nvPr/>
              </p:nvSpPr>
              <p:spPr bwMode="auto">
                <a:xfrm>
                  <a:off x="4669" y="2323"/>
                  <a:ext cx="53" cy="22"/>
                </a:xfrm>
                <a:custGeom>
                  <a:avLst/>
                  <a:gdLst>
                    <a:gd name="T0" fmla="*/ 0 w 212"/>
                    <a:gd name="T1" fmla="*/ 0 h 111"/>
                    <a:gd name="T2" fmla="*/ 0 w 212"/>
                    <a:gd name="T3" fmla="*/ 0 h 111"/>
                    <a:gd name="T4" fmla="*/ 0 w 212"/>
                    <a:gd name="T5" fmla="*/ 0 h 111"/>
                    <a:gd name="T6" fmla="*/ 0 w 212"/>
                    <a:gd name="T7" fmla="*/ 0 h 111"/>
                    <a:gd name="T8" fmla="*/ 0 w 212"/>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111">
                      <a:moveTo>
                        <a:pt x="0" y="0"/>
                      </a:moveTo>
                      <a:lnTo>
                        <a:pt x="125" y="0"/>
                      </a:lnTo>
                      <a:lnTo>
                        <a:pt x="212" y="111"/>
                      </a:lnTo>
                      <a:lnTo>
                        <a:pt x="39" y="111"/>
                      </a:lnTo>
                      <a:lnTo>
                        <a:pt x="0" y="0"/>
                      </a:lnTo>
                      <a:close/>
                    </a:path>
                  </a:pathLst>
                </a:custGeom>
                <a:solidFill>
                  <a:srgbClr val="FFFFFF"/>
                </a:solidFill>
                <a:ln w="3175">
                  <a:solidFill>
                    <a:srgbClr val="000000"/>
                  </a:solidFill>
                  <a:prstDash val="solid"/>
                  <a:round/>
                  <a:headEnd/>
                  <a:tailEnd/>
                </a:ln>
              </p:spPr>
              <p:txBody>
                <a:bodyPr/>
                <a:lstStyle/>
                <a:p>
                  <a:endParaRPr lang="zh-CN" altLang="en-US"/>
                </a:p>
              </p:txBody>
            </p:sp>
          </p:grpSp>
          <p:grpSp>
            <p:nvGrpSpPr>
              <p:cNvPr id="26721" name="Group 78"/>
              <p:cNvGrpSpPr>
                <a:grpSpLocks/>
              </p:cNvGrpSpPr>
              <p:nvPr/>
            </p:nvGrpSpPr>
            <p:grpSpPr bwMode="auto">
              <a:xfrm>
                <a:off x="3945" y="1933"/>
                <a:ext cx="175" cy="106"/>
                <a:chOff x="4518" y="2178"/>
                <a:chExt cx="175" cy="106"/>
              </a:xfrm>
            </p:grpSpPr>
            <p:sp>
              <p:nvSpPr>
                <p:cNvPr id="26722" name="Rectangle 79"/>
                <p:cNvSpPr>
                  <a:spLocks noChangeArrowheads="1"/>
                </p:cNvSpPr>
                <p:nvPr/>
              </p:nvSpPr>
              <p:spPr bwMode="auto">
                <a:xfrm>
                  <a:off x="4518" y="2178"/>
                  <a:ext cx="175" cy="106"/>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23" name="Rectangle 80"/>
                <p:cNvSpPr>
                  <a:spLocks noChangeArrowheads="1"/>
                </p:cNvSpPr>
                <p:nvPr/>
              </p:nvSpPr>
              <p:spPr bwMode="auto">
                <a:xfrm>
                  <a:off x="4530" y="2186"/>
                  <a:ext cx="152" cy="90"/>
                </a:xfrm>
                <a:prstGeom prst="rect">
                  <a:avLst/>
                </a:prstGeom>
                <a:solidFill>
                  <a:srgbClr val="114FFB"/>
                </a:solidFill>
                <a:ln w="3175">
                  <a:solidFill>
                    <a:srgbClr val="000000"/>
                  </a:solidFill>
                  <a:miter lim="800000"/>
                  <a:headEnd/>
                  <a:tailEnd/>
                </a:ln>
              </p:spPr>
              <p:txBody>
                <a:bodyPr/>
                <a:lstStyle/>
                <a:p>
                  <a:endParaRPr lang="zh-CN" altLang="en-US"/>
                </a:p>
              </p:txBody>
            </p:sp>
            <p:sp>
              <p:nvSpPr>
                <p:cNvPr id="26724" name="Rectangle 81"/>
                <p:cNvSpPr>
                  <a:spLocks noChangeArrowheads="1"/>
                </p:cNvSpPr>
                <p:nvPr/>
              </p:nvSpPr>
              <p:spPr bwMode="auto">
                <a:xfrm>
                  <a:off x="4660" y="2186"/>
                  <a:ext cx="21" cy="90"/>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25" name="Rectangle 82"/>
                <p:cNvSpPr>
                  <a:spLocks noChangeArrowheads="1"/>
                </p:cNvSpPr>
                <p:nvPr/>
              </p:nvSpPr>
              <p:spPr bwMode="auto">
                <a:xfrm>
                  <a:off x="4665" y="2191"/>
                  <a:ext cx="11" cy="6"/>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26" name="Oval 83"/>
                <p:cNvSpPr>
                  <a:spLocks noChangeArrowheads="1"/>
                </p:cNvSpPr>
                <p:nvPr/>
              </p:nvSpPr>
              <p:spPr bwMode="auto">
                <a:xfrm>
                  <a:off x="4666" y="2230"/>
                  <a:ext cx="8" cy="6"/>
                </a:xfrm>
                <a:prstGeom prst="ellipse">
                  <a:avLst/>
                </a:prstGeom>
                <a:solidFill>
                  <a:srgbClr val="FFFFFF"/>
                </a:solidFill>
                <a:ln w="3175">
                  <a:solidFill>
                    <a:srgbClr val="000000"/>
                  </a:solidFill>
                  <a:round/>
                  <a:headEnd/>
                  <a:tailEnd/>
                </a:ln>
              </p:spPr>
              <p:txBody>
                <a:bodyPr/>
                <a:lstStyle/>
                <a:p>
                  <a:endParaRPr lang="zh-CN" altLang="en-US"/>
                </a:p>
              </p:txBody>
            </p:sp>
            <p:sp>
              <p:nvSpPr>
                <p:cNvPr id="26727" name="Oval 84"/>
                <p:cNvSpPr>
                  <a:spLocks noChangeArrowheads="1"/>
                </p:cNvSpPr>
                <p:nvPr/>
              </p:nvSpPr>
              <p:spPr bwMode="auto">
                <a:xfrm>
                  <a:off x="4666" y="2247"/>
                  <a:ext cx="8" cy="5"/>
                </a:xfrm>
                <a:prstGeom prst="ellipse">
                  <a:avLst/>
                </a:prstGeom>
                <a:solidFill>
                  <a:srgbClr val="FFFFFF"/>
                </a:solidFill>
                <a:ln w="3175">
                  <a:solidFill>
                    <a:srgbClr val="000000"/>
                  </a:solidFill>
                  <a:round/>
                  <a:headEnd/>
                  <a:tailEnd/>
                </a:ln>
              </p:spPr>
              <p:txBody>
                <a:bodyPr/>
                <a:lstStyle/>
                <a:p>
                  <a:endParaRPr lang="zh-CN" altLang="en-US"/>
                </a:p>
              </p:txBody>
            </p:sp>
            <p:sp>
              <p:nvSpPr>
                <p:cNvPr id="26728" name="Oval 85"/>
                <p:cNvSpPr>
                  <a:spLocks noChangeArrowheads="1"/>
                </p:cNvSpPr>
                <p:nvPr/>
              </p:nvSpPr>
              <p:spPr bwMode="auto">
                <a:xfrm>
                  <a:off x="4666" y="2262"/>
                  <a:ext cx="8" cy="6"/>
                </a:xfrm>
                <a:prstGeom prst="ellipse">
                  <a:avLst/>
                </a:prstGeom>
                <a:solidFill>
                  <a:srgbClr val="FFFFFF"/>
                </a:solidFill>
                <a:ln w="3175">
                  <a:solidFill>
                    <a:srgbClr val="000000"/>
                  </a:solidFill>
                  <a:round/>
                  <a:headEnd/>
                  <a:tailEnd/>
                </a:ln>
              </p:spPr>
              <p:txBody>
                <a:bodyPr/>
                <a:lstStyle/>
                <a:p>
                  <a:endParaRPr lang="zh-CN" altLang="en-US"/>
                </a:p>
              </p:txBody>
            </p:sp>
          </p:grpSp>
        </p:grpSp>
        <p:grpSp>
          <p:nvGrpSpPr>
            <p:cNvPr id="26638" name="Group 86"/>
            <p:cNvGrpSpPr>
              <a:grpSpLocks/>
            </p:cNvGrpSpPr>
            <p:nvPr/>
          </p:nvGrpSpPr>
          <p:grpSpPr bwMode="auto">
            <a:xfrm>
              <a:off x="3971" y="3348"/>
              <a:ext cx="262" cy="173"/>
              <a:chOff x="4185" y="1933"/>
              <a:chExt cx="262" cy="173"/>
            </a:xfrm>
          </p:grpSpPr>
          <p:grpSp>
            <p:nvGrpSpPr>
              <p:cNvPr id="26704" name="Group 87"/>
              <p:cNvGrpSpPr>
                <a:grpSpLocks/>
              </p:cNvGrpSpPr>
              <p:nvPr/>
            </p:nvGrpSpPr>
            <p:grpSpPr bwMode="auto">
              <a:xfrm>
                <a:off x="4195" y="2041"/>
                <a:ext cx="241" cy="54"/>
                <a:chOff x="4910" y="2286"/>
                <a:chExt cx="241" cy="54"/>
              </a:xfrm>
            </p:grpSpPr>
            <p:sp>
              <p:nvSpPr>
                <p:cNvPr id="26717" name="Rectangle 88"/>
                <p:cNvSpPr>
                  <a:spLocks noChangeArrowheads="1"/>
                </p:cNvSpPr>
                <p:nvPr/>
              </p:nvSpPr>
              <p:spPr bwMode="auto">
                <a:xfrm>
                  <a:off x="4910" y="2286"/>
                  <a:ext cx="241" cy="54"/>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18" name="Rectangle 89"/>
                <p:cNvSpPr>
                  <a:spLocks noChangeArrowheads="1"/>
                </p:cNvSpPr>
                <p:nvPr/>
              </p:nvSpPr>
              <p:spPr bwMode="auto">
                <a:xfrm>
                  <a:off x="5044" y="2295"/>
                  <a:ext cx="84" cy="25"/>
                </a:xfrm>
                <a:prstGeom prst="rect">
                  <a:avLst/>
                </a:prstGeom>
                <a:solidFill>
                  <a:srgbClr val="808080"/>
                </a:solidFill>
                <a:ln w="3175">
                  <a:solidFill>
                    <a:srgbClr val="000000"/>
                  </a:solidFill>
                  <a:miter lim="800000"/>
                  <a:headEnd/>
                  <a:tailEnd/>
                </a:ln>
              </p:spPr>
              <p:txBody>
                <a:bodyPr/>
                <a:lstStyle/>
                <a:p>
                  <a:endParaRPr lang="zh-CN" altLang="en-US"/>
                </a:p>
              </p:txBody>
            </p:sp>
          </p:grpSp>
          <p:grpSp>
            <p:nvGrpSpPr>
              <p:cNvPr id="26705" name="Group 90"/>
              <p:cNvGrpSpPr>
                <a:grpSpLocks/>
              </p:cNvGrpSpPr>
              <p:nvPr/>
            </p:nvGrpSpPr>
            <p:grpSpPr bwMode="auto">
              <a:xfrm>
                <a:off x="4185" y="2071"/>
                <a:ext cx="262" cy="35"/>
                <a:chOff x="4900" y="2316"/>
                <a:chExt cx="262" cy="35"/>
              </a:xfrm>
            </p:grpSpPr>
            <p:sp>
              <p:nvSpPr>
                <p:cNvPr id="26714" name="Freeform 91"/>
                <p:cNvSpPr>
                  <a:spLocks/>
                </p:cNvSpPr>
                <p:nvPr/>
              </p:nvSpPr>
              <p:spPr bwMode="auto">
                <a:xfrm>
                  <a:off x="4900" y="2316"/>
                  <a:ext cx="262" cy="35"/>
                </a:xfrm>
                <a:custGeom>
                  <a:avLst/>
                  <a:gdLst>
                    <a:gd name="T0" fmla="*/ 0 w 1047"/>
                    <a:gd name="T1" fmla="*/ 0 h 174"/>
                    <a:gd name="T2" fmla="*/ 1 w 1047"/>
                    <a:gd name="T3" fmla="*/ 0 h 174"/>
                    <a:gd name="T4" fmla="*/ 1 w 1047"/>
                    <a:gd name="T5" fmla="*/ 0 h 174"/>
                    <a:gd name="T6" fmla="*/ 1 w 1047"/>
                    <a:gd name="T7" fmla="*/ 0 h 174"/>
                    <a:gd name="T8" fmla="*/ 1 w 1047"/>
                    <a:gd name="T9" fmla="*/ 0 h 174"/>
                    <a:gd name="T10" fmla="*/ 1 w 1047"/>
                    <a:gd name="T11" fmla="*/ 0 h 174"/>
                    <a:gd name="T12" fmla="*/ 0 w 1047"/>
                    <a:gd name="T13" fmla="*/ 0 h 174"/>
                    <a:gd name="T14" fmla="*/ 0 w 1047"/>
                    <a:gd name="T15" fmla="*/ 0 h 174"/>
                    <a:gd name="T16" fmla="*/ 0 w 1047"/>
                    <a:gd name="T17" fmla="*/ 0 h 174"/>
                    <a:gd name="T18" fmla="*/ 0 w 1047"/>
                    <a:gd name="T19" fmla="*/ 0 h 174"/>
                    <a:gd name="T20" fmla="*/ 0 w 1047"/>
                    <a:gd name="T21" fmla="*/ 0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47" h="174">
                      <a:moveTo>
                        <a:pt x="131" y="0"/>
                      </a:moveTo>
                      <a:lnTo>
                        <a:pt x="921" y="0"/>
                      </a:lnTo>
                      <a:lnTo>
                        <a:pt x="1046" y="157"/>
                      </a:lnTo>
                      <a:lnTo>
                        <a:pt x="1047" y="165"/>
                      </a:lnTo>
                      <a:lnTo>
                        <a:pt x="1044" y="171"/>
                      </a:lnTo>
                      <a:lnTo>
                        <a:pt x="1036" y="174"/>
                      </a:lnTo>
                      <a:lnTo>
                        <a:pt x="14" y="174"/>
                      </a:lnTo>
                      <a:lnTo>
                        <a:pt x="5" y="170"/>
                      </a:lnTo>
                      <a:lnTo>
                        <a:pt x="0" y="163"/>
                      </a:lnTo>
                      <a:lnTo>
                        <a:pt x="2" y="154"/>
                      </a:lnTo>
                      <a:lnTo>
                        <a:pt x="131" y="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715" name="Freeform 92"/>
                <p:cNvSpPr>
                  <a:spLocks/>
                </p:cNvSpPr>
                <p:nvPr/>
              </p:nvSpPr>
              <p:spPr bwMode="auto">
                <a:xfrm>
                  <a:off x="4914" y="2323"/>
                  <a:ext cx="175" cy="22"/>
                </a:xfrm>
                <a:custGeom>
                  <a:avLst/>
                  <a:gdLst>
                    <a:gd name="T0" fmla="*/ 0 w 697"/>
                    <a:gd name="T1" fmla="*/ 0 h 111"/>
                    <a:gd name="T2" fmla="*/ 1 w 697"/>
                    <a:gd name="T3" fmla="*/ 0 h 111"/>
                    <a:gd name="T4" fmla="*/ 1 w 697"/>
                    <a:gd name="T5" fmla="*/ 0 h 111"/>
                    <a:gd name="T6" fmla="*/ 0 w 697"/>
                    <a:gd name="T7" fmla="*/ 0 h 111"/>
                    <a:gd name="T8" fmla="*/ 0 w 697"/>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7" h="111">
                      <a:moveTo>
                        <a:pt x="93" y="0"/>
                      </a:moveTo>
                      <a:lnTo>
                        <a:pt x="664" y="0"/>
                      </a:lnTo>
                      <a:lnTo>
                        <a:pt x="697" y="111"/>
                      </a:lnTo>
                      <a:lnTo>
                        <a:pt x="0" y="111"/>
                      </a:lnTo>
                      <a:lnTo>
                        <a:pt x="93" y="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716" name="Freeform 93"/>
                <p:cNvSpPr>
                  <a:spLocks/>
                </p:cNvSpPr>
                <p:nvPr/>
              </p:nvSpPr>
              <p:spPr bwMode="auto">
                <a:xfrm>
                  <a:off x="5094" y="2323"/>
                  <a:ext cx="53" cy="22"/>
                </a:xfrm>
                <a:custGeom>
                  <a:avLst/>
                  <a:gdLst>
                    <a:gd name="T0" fmla="*/ 0 w 212"/>
                    <a:gd name="T1" fmla="*/ 0 h 111"/>
                    <a:gd name="T2" fmla="*/ 0 w 212"/>
                    <a:gd name="T3" fmla="*/ 0 h 111"/>
                    <a:gd name="T4" fmla="*/ 0 w 212"/>
                    <a:gd name="T5" fmla="*/ 0 h 111"/>
                    <a:gd name="T6" fmla="*/ 0 w 212"/>
                    <a:gd name="T7" fmla="*/ 0 h 111"/>
                    <a:gd name="T8" fmla="*/ 0 w 212"/>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111">
                      <a:moveTo>
                        <a:pt x="0" y="0"/>
                      </a:moveTo>
                      <a:lnTo>
                        <a:pt x="125" y="0"/>
                      </a:lnTo>
                      <a:lnTo>
                        <a:pt x="212" y="111"/>
                      </a:lnTo>
                      <a:lnTo>
                        <a:pt x="40" y="111"/>
                      </a:lnTo>
                      <a:lnTo>
                        <a:pt x="0" y="0"/>
                      </a:lnTo>
                      <a:close/>
                    </a:path>
                  </a:pathLst>
                </a:custGeom>
                <a:solidFill>
                  <a:srgbClr val="FFFFFF"/>
                </a:solidFill>
                <a:ln w="3175">
                  <a:solidFill>
                    <a:srgbClr val="000000"/>
                  </a:solidFill>
                  <a:prstDash val="solid"/>
                  <a:round/>
                  <a:headEnd/>
                  <a:tailEnd/>
                </a:ln>
              </p:spPr>
              <p:txBody>
                <a:bodyPr/>
                <a:lstStyle/>
                <a:p>
                  <a:endParaRPr lang="zh-CN" altLang="en-US"/>
                </a:p>
              </p:txBody>
            </p:sp>
          </p:grpSp>
          <p:grpSp>
            <p:nvGrpSpPr>
              <p:cNvPr id="26706" name="Group 94"/>
              <p:cNvGrpSpPr>
                <a:grpSpLocks/>
              </p:cNvGrpSpPr>
              <p:nvPr/>
            </p:nvGrpSpPr>
            <p:grpSpPr bwMode="auto">
              <a:xfrm>
                <a:off x="4229" y="1933"/>
                <a:ext cx="175" cy="106"/>
                <a:chOff x="4944" y="2178"/>
                <a:chExt cx="175" cy="106"/>
              </a:xfrm>
            </p:grpSpPr>
            <p:sp>
              <p:nvSpPr>
                <p:cNvPr id="26707" name="Rectangle 95"/>
                <p:cNvSpPr>
                  <a:spLocks noChangeArrowheads="1"/>
                </p:cNvSpPr>
                <p:nvPr/>
              </p:nvSpPr>
              <p:spPr bwMode="auto">
                <a:xfrm>
                  <a:off x="4944" y="2178"/>
                  <a:ext cx="175" cy="106"/>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08" name="Rectangle 96"/>
                <p:cNvSpPr>
                  <a:spLocks noChangeArrowheads="1"/>
                </p:cNvSpPr>
                <p:nvPr/>
              </p:nvSpPr>
              <p:spPr bwMode="auto">
                <a:xfrm>
                  <a:off x="4955" y="2186"/>
                  <a:ext cx="152" cy="90"/>
                </a:xfrm>
                <a:prstGeom prst="rect">
                  <a:avLst/>
                </a:prstGeom>
                <a:solidFill>
                  <a:srgbClr val="114FFB"/>
                </a:solidFill>
                <a:ln w="3175">
                  <a:solidFill>
                    <a:srgbClr val="000000"/>
                  </a:solidFill>
                  <a:miter lim="800000"/>
                  <a:headEnd/>
                  <a:tailEnd/>
                </a:ln>
              </p:spPr>
              <p:txBody>
                <a:bodyPr/>
                <a:lstStyle/>
                <a:p>
                  <a:endParaRPr lang="zh-CN" altLang="en-US"/>
                </a:p>
              </p:txBody>
            </p:sp>
            <p:sp>
              <p:nvSpPr>
                <p:cNvPr id="26709" name="Rectangle 97"/>
                <p:cNvSpPr>
                  <a:spLocks noChangeArrowheads="1"/>
                </p:cNvSpPr>
                <p:nvPr/>
              </p:nvSpPr>
              <p:spPr bwMode="auto">
                <a:xfrm>
                  <a:off x="5085" y="2186"/>
                  <a:ext cx="22" cy="90"/>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10" name="Rectangle 98"/>
                <p:cNvSpPr>
                  <a:spLocks noChangeArrowheads="1"/>
                </p:cNvSpPr>
                <p:nvPr/>
              </p:nvSpPr>
              <p:spPr bwMode="auto">
                <a:xfrm>
                  <a:off x="5090" y="2191"/>
                  <a:ext cx="11" cy="6"/>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711" name="Oval 99"/>
                <p:cNvSpPr>
                  <a:spLocks noChangeArrowheads="1"/>
                </p:cNvSpPr>
                <p:nvPr/>
              </p:nvSpPr>
              <p:spPr bwMode="auto">
                <a:xfrm>
                  <a:off x="5091" y="2230"/>
                  <a:ext cx="8" cy="6"/>
                </a:xfrm>
                <a:prstGeom prst="ellipse">
                  <a:avLst/>
                </a:prstGeom>
                <a:solidFill>
                  <a:srgbClr val="FFFFFF"/>
                </a:solidFill>
                <a:ln w="3175">
                  <a:solidFill>
                    <a:srgbClr val="000000"/>
                  </a:solidFill>
                  <a:round/>
                  <a:headEnd/>
                  <a:tailEnd/>
                </a:ln>
              </p:spPr>
              <p:txBody>
                <a:bodyPr/>
                <a:lstStyle/>
                <a:p>
                  <a:endParaRPr lang="zh-CN" altLang="en-US"/>
                </a:p>
              </p:txBody>
            </p:sp>
            <p:sp>
              <p:nvSpPr>
                <p:cNvPr id="26712" name="Oval 100"/>
                <p:cNvSpPr>
                  <a:spLocks noChangeArrowheads="1"/>
                </p:cNvSpPr>
                <p:nvPr/>
              </p:nvSpPr>
              <p:spPr bwMode="auto">
                <a:xfrm>
                  <a:off x="5091" y="2247"/>
                  <a:ext cx="8" cy="5"/>
                </a:xfrm>
                <a:prstGeom prst="ellipse">
                  <a:avLst/>
                </a:prstGeom>
                <a:solidFill>
                  <a:srgbClr val="FFFFFF"/>
                </a:solidFill>
                <a:ln w="3175">
                  <a:solidFill>
                    <a:srgbClr val="000000"/>
                  </a:solidFill>
                  <a:round/>
                  <a:headEnd/>
                  <a:tailEnd/>
                </a:ln>
              </p:spPr>
              <p:txBody>
                <a:bodyPr/>
                <a:lstStyle/>
                <a:p>
                  <a:endParaRPr lang="zh-CN" altLang="en-US"/>
                </a:p>
              </p:txBody>
            </p:sp>
            <p:sp>
              <p:nvSpPr>
                <p:cNvPr id="26713" name="Oval 101"/>
                <p:cNvSpPr>
                  <a:spLocks noChangeArrowheads="1"/>
                </p:cNvSpPr>
                <p:nvPr/>
              </p:nvSpPr>
              <p:spPr bwMode="auto">
                <a:xfrm>
                  <a:off x="5091" y="2262"/>
                  <a:ext cx="8" cy="6"/>
                </a:xfrm>
                <a:prstGeom prst="ellipse">
                  <a:avLst/>
                </a:prstGeom>
                <a:solidFill>
                  <a:srgbClr val="FFFFFF"/>
                </a:solidFill>
                <a:ln w="3175">
                  <a:solidFill>
                    <a:srgbClr val="000000"/>
                  </a:solidFill>
                  <a:round/>
                  <a:headEnd/>
                  <a:tailEnd/>
                </a:ln>
              </p:spPr>
              <p:txBody>
                <a:bodyPr/>
                <a:lstStyle/>
                <a:p>
                  <a:endParaRPr lang="zh-CN" altLang="en-US"/>
                </a:p>
              </p:txBody>
            </p:sp>
          </p:grpSp>
        </p:grpSp>
        <p:sp>
          <p:nvSpPr>
            <p:cNvPr id="26639" name="Rectangle 102"/>
            <p:cNvSpPr>
              <a:spLocks noChangeArrowheads="1"/>
            </p:cNvSpPr>
            <p:nvPr/>
          </p:nvSpPr>
          <p:spPr bwMode="auto">
            <a:xfrm>
              <a:off x="2645" y="3516"/>
              <a:ext cx="11" cy="89"/>
            </a:xfrm>
            <a:prstGeom prst="rect">
              <a:avLst/>
            </a:prstGeom>
            <a:solidFill>
              <a:srgbClr val="114FFB"/>
            </a:solidFill>
            <a:ln w="9525">
              <a:solidFill>
                <a:srgbClr val="CC0000"/>
              </a:solidFill>
              <a:miter lim="800000"/>
              <a:headEnd/>
              <a:tailEnd/>
            </a:ln>
          </p:spPr>
          <p:txBody>
            <a:bodyPr/>
            <a:lstStyle/>
            <a:p>
              <a:endParaRPr lang="zh-CN" altLang="en-US"/>
            </a:p>
          </p:txBody>
        </p:sp>
        <p:graphicFrame>
          <p:nvGraphicFramePr>
            <p:cNvPr id="26640" name="Object 103"/>
            <p:cNvGraphicFramePr>
              <a:graphicFrameLocks noChangeAspect="1"/>
            </p:cNvGraphicFramePr>
            <p:nvPr/>
          </p:nvGraphicFramePr>
          <p:xfrm flipH="1">
            <a:off x="907" y="3170"/>
            <a:ext cx="265" cy="370"/>
          </p:xfrm>
          <a:graphic>
            <a:graphicData uri="http://schemas.openxmlformats.org/presentationml/2006/ole">
              <mc:AlternateContent xmlns:mc="http://schemas.openxmlformats.org/markup-compatibility/2006">
                <mc:Choice xmlns:v="urn:schemas-microsoft-com:vml" Requires="v">
                  <p:oleObj name="剪辑" r:id="rId15" imgW="2735263" imgH="3825875" progId="MS_ClipArt_Gallery.2">
                    <p:embed/>
                  </p:oleObj>
                </mc:Choice>
                <mc:Fallback>
                  <p:oleObj name="剪辑" r:id="rId15" imgW="2735263" imgH="3825875" progId="MS_ClipArt_Gallery.2">
                    <p:embed/>
                    <p:pic>
                      <p:nvPicPr>
                        <p:cNvPr id="0" name="Object 10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flipH="1">
                          <a:off x="907" y="3170"/>
                          <a:ext cx="265" cy="3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41" name="Rectangle 104"/>
            <p:cNvSpPr>
              <a:spLocks noChangeArrowheads="1"/>
            </p:cNvSpPr>
            <p:nvPr/>
          </p:nvSpPr>
          <p:spPr bwMode="auto">
            <a:xfrm rot="-5400000">
              <a:off x="1663" y="3379"/>
              <a:ext cx="16" cy="215"/>
            </a:xfrm>
            <a:prstGeom prst="rect">
              <a:avLst/>
            </a:prstGeom>
            <a:solidFill>
              <a:srgbClr val="114FFB"/>
            </a:solidFill>
            <a:ln w="9525">
              <a:solidFill>
                <a:srgbClr val="CC0000"/>
              </a:solidFill>
              <a:miter lim="800000"/>
              <a:headEnd/>
              <a:tailEnd/>
            </a:ln>
          </p:spPr>
          <p:txBody>
            <a:bodyPr/>
            <a:lstStyle/>
            <a:p>
              <a:endParaRPr lang="zh-CN" altLang="en-US"/>
            </a:p>
          </p:txBody>
        </p:sp>
        <p:sp>
          <p:nvSpPr>
            <p:cNvPr id="26642" name="Rectangle 105"/>
            <p:cNvSpPr>
              <a:spLocks noChangeArrowheads="1"/>
            </p:cNvSpPr>
            <p:nvPr/>
          </p:nvSpPr>
          <p:spPr bwMode="auto">
            <a:xfrm>
              <a:off x="1751" y="3469"/>
              <a:ext cx="210" cy="54"/>
            </a:xfrm>
            <a:prstGeom prst="rect">
              <a:avLst/>
            </a:prstGeom>
            <a:solidFill>
              <a:srgbClr val="C0C0C0"/>
            </a:solidFill>
            <a:ln w="3175">
              <a:solidFill>
                <a:srgbClr val="000000"/>
              </a:solidFill>
              <a:miter lim="800000"/>
              <a:headEnd/>
              <a:tailEnd/>
            </a:ln>
          </p:spPr>
          <p:txBody>
            <a:bodyPr/>
            <a:lstStyle/>
            <a:p>
              <a:endParaRPr lang="zh-CN" altLang="en-US"/>
            </a:p>
          </p:txBody>
        </p:sp>
        <p:grpSp>
          <p:nvGrpSpPr>
            <p:cNvPr id="26643" name="Group 106"/>
            <p:cNvGrpSpPr>
              <a:grpSpLocks/>
            </p:cNvGrpSpPr>
            <p:nvPr/>
          </p:nvGrpSpPr>
          <p:grpSpPr bwMode="auto">
            <a:xfrm>
              <a:off x="1875" y="3510"/>
              <a:ext cx="53" cy="13"/>
              <a:chOff x="4593" y="2035"/>
              <a:chExt cx="53" cy="13"/>
            </a:xfrm>
          </p:grpSpPr>
          <p:sp>
            <p:nvSpPr>
              <p:cNvPr id="26700" name="Rectangle 107"/>
              <p:cNvSpPr>
                <a:spLocks noChangeArrowheads="1"/>
              </p:cNvSpPr>
              <p:nvPr/>
            </p:nvSpPr>
            <p:spPr bwMode="auto">
              <a:xfrm>
                <a:off x="4593" y="2035"/>
                <a:ext cx="6"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701" name="Rectangle 108"/>
              <p:cNvSpPr>
                <a:spLocks noChangeArrowheads="1"/>
              </p:cNvSpPr>
              <p:nvPr/>
            </p:nvSpPr>
            <p:spPr bwMode="auto">
              <a:xfrm>
                <a:off x="4610" y="2035"/>
                <a:ext cx="5"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702" name="Rectangle 109"/>
              <p:cNvSpPr>
                <a:spLocks noChangeArrowheads="1"/>
              </p:cNvSpPr>
              <p:nvPr/>
            </p:nvSpPr>
            <p:spPr bwMode="auto">
              <a:xfrm>
                <a:off x="4625" y="2035"/>
                <a:ext cx="6"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703" name="Rectangle 110"/>
              <p:cNvSpPr>
                <a:spLocks noChangeArrowheads="1"/>
              </p:cNvSpPr>
              <p:nvPr/>
            </p:nvSpPr>
            <p:spPr bwMode="auto">
              <a:xfrm>
                <a:off x="4640" y="2035"/>
                <a:ext cx="6"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nvGrpSpPr>
            <p:cNvPr id="26644" name="Group 111"/>
            <p:cNvGrpSpPr>
              <a:grpSpLocks/>
            </p:cNvGrpSpPr>
            <p:nvPr/>
          </p:nvGrpSpPr>
          <p:grpSpPr bwMode="auto">
            <a:xfrm>
              <a:off x="1367" y="3411"/>
              <a:ext cx="16" cy="12"/>
              <a:chOff x="4911" y="1954"/>
              <a:chExt cx="16" cy="12"/>
            </a:xfrm>
          </p:grpSpPr>
          <p:sp>
            <p:nvSpPr>
              <p:cNvPr id="26698" name="Rectangle 112"/>
              <p:cNvSpPr>
                <a:spLocks noChangeArrowheads="1"/>
              </p:cNvSpPr>
              <p:nvPr/>
            </p:nvSpPr>
            <p:spPr bwMode="auto">
              <a:xfrm>
                <a:off x="4912" y="1954"/>
                <a:ext cx="15" cy="12"/>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699" name="Freeform 113"/>
              <p:cNvSpPr>
                <a:spLocks/>
              </p:cNvSpPr>
              <p:nvPr/>
            </p:nvSpPr>
            <p:spPr bwMode="auto">
              <a:xfrm>
                <a:off x="4911" y="1954"/>
                <a:ext cx="16" cy="12"/>
              </a:xfrm>
              <a:custGeom>
                <a:avLst/>
                <a:gdLst>
                  <a:gd name="T0" fmla="*/ 0 w 62"/>
                  <a:gd name="T1" fmla="*/ 0 h 64"/>
                  <a:gd name="T2" fmla="*/ 0 w 62"/>
                  <a:gd name="T3" fmla="*/ 0 h 64"/>
                  <a:gd name="T4" fmla="*/ 0 w 62"/>
                  <a:gd name="T5" fmla="*/ 0 h 64"/>
                  <a:gd name="T6" fmla="*/ 0 w 62"/>
                  <a:gd name="T7" fmla="*/ 0 h 64"/>
                  <a:gd name="T8" fmla="*/ 0 w 62"/>
                  <a:gd name="T9" fmla="*/ 0 h 64"/>
                  <a:gd name="T10" fmla="*/ 0 w 62"/>
                  <a:gd name="T11" fmla="*/ 0 h 64"/>
                  <a:gd name="T12" fmla="*/ 0 w 62"/>
                  <a:gd name="T13" fmla="*/ 0 h 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2" h="64">
                    <a:moveTo>
                      <a:pt x="61" y="12"/>
                    </a:moveTo>
                    <a:lnTo>
                      <a:pt x="9" y="12"/>
                    </a:lnTo>
                    <a:lnTo>
                      <a:pt x="9" y="64"/>
                    </a:lnTo>
                    <a:lnTo>
                      <a:pt x="0" y="64"/>
                    </a:lnTo>
                    <a:lnTo>
                      <a:pt x="0" y="0"/>
                    </a:lnTo>
                    <a:lnTo>
                      <a:pt x="62" y="0"/>
                    </a:lnTo>
                    <a:lnTo>
                      <a:pt x="61"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645" name="Freeform 114"/>
            <p:cNvSpPr>
              <a:spLocks/>
            </p:cNvSpPr>
            <p:nvPr/>
          </p:nvSpPr>
          <p:spPr bwMode="auto">
            <a:xfrm>
              <a:off x="2451" y="3391"/>
              <a:ext cx="144" cy="59"/>
            </a:xfrm>
            <a:custGeom>
              <a:avLst/>
              <a:gdLst>
                <a:gd name="T0" fmla="*/ 0 w 288"/>
                <a:gd name="T1" fmla="*/ 0 h 126"/>
                <a:gd name="T2" fmla="*/ 4 w 288"/>
                <a:gd name="T3" fmla="*/ 0 h 126"/>
                <a:gd name="T4" fmla="*/ 5 w 288"/>
                <a:gd name="T5" fmla="*/ 0 h 126"/>
                <a:gd name="T6" fmla="*/ 5 w 288"/>
                <a:gd name="T7" fmla="*/ 0 h 126"/>
                <a:gd name="T8" fmla="*/ 6 w 288"/>
                <a:gd name="T9" fmla="*/ 2 h 126"/>
                <a:gd name="T10" fmla="*/ 6 w 288"/>
                <a:gd name="T11" fmla="*/ 2 h 126"/>
                <a:gd name="T12" fmla="*/ 7 w 288"/>
                <a:gd name="T13" fmla="*/ 3 h 126"/>
                <a:gd name="T14" fmla="*/ 7 w 288"/>
                <a:gd name="T15" fmla="*/ 3 h 126"/>
                <a:gd name="T16" fmla="*/ 8 w 288"/>
                <a:gd name="T17" fmla="*/ 3 h 126"/>
                <a:gd name="T18" fmla="*/ 9 w 288"/>
                <a:gd name="T19" fmla="*/ 3 h 1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8" h="126">
                  <a:moveTo>
                    <a:pt x="0" y="13"/>
                  </a:moveTo>
                  <a:lnTo>
                    <a:pt x="107" y="0"/>
                  </a:lnTo>
                  <a:lnTo>
                    <a:pt x="131" y="4"/>
                  </a:lnTo>
                  <a:lnTo>
                    <a:pt x="150" y="16"/>
                  </a:lnTo>
                  <a:lnTo>
                    <a:pt x="175" y="77"/>
                  </a:lnTo>
                  <a:lnTo>
                    <a:pt x="191" y="101"/>
                  </a:lnTo>
                  <a:lnTo>
                    <a:pt x="205" y="113"/>
                  </a:lnTo>
                  <a:lnTo>
                    <a:pt x="220" y="118"/>
                  </a:lnTo>
                  <a:lnTo>
                    <a:pt x="242" y="122"/>
                  </a:lnTo>
                  <a:lnTo>
                    <a:pt x="288" y="126"/>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6646" name="Group 115"/>
            <p:cNvGrpSpPr>
              <a:grpSpLocks/>
            </p:cNvGrpSpPr>
            <p:nvPr/>
          </p:nvGrpSpPr>
          <p:grpSpPr bwMode="auto">
            <a:xfrm>
              <a:off x="2056" y="3255"/>
              <a:ext cx="523" cy="285"/>
              <a:chOff x="3987" y="1928"/>
              <a:chExt cx="262" cy="120"/>
            </a:xfrm>
          </p:grpSpPr>
          <p:grpSp>
            <p:nvGrpSpPr>
              <p:cNvPr id="26691" name="Group 116"/>
              <p:cNvGrpSpPr>
                <a:grpSpLocks/>
              </p:cNvGrpSpPr>
              <p:nvPr/>
            </p:nvGrpSpPr>
            <p:grpSpPr bwMode="auto">
              <a:xfrm>
                <a:off x="3987" y="2013"/>
                <a:ext cx="262" cy="35"/>
                <a:chOff x="3987" y="2013"/>
                <a:chExt cx="262" cy="35"/>
              </a:xfrm>
            </p:grpSpPr>
            <p:sp>
              <p:nvSpPr>
                <p:cNvPr id="26695" name="Freeform 117"/>
                <p:cNvSpPr>
                  <a:spLocks/>
                </p:cNvSpPr>
                <p:nvPr/>
              </p:nvSpPr>
              <p:spPr bwMode="auto">
                <a:xfrm>
                  <a:off x="3987" y="2013"/>
                  <a:ext cx="262" cy="35"/>
                </a:xfrm>
                <a:custGeom>
                  <a:avLst/>
                  <a:gdLst>
                    <a:gd name="T0" fmla="*/ 0 w 1047"/>
                    <a:gd name="T1" fmla="*/ 0 h 174"/>
                    <a:gd name="T2" fmla="*/ 1 w 1047"/>
                    <a:gd name="T3" fmla="*/ 0 h 174"/>
                    <a:gd name="T4" fmla="*/ 1 w 1047"/>
                    <a:gd name="T5" fmla="*/ 0 h 174"/>
                    <a:gd name="T6" fmla="*/ 1 w 1047"/>
                    <a:gd name="T7" fmla="*/ 0 h 174"/>
                    <a:gd name="T8" fmla="*/ 1 w 1047"/>
                    <a:gd name="T9" fmla="*/ 0 h 174"/>
                    <a:gd name="T10" fmla="*/ 1 w 1047"/>
                    <a:gd name="T11" fmla="*/ 0 h 174"/>
                    <a:gd name="T12" fmla="*/ 0 w 1047"/>
                    <a:gd name="T13" fmla="*/ 0 h 174"/>
                    <a:gd name="T14" fmla="*/ 0 w 1047"/>
                    <a:gd name="T15" fmla="*/ 0 h 174"/>
                    <a:gd name="T16" fmla="*/ 0 w 1047"/>
                    <a:gd name="T17" fmla="*/ 0 h 174"/>
                    <a:gd name="T18" fmla="*/ 0 w 1047"/>
                    <a:gd name="T19" fmla="*/ 0 h 174"/>
                    <a:gd name="T20" fmla="*/ 0 w 1047"/>
                    <a:gd name="T21" fmla="*/ 0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47" h="174">
                      <a:moveTo>
                        <a:pt x="130" y="0"/>
                      </a:moveTo>
                      <a:lnTo>
                        <a:pt x="921" y="0"/>
                      </a:lnTo>
                      <a:lnTo>
                        <a:pt x="1046" y="158"/>
                      </a:lnTo>
                      <a:lnTo>
                        <a:pt x="1047" y="166"/>
                      </a:lnTo>
                      <a:lnTo>
                        <a:pt x="1043" y="172"/>
                      </a:lnTo>
                      <a:lnTo>
                        <a:pt x="1035" y="174"/>
                      </a:lnTo>
                      <a:lnTo>
                        <a:pt x="15" y="174"/>
                      </a:lnTo>
                      <a:lnTo>
                        <a:pt x="4" y="171"/>
                      </a:lnTo>
                      <a:lnTo>
                        <a:pt x="0" y="164"/>
                      </a:lnTo>
                      <a:lnTo>
                        <a:pt x="2" y="155"/>
                      </a:lnTo>
                      <a:lnTo>
                        <a:pt x="130" y="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696" name="Freeform 118"/>
                <p:cNvSpPr>
                  <a:spLocks/>
                </p:cNvSpPr>
                <p:nvPr/>
              </p:nvSpPr>
              <p:spPr bwMode="auto">
                <a:xfrm>
                  <a:off x="4002" y="2021"/>
                  <a:ext cx="174" cy="22"/>
                </a:xfrm>
                <a:custGeom>
                  <a:avLst/>
                  <a:gdLst>
                    <a:gd name="T0" fmla="*/ 0 w 696"/>
                    <a:gd name="T1" fmla="*/ 0 h 112"/>
                    <a:gd name="T2" fmla="*/ 1 w 696"/>
                    <a:gd name="T3" fmla="*/ 0 h 112"/>
                    <a:gd name="T4" fmla="*/ 1 w 696"/>
                    <a:gd name="T5" fmla="*/ 0 h 112"/>
                    <a:gd name="T6" fmla="*/ 0 w 696"/>
                    <a:gd name="T7" fmla="*/ 0 h 112"/>
                    <a:gd name="T8" fmla="*/ 0 w 696"/>
                    <a:gd name="T9" fmla="*/ 0 h 1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6" h="112">
                      <a:moveTo>
                        <a:pt x="94" y="0"/>
                      </a:moveTo>
                      <a:lnTo>
                        <a:pt x="664" y="0"/>
                      </a:lnTo>
                      <a:lnTo>
                        <a:pt x="696" y="112"/>
                      </a:lnTo>
                      <a:lnTo>
                        <a:pt x="0" y="112"/>
                      </a:lnTo>
                      <a:lnTo>
                        <a:pt x="94" y="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697" name="Freeform 119"/>
                <p:cNvSpPr>
                  <a:spLocks/>
                </p:cNvSpPr>
                <p:nvPr/>
              </p:nvSpPr>
              <p:spPr bwMode="auto">
                <a:xfrm>
                  <a:off x="4181" y="2021"/>
                  <a:ext cx="53" cy="22"/>
                </a:xfrm>
                <a:custGeom>
                  <a:avLst/>
                  <a:gdLst>
                    <a:gd name="T0" fmla="*/ 0 w 211"/>
                    <a:gd name="T1" fmla="*/ 0 h 112"/>
                    <a:gd name="T2" fmla="*/ 0 w 211"/>
                    <a:gd name="T3" fmla="*/ 0 h 112"/>
                    <a:gd name="T4" fmla="*/ 0 w 211"/>
                    <a:gd name="T5" fmla="*/ 0 h 112"/>
                    <a:gd name="T6" fmla="*/ 0 w 211"/>
                    <a:gd name="T7" fmla="*/ 0 h 112"/>
                    <a:gd name="T8" fmla="*/ 0 w 211"/>
                    <a:gd name="T9" fmla="*/ 0 h 1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112">
                      <a:moveTo>
                        <a:pt x="0" y="0"/>
                      </a:moveTo>
                      <a:lnTo>
                        <a:pt x="125" y="0"/>
                      </a:lnTo>
                      <a:lnTo>
                        <a:pt x="211" y="112"/>
                      </a:lnTo>
                      <a:lnTo>
                        <a:pt x="40" y="112"/>
                      </a:lnTo>
                      <a:lnTo>
                        <a:pt x="0" y="0"/>
                      </a:lnTo>
                      <a:close/>
                    </a:path>
                  </a:pathLst>
                </a:custGeom>
                <a:solidFill>
                  <a:srgbClr val="FFFFFF"/>
                </a:solidFill>
                <a:ln w="3175">
                  <a:solidFill>
                    <a:srgbClr val="000000"/>
                  </a:solidFill>
                  <a:prstDash val="solid"/>
                  <a:round/>
                  <a:headEnd/>
                  <a:tailEnd/>
                </a:ln>
              </p:spPr>
              <p:txBody>
                <a:bodyPr/>
                <a:lstStyle/>
                <a:p>
                  <a:endParaRPr lang="zh-CN" altLang="en-US"/>
                </a:p>
              </p:txBody>
            </p:sp>
          </p:grpSp>
          <p:sp>
            <p:nvSpPr>
              <p:cNvPr id="26692" name="Rectangle 120"/>
              <p:cNvSpPr>
                <a:spLocks noChangeArrowheads="1"/>
              </p:cNvSpPr>
              <p:nvPr/>
            </p:nvSpPr>
            <p:spPr bwMode="auto">
              <a:xfrm>
                <a:off x="4047" y="1928"/>
                <a:ext cx="142" cy="84"/>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693" name="Rectangle 121"/>
              <p:cNvSpPr>
                <a:spLocks noChangeArrowheads="1"/>
              </p:cNvSpPr>
              <p:nvPr/>
            </p:nvSpPr>
            <p:spPr bwMode="auto">
              <a:xfrm>
                <a:off x="4066" y="1940"/>
                <a:ext cx="104" cy="57"/>
              </a:xfrm>
              <a:prstGeom prst="rect">
                <a:avLst/>
              </a:prstGeom>
              <a:solidFill>
                <a:srgbClr val="114FFB"/>
              </a:solidFill>
              <a:ln w="3175">
                <a:solidFill>
                  <a:srgbClr val="000000"/>
                </a:solidFill>
                <a:miter lim="800000"/>
                <a:headEnd/>
                <a:tailEnd/>
              </a:ln>
            </p:spPr>
            <p:txBody>
              <a:bodyPr/>
              <a:lstStyle/>
              <a:p>
                <a:endParaRPr lang="zh-CN" altLang="en-US"/>
              </a:p>
            </p:txBody>
          </p:sp>
          <p:sp>
            <p:nvSpPr>
              <p:cNvPr id="26694" name="Rectangle 122"/>
              <p:cNvSpPr>
                <a:spLocks noChangeArrowheads="1"/>
              </p:cNvSpPr>
              <p:nvPr/>
            </p:nvSpPr>
            <p:spPr bwMode="auto">
              <a:xfrm>
                <a:off x="4157" y="2003"/>
                <a:ext cx="13"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26647" name="Rectangle 123"/>
            <p:cNvSpPr>
              <a:spLocks noChangeArrowheads="1"/>
            </p:cNvSpPr>
            <p:nvPr/>
          </p:nvSpPr>
          <p:spPr bwMode="auto">
            <a:xfrm>
              <a:off x="2583" y="3125"/>
              <a:ext cx="146" cy="396"/>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648" name="Rectangle 124"/>
            <p:cNvSpPr>
              <a:spLocks noChangeArrowheads="1"/>
            </p:cNvSpPr>
            <p:nvPr/>
          </p:nvSpPr>
          <p:spPr bwMode="auto">
            <a:xfrm>
              <a:off x="2621" y="3161"/>
              <a:ext cx="88" cy="111"/>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649" name="Rectangle 125"/>
            <p:cNvSpPr>
              <a:spLocks noChangeArrowheads="1"/>
            </p:cNvSpPr>
            <p:nvPr/>
          </p:nvSpPr>
          <p:spPr bwMode="auto">
            <a:xfrm>
              <a:off x="2631" y="3191"/>
              <a:ext cx="26" cy="5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50" name="Rectangle 126"/>
            <p:cNvSpPr>
              <a:spLocks noChangeArrowheads="1"/>
            </p:cNvSpPr>
            <p:nvPr/>
          </p:nvSpPr>
          <p:spPr bwMode="auto">
            <a:xfrm>
              <a:off x="2641" y="3161"/>
              <a:ext cx="6" cy="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51" name="Rectangle 127"/>
            <p:cNvSpPr>
              <a:spLocks noChangeArrowheads="1"/>
            </p:cNvSpPr>
            <p:nvPr/>
          </p:nvSpPr>
          <p:spPr bwMode="auto">
            <a:xfrm>
              <a:off x="2691" y="3182"/>
              <a:ext cx="16" cy="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52" name="Rectangle 128"/>
            <p:cNvSpPr>
              <a:spLocks noChangeArrowheads="1"/>
            </p:cNvSpPr>
            <p:nvPr/>
          </p:nvSpPr>
          <p:spPr bwMode="auto">
            <a:xfrm>
              <a:off x="2691" y="3227"/>
              <a:ext cx="16" cy="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53" name="Rectangle 129"/>
            <p:cNvSpPr>
              <a:spLocks noChangeArrowheads="1"/>
            </p:cNvSpPr>
            <p:nvPr/>
          </p:nvSpPr>
          <p:spPr bwMode="auto">
            <a:xfrm>
              <a:off x="4974" y="3524"/>
              <a:ext cx="11" cy="88"/>
            </a:xfrm>
            <a:prstGeom prst="rect">
              <a:avLst/>
            </a:prstGeom>
            <a:solidFill>
              <a:srgbClr val="114FFB"/>
            </a:solidFill>
            <a:ln w="9525">
              <a:solidFill>
                <a:srgbClr val="CC0000"/>
              </a:solidFill>
              <a:miter lim="800000"/>
              <a:headEnd/>
              <a:tailEnd/>
            </a:ln>
          </p:spPr>
          <p:txBody>
            <a:bodyPr/>
            <a:lstStyle/>
            <a:p>
              <a:endParaRPr lang="zh-CN" altLang="en-US"/>
            </a:p>
          </p:txBody>
        </p:sp>
        <p:sp>
          <p:nvSpPr>
            <p:cNvPr id="26654" name="Rectangle 130"/>
            <p:cNvSpPr>
              <a:spLocks noChangeArrowheads="1"/>
            </p:cNvSpPr>
            <p:nvPr/>
          </p:nvSpPr>
          <p:spPr bwMode="auto">
            <a:xfrm>
              <a:off x="4686" y="3522"/>
              <a:ext cx="11" cy="88"/>
            </a:xfrm>
            <a:prstGeom prst="rect">
              <a:avLst/>
            </a:prstGeom>
            <a:solidFill>
              <a:srgbClr val="114FFB"/>
            </a:solidFill>
            <a:ln w="9525">
              <a:solidFill>
                <a:srgbClr val="CC0000"/>
              </a:solidFill>
              <a:miter lim="800000"/>
              <a:headEnd/>
              <a:tailEnd/>
            </a:ln>
          </p:spPr>
          <p:txBody>
            <a:bodyPr/>
            <a:lstStyle/>
            <a:p>
              <a:endParaRPr lang="zh-CN" altLang="en-US"/>
            </a:p>
          </p:txBody>
        </p:sp>
        <p:sp>
          <p:nvSpPr>
            <p:cNvPr id="26655" name="Rectangle 131"/>
            <p:cNvSpPr>
              <a:spLocks noChangeArrowheads="1"/>
            </p:cNvSpPr>
            <p:nvPr/>
          </p:nvSpPr>
          <p:spPr bwMode="auto">
            <a:xfrm>
              <a:off x="4398" y="3522"/>
              <a:ext cx="11" cy="89"/>
            </a:xfrm>
            <a:prstGeom prst="rect">
              <a:avLst/>
            </a:prstGeom>
            <a:solidFill>
              <a:srgbClr val="114FFB"/>
            </a:solidFill>
            <a:ln w="9525">
              <a:solidFill>
                <a:srgbClr val="CC0000"/>
              </a:solidFill>
              <a:miter lim="800000"/>
              <a:headEnd/>
              <a:tailEnd/>
            </a:ln>
          </p:spPr>
          <p:txBody>
            <a:bodyPr/>
            <a:lstStyle/>
            <a:p>
              <a:endParaRPr lang="zh-CN" altLang="en-US"/>
            </a:p>
          </p:txBody>
        </p:sp>
        <p:sp>
          <p:nvSpPr>
            <p:cNvPr id="26656" name="Rectangle 132"/>
            <p:cNvSpPr>
              <a:spLocks noChangeArrowheads="1"/>
            </p:cNvSpPr>
            <p:nvPr/>
          </p:nvSpPr>
          <p:spPr bwMode="auto">
            <a:xfrm flipV="1">
              <a:off x="941" y="3613"/>
              <a:ext cx="4128" cy="47"/>
            </a:xfrm>
            <a:prstGeom prst="rect">
              <a:avLst/>
            </a:prstGeom>
            <a:solidFill>
              <a:srgbClr val="114FFB"/>
            </a:solidFill>
            <a:ln w="9525">
              <a:solidFill>
                <a:srgbClr val="CC0000"/>
              </a:solidFill>
              <a:miter lim="800000"/>
              <a:headEnd/>
              <a:tailEnd/>
            </a:ln>
          </p:spPr>
          <p:txBody>
            <a:bodyPr/>
            <a:lstStyle/>
            <a:p>
              <a:endParaRPr lang="zh-CN" altLang="en-US"/>
            </a:p>
          </p:txBody>
        </p:sp>
        <p:grpSp>
          <p:nvGrpSpPr>
            <p:cNvPr id="26657" name="Group 133"/>
            <p:cNvGrpSpPr>
              <a:grpSpLocks/>
            </p:cNvGrpSpPr>
            <p:nvPr/>
          </p:nvGrpSpPr>
          <p:grpSpPr bwMode="auto">
            <a:xfrm>
              <a:off x="4264" y="3456"/>
              <a:ext cx="240" cy="54"/>
              <a:chOff x="4079" y="2286"/>
              <a:chExt cx="240" cy="54"/>
            </a:xfrm>
          </p:grpSpPr>
          <p:sp>
            <p:nvSpPr>
              <p:cNvPr id="26689" name="Rectangle 134"/>
              <p:cNvSpPr>
                <a:spLocks noChangeArrowheads="1"/>
              </p:cNvSpPr>
              <p:nvPr/>
            </p:nvSpPr>
            <p:spPr bwMode="auto">
              <a:xfrm>
                <a:off x="4079" y="2286"/>
                <a:ext cx="240" cy="54"/>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690" name="Rectangle 135"/>
              <p:cNvSpPr>
                <a:spLocks noChangeArrowheads="1"/>
              </p:cNvSpPr>
              <p:nvPr/>
            </p:nvSpPr>
            <p:spPr bwMode="auto">
              <a:xfrm>
                <a:off x="4212" y="2295"/>
                <a:ext cx="84" cy="25"/>
              </a:xfrm>
              <a:prstGeom prst="rect">
                <a:avLst/>
              </a:prstGeom>
              <a:solidFill>
                <a:srgbClr val="808080"/>
              </a:solidFill>
              <a:ln w="3175">
                <a:solidFill>
                  <a:srgbClr val="000000"/>
                </a:solidFill>
                <a:miter lim="800000"/>
                <a:headEnd/>
                <a:tailEnd/>
              </a:ln>
            </p:spPr>
            <p:txBody>
              <a:bodyPr/>
              <a:lstStyle/>
              <a:p>
                <a:endParaRPr lang="zh-CN" altLang="en-US"/>
              </a:p>
            </p:txBody>
          </p:sp>
        </p:grpSp>
        <p:grpSp>
          <p:nvGrpSpPr>
            <p:cNvPr id="26658" name="Group 136"/>
            <p:cNvGrpSpPr>
              <a:grpSpLocks/>
            </p:cNvGrpSpPr>
            <p:nvPr/>
          </p:nvGrpSpPr>
          <p:grpSpPr bwMode="auto">
            <a:xfrm>
              <a:off x="4253" y="3486"/>
              <a:ext cx="262" cy="35"/>
              <a:chOff x="4068" y="2316"/>
              <a:chExt cx="262" cy="35"/>
            </a:xfrm>
          </p:grpSpPr>
          <p:sp>
            <p:nvSpPr>
              <p:cNvPr id="26686" name="Freeform 137"/>
              <p:cNvSpPr>
                <a:spLocks/>
              </p:cNvSpPr>
              <p:nvPr/>
            </p:nvSpPr>
            <p:spPr bwMode="auto">
              <a:xfrm>
                <a:off x="4068" y="2316"/>
                <a:ext cx="262" cy="35"/>
              </a:xfrm>
              <a:custGeom>
                <a:avLst/>
                <a:gdLst>
                  <a:gd name="T0" fmla="*/ 0 w 1049"/>
                  <a:gd name="T1" fmla="*/ 0 h 174"/>
                  <a:gd name="T2" fmla="*/ 1 w 1049"/>
                  <a:gd name="T3" fmla="*/ 0 h 174"/>
                  <a:gd name="T4" fmla="*/ 1 w 1049"/>
                  <a:gd name="T5" fmla="*/ 0 h 174"/>
                  <a:gd name="T6" fmla="*/ 1 w 1049"/>
                  <a:gd name="T7" fmla="*/ 0 h 174"/>
                  <a:gd name="T8" fmla="*/ 1 w 1049"/>
                  <a:gd name="T9" fmla="*/ 0 h 174"/>
                  <a:gd name="T10" fmla="*/ 1 w 1049"/>
                  <a:gd name="T11" fmla="*/ 0 h 174"/>
                  <a:gd name="T12" fmla="*/ 0 w 1049"/>
                  <a:gd name="T13" fmla="*/ 0 h 174"/>
                  <a:gd name="T14" fmla="*/ 0 w 1049"/>
                  <a:gd name="T15" fmla="*/ 0 h 174"/>
                  <a:gd name="T16" fmla="*/ 0 w 1049"/>
                  <a:gd name="T17" fmla="*/ 0 h 174"/>
                  <a:gd name="T18" fmla="*/ 0 w 1049"/>
                  <a:gd name="T19" fmla="*/ 0 h 174"/>
                  <a:gd name="T20" fmla="*/ 0 w 1049"/>
                  <a:gd name="T21" fmla="*/ 0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49" h="174">
                    <a:moveTo>
                      <a:pt x="131" y="0"/>
                    </a:moveTo>
                    <a:lnTo>
                      <a:pt x="922" y="0"/>
                    </a:lnTo>
                    <a:lnTo>
                      <a:pt x="1047" y="157"/>
                    </a:lnTo>
                    <a:lnTo>
                      <a:pt x="1049" y="165"/>
                    </a:lnTo>
                    <a:lnTo>
                      <a:pt x="1044" y="171"/>
                    </a:lnTo>
                    <a:lnTo>
                      <a:pt x="1036" y="174"/>
                    </a:lnTo>
                    <a:lnTo>
                      <a:pt x="15" y="174"/>
                    </a:lnTo>
                    <a:lnTo>
                      <a:pt x="6" y="170"/>
                    </a:lnTo>
                    <a:lnTo>
                      <a:pt x="0" y="163"/>
                    </a:lnTo>
                    <a:lnTo>
                      <a:pt x="2" y="154"/>
                    </a:lnTo>
                    <a:lnTo>
                      <a:pt x="131" y="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687" name="Freeform 138"/>
              <p:cNvSpPr>
                <a:spLocks/>
              </p:cNvSpPr>
              <p:nvPr/>
            </p:nvSpPr>
            <p:spPr bwMode="auto">
              <a:xfrm>
                <a:off x="4083" y="2323"/>
                <a:ext cx="174" cy="22"/>
              </a:xfrm>
              <a:custGeom>
                <a:avLst/>
                <a:gdLst>
                  <a:gd name="T0" fmla="*/ 0 w 697"/>
                  <a:gd name="T1" fmla="*/ 0 h 111"/>
                  <a:gd name="T2" fmla="*/ 0 w 697"/>
                  <a:gd name="T3" fmla="*/ 0 h 111"/>
                  <a:gd name="T4" fmla="*/ 1 w 697"/>
                  <a:gd name="T5" fmla="*/ 0 h 111"/>
                  <a:gd name="T6" fmla="*/ 0 w 697"/>
                  <a:gd name="T7" fmla="*/ 0 h 111"/>
                  <a:gd name="T8" fmla="*/ 0 w 697"/>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7" h="111">
                    <a:moveTo>
                      <a:pt x="94" y="0"/>
                    </a:moveTo>
                    <a:lnTo>
                      <a:pt x="664" y="0"/>
                    </a:lnTo>
                    <a:lnTo>
                      <a:pt x="697" y="111"/>
                    </a:lnTo>
                    <a:lnTo>
                      <a:pt x="0" y="111"/>
                    </a:lnTo>
                    <a:lnTo>
                      <a:pt x="94" y="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688" name="Freeform 139"/>
              <p:cNvSpPr>
                <a:spLocks/>
              </p:cNvSpPr>
              <p:nvPr/>
            </p:nvSpPr>
            <p:spPr bwMode="auto">
              <a:xfrm>
                <a:off x="4262" y="2323"/>
                <a:ext cx="53" cy="22"/>
              </a:xfrm>
              <a:custGeom>
                <a:avLst/>
                <a:gdLst>
                  <a:gd name="T0" fmla="*/ 0 w 211"/>
                  <a:gd name="T1" fmla="*/ 0 h 111"/>
                  <a:gd name="T2" fmla="*/ 0 w 211"/>
                  <a:gd name="T3" fmla="*/ 0 h 111"/>
                  <a:gd name="T4" fmla="*/ 0 w 211"/>
                  <a:gd name="T5" fmla="*/ 0 h 111"/>
                  <a:gd name="T6" fmla="*/ 0 w 211"/>
                  <a:gd name="T7" fmla="*/ 0 h 111"/>
                  <a:gd name="T8" fmla="*/ 0 w 211"/>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111">
                    <a:moveTo>
                      <a:pt x="0" y="0"/>
                    </a:moveTo>
                    <a:lnTo>
                      <a:pt x="124" y="0"/>
                    </a:lnTo>
                    <a:lnTo>
                      <a:pt x="211" y="111"/>
                    </a:lnTo>
                    <a:lnTo>
                      <a:pt x="39" y="111"/>
                    </a:lnTo>
                    <a:lnTo>
                      <a:pt x="0" y="0"/>
                    </a:lnTo>
                    <a:close/>
                  </a:path>
                </a:pathLst>
              </a:custGeom>
              <a:solidFill>
                <a:srgbClr val="FFFFFF"/>
              </a:solidFill>
              <a:ln w="3175">
                <a:solidFill>
                  <a:srgbClr val="000000"/>
                </a:solidFill>
                <a:prstDash val="solid"/>
                <a:round/>
                <a:headEnd/>
                <a:tailEnd/>
              </a:ln>
            </p:spPr>
            <p:txBody>
              <a:bodyPr/>
              <a:lstStyle/>
              <a:p>
                <a:endParaRPr lang="zh-CN" altLang="en-US"/>
              </a:p>
            </p:txBody>
          </p:sp>
        </p:grpSp>
        <p:grpSp>
          <p:nvGrpSpPr>
            <p:cNvPr id="26659" name="Group 140"/>
            <p:cNvGrpSpPr>
              <a:grpSpLocks/>
            </p:cNvGrpSpPr>
            <p:nvPr/>
          </p:nvGrpSpPr>
          <p:grpSpPr bwMode="auto">
            <a:xfrm>
              <a:off x="4541" y="3456"/>
              <a:ext cx="241" cy="54"/>
              <a:chOff x="4485" y="2286"/>
              <a:chExt cx="241" cy="54"/>
            </a:xfrm>
          </p:grpSpPr>
          <p:sp>
            <p:nvSpPr>
              <p:cNvPr id="26684" name="Rectangle 141"/>
              <p:cNvSpPr>
                <a:spLocks noChangeArrowheads="1"/>
              </p:cNvSpPr>
              <p:nvPr/>
            </p:nvSpPr>
            <p:spPr bwMode="auto">
              <a:xfrm>
                <a:off x="4485" y="2286"/>
                <a:ext cx="241" cy="54"/>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685" name="Rectangle 142"/>
              <p:cNvSpPr>
                <a:spLocks noChangeArrowheads="1"/>
              </p:cNvSpPr>
              <p:nvPr/>
            </p:nvSpPr>
            <p:spPr bwMode="auto">
              <a:xfrm>
                <a:off x="4619" y="2295"/>
                <a:ext cx="83" cy="25"/>
              </a:xfrm>
              <a:prstGeom prst="rect">
                <a:avLst/>
              </a:prstGeom>
              <a:solidFill>
                <a:srgbClr val="808080"/>
              </a:solidFill>
              <a:ln w="3175">
                <a:solidFill>
                  <a:srgbClr val="000000"/>
                </a:solidFill>
                <a:miter lim="800000"/>
                <a:headEnd/>
                <a:tailEnd/>
              </a:ln>
            </p:spPr>
            <p:txBody>
              <a:bodyPr/>
              <a:lstStyle/>
              <a:p>
                <a:endParaRPr lang="zh-CN" altLang="en-US"/>
              </a:p>
            </p:txBody>
          </p:sp>
        </p:grpSp>
        <p:grpSp>
          <p:nvGrpSpPr>
            <p:cNvPr id="26660" name="Group 143"/>
            <p:cNvGrpSpPr>
              <a:grpSpLocks/>
            </p:cNvGrpSpPr>
            <p:nvPr/>
          </p:nvGrpSpPr>
          <p:grpSpPr bwMode="auto">
            <a:xfrm>
              <a:off x="4531" y="3486"/>
              <a:ext cx="261" cy="35"/>
              <a:chOff x="4475" y="2316"/>
              <a:chExt cx="261" cy="35"/>
            </a:xfrm>
          </p:grpSpPr>
          <p:sp>
            <p:nvSpPr>
              <p:cNvPr id="26681" name="Freeform 144"/>
              <p:cNvSpPr>
                <a:spLocks/>
              </p:cNvSpPr>
              <p:nvPr/>
            </p:nvSpPr>
            <p:spPr bwMode="auto">
              <a:xfrm>
                <a:off x="4475" y="2316"/>
                <a:ext cx="261" cy="35"/>
              </a:xfrm>
              <a:custGeom>
                <a:avLst/>
                <a:gdLst>
                  <a:gd name="T0" fmla="*/ 0 w 1048"/>
                  <a:gd name="T1" fmla="*/ 0 h 174"/>
                  <a:gd name="T2" fmla="*/ 1 w 1048"/>
                  <a:gd name="T3" fmla="*/ 0 h 174"/>
                  <a:gd name="T4" fmla="*/ 1 w 1048"/>
                  <a:gd name="T5" fmla="*/ 0 h 174"/>
                  <a:gd name="T6" fmla="*/ 1 w 1048"/>
                  <a:gd name="T7" fmla="*/ 0 h 174"/>
                  <a:gd name="T8" fmla="*/ 1 w 1048"/>
                  <a:gd name="T9" fmla="*/ 0 h 174"/>
                  <a:gd name="T10" fmla="*/ 1 w 1048"/>
                  <a:gd name="T11" fmla="*/ 0 h 174"/>
                  <a:gd name="T12" fmla="*/ 0 w 1048"/>
                  <a:gd name="T13" fmla="*/ 0 h 174"/>
                  <a:gd name="T14" fmla="*/ 0 w 1048"/>
                  <a:gd name="T15" fmla="*/ 0 h 174"/>
                  <a:gd name="T16" fmla="*/ 0 w 1048"/>
                  <a:gd name="T17" fmla="*/ 0 h 174"/>
                  <a:gd name="T18" fmla="*/ 0 w 1048"/>
                  <a:gd name="T19" fmla="*/ 0 h 174"/>
                  <a:gd name="T20" fmla="*/ 0 w 1048"/>
                  <a:gd name="T21" fmla="*/ 0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48" h="174">
                    <a:moveTo>
                      <a:pt x="131" y="0"/>
                    </a:moveTo>
                    <a:lnTo>
                      <a:pt x="922" y="0"/>
                    </a:lnTo>
                    <a:lnTo>
                      <a:pt x="1046" y="157"/>
                    </a:lnTo>
                    <a:lnTo>
                      <a:pt x="1048" y="165"/>
                    </a:lnTo>
                    <a:lnTo>
                      <a:pt x="1043" y="171"/>
                    </a:lnTo>
                    <a:lnTo>
                      <a:pt x="1035" y="174"/>
                    </a:lnTo>
                    <a:lnTo>
                      <a:pt x="14" y="174"/>
                    </a:lnTo>
                    <a:lnTo>
                      <a:pt x="6" y="170"/>
                    </a:lnTo>
                    <a:lnTo>
                      <a:pt x="0" y="163"/>
                    </a:lnTo>
                    <a:lnTo>
                      <a:pt x="1" y="154"/>
                    </a:lnTo>
                    <a:lnTo>
                      <a:pt x="131" y="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682" name="Freeform 145"/>
              <p:cNvSpPr>
                <a:spLocks/>
              </p:cNvSpPr>
              <p:nvPr/>
            </p:nvSpPr>
            <p:spPr bwMode="auto">
              <a:xfrm>
                <a:off x="4489" y="2323"/>
                <a:ext cx="174" cy="22"/>
              </a:xfrm>
              <a:custGeom>
                <a:avLst/>
                <a:gdLst>
                  <a:gd name="T0" fmla="*/ 0 w 697"/>
                  <a:gd name="T1" fmla="*/ 0 h 111"/>
                  <a:gd name="T2" fmla="*/ 0 w 697"/>
                  <a:gd name="T3" fmla="*/ 0 h 111"/>
                  <a:gd name="T4" fmla="*/ 1 w 697"/>
                  <a:gd name="T5" fmla="*/ 0 h 111"/>
                  <a:gd name="T6" fmla="*/ 0 w 697"/>
                  <a:gd name="T7" fmla="*/ 0 h 111"/>
                  <a:gd name="T8" fmla="*/ 0 w 697"/>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7" h="111">
                    <a:moveTo>
                      <a:pt x="94" y="0"/>
                    </a:moveTo>
                    <a:lnTo>
                      <a:pt x="664" y="0"/>
                    </a:lnTo>
                    <a:lnTo>
                      <a:pt x="697" y="111"/>
                    </a:lnTo>
                    <a:lnTo>
                      <a:pt x="0" y="111"/>
                    </a:lnTo>
                    <a:lnTo>
                      <a:pt x="94" y="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683" name="Freeform 146"/>
              <p:cNvSpPr>
                <a:spLocks/>
              </p:cNvSpPr>
              <p:nvPr/>
            </p:nvSpPr>
            <p:spPr bwMode="auto">
              <a:xfrm>
                <a:off x="4669" y="2323"/>
                <a:ext cx="53" cy="22"/>
              </a:xfrm>
              <a:custGeom>
                <a:avLst/>
                <a:gdLst>
                  <a:gd name="T0" fmla="*/ 0 w 212"/>
                  <a:gd name="T1" fmla="*/ 0 h 111"/>
                  <a:gd name="T2" fmla="*/ 0 w 212"/>
                  <a:gd name="T3" fmla="*/ 0 h 111"/>
                  <a:gd name="T4" fmla="*/ 0 w 212"/>
                  <a:gd name="T5" fmla="*/ 0 h 111"/>
                  <a:gd name="T6" fmla="*/ 0 w 212"/>
                  <a:gd name="T7" fmla="*/ 0 h 111"/>
                  <a:gd name="T8" fmla="*/ 0 w 212"/>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111">
                    <a:moveTo>
                      <a:pt x="0" y="0"/>
                    </a:moveTo>
                    <a:lnTo>
                      <a:pt x="125" y="0"/>
                    </a:lnTo>
                    <a:lnTo>
                      <a:pt x="212" y="111"/>
                    </a:lnTo>
                    <a:lnTo>
                      <a:pt x="39" y="111"/>
                    </a:lnTo>
                    <a:lnTo>
                      <a:pt x="0" y="0"/>
                    </a:lnTo>
                    <a:close/>
                  </a:path>
                </a:pathLst>
              </a:custGeom>
              <a:solidFill>
                <a:srgbClr val="FFFFFF"/>
              </a:solidFill>
              <a:ln w="3175">
                <a:solidFill>
                  <a:srgbClr val="000000"/>
                </a:solidFill>
                <a:prstDash val="solid"/>
                <a:round/>
                <a:headEnd/>
                <a:tailEnd/>
              </a:ln>
            </p:spPr>
            <p:txBody>
              <a:bodyPr/>
              <a:lstStyle/>
              <a:p>
                <a:endParaRPr lang="zh-CN" altLang="en-US"/>
              </a:p>
            </p:txBody>
          </p:sp>
        </p:grpSp>
        <p:grpSp>
          <p:nvGrpSpPr>
            <p:cNvPr id="26661" name="Group 147"/>
            <p:cNvGrpSpPr>
              <a:grpSpLocks/>
            </p:cNvGrpSpPr>
            <p:nvPr/>
          </p:nvGrpSpPr>
          <p:grpSpPr bwMode="auto">
            <a:xfrm>
              <a:off x="4829" y="3456"/>
              <a:ext cx="241" cy="54"/>
              <a:chOff x="4910" y="2286"/>
              <a:chExt cx="241" cy="54"/>
            </a:xfrm>
          </p:grpSpPr>
          <p:sp>
            <p:nvSpPr>
              <p:cNvPr id="26679" name="Rectangle 148"/>
              <p:cNvSpPr>
                <a:spLocks noChangeArrowheads="1"/>
              </p:cNvSpPr>
              <p:nvPr/>
            </p:nvSpPr>
            <p:spPr bwMode="auto">
              <a:xfrm>
                <a:off x="4910" y="2286"/>
                <a:ext cx="241" cy="54"/>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680" name="Rectangle 149"/>
              <p:cNvSpPr>
                <a:spLocks noChangeArrowheads="1"/>
              </p:cNvSpPr>
              <p:nvPr/>
            </p:nvSpPr>
            <p:spPr bwMode="auto">
              <a:xfrm>
                <a:off x="5044" y="2295"/>
                <a:ext cx="84" cy="25"/>
              </a:xfrm>
              <a:prstGeom prst="rect">
                <a:avLst/>
              </a:prstGeom>
              <a:solidFill>
                <a:srgbClr val="808080"/>
              </a:solidFill>
              <a:ln w="3175">
                <a:solidFill>
                  <a:srgbClr val="000000"/>
                </a:solidFill>
                <a:miter lim="800000"/>
                <a:headEnd/>
                <a:tailEnd/>
              </a:ln>
            </p:spPr>
            <p:txBody>
              <a:bodyPr/>
              <a:lstStyle/>
              <a:p>
                <a:endParaRPr lang="zh-CN" altLang="en-US"/>
              </a:p>
            </p:txBody>
          </p:sp>
        </p:grpSp>
        <p:grpSp>
          <p:nvGrpSpPr>
            <p:cNvPr id="26662" name="Group 150"/>
            <p:cNvGrpSpPr>
              <a:grpSpLocks/>
            </p:cNvGrpSpPr>
            <p:nvPr/>
          </p:nvGrpSpPr>
          <p:grpSpPr bwMode="auto">
            <a:xfrm>
              <a:off x="4819" y="3486"/>
              <a:ext cx="262" cy="35"/>
              <a:chOff x="4900" y="2316"/>
              <a:chExt cx="262" cy="35"/>
            </a:xfrm>
          </p:grpSpPr>
          <p:sp>
            <p:nvSpPr>
              <p:cNvPr id="26676" name="Freeform 151"/>
              <p:cNvSpPr>
                <a:spLocks/>
              </p:cNvSpPr>
              <p:nvPr/>
            </p:nvSpPr>
            <p:spPr bwMode="auto">
              <a:xfrm>
                <a:off x="4900" y="2316"/>
                <a:ext cx="262" cy="35"/>
              </a:xfrm>
              <a:custGeom>
                <a:avLst/>
                <a:gdLst>
                  <a:gd name="T0" fmla="*/ 0 w 1047"/>
                  <a:gd name="T1" fmla="*/ 0 h 174"/>
                  <a:gd name="T2" fmla="*/ 1 w 1047"/>
                  <a:gd name="T3" fmla="*/ 0 h 174"/>
                  <a:gd name="T4" fmla="*/ 1 w 1047"/>
                  <a:gd name="T5" fmla="*/ 0 h 174"/>
                  <a:gd name="T6" fmla="*/ 1 w 1047"/>
                  <a:gd name="T7" fmla="*/ 0 h 174"/>
                  <a:gd name="T8" fmla="*/ 1 w 1047"/>
                  <a:gd name="T9" fmla="*/ 0 h 174"/>
                  <a:gd name="T10" fmla="*/ 1 w 1047"/>
                  <a:gd name="T11" fmla="*/ 0 h 174"/>
                  <a:gd name="T12" fmla="*/ 0 w 1047"/>
                  <a:gd name="T13" fmla="*/ 0 h 174"/>
                  <a:gd name="T14" fmla="*/ 0 w 1047"/>
                  <a:gd name="T15" fmla="*/ 0 h 174"/>
                  <a:gd name="T16" fmla="*/ 0 w 1047"/>
                  <a:gd name="T17" fmla="*/ 0 h 174"/>
                  <a:gd name="T18" fmla="*/ 0 w 1047"/>
                  <a:gd name="T19" fmla="*/ 0 h 174"/>
                  <a:gd name="T20" fmla="*/ 0 w 1047"/>
                  <a:gd name="T21" fmla="*/ 0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47" h="174">
                    <a:moveTo>
                      <a:pt x="131" y="0"/>
                    </a:moveTo>
                    <a:lnTo>
                      <a:pt x="921" y="0"/>
                    </a:lnTo>
                    <a:lnTo>
                      <a:pt x="1046" y="157"/>
                    </a:lnTo>
                    <a:lnTo>
                      <a:pt x="1047" y="165"/>
                    </a:lnTo>
                    <a:lnTo>
                      <a:pt x="1044" y="171"/>
                    </a:lnTo>
                    <a:lnTo>
                      <a:pt x="1036" y="174"/>
                    </a:lnTo>
                    <a:lnTo>
                      <a:pt x="14" y="174"/>
                    </a:lnTo>
                    <a:lnTo>
                      <a:pt x="5" y="170"/>
                    </a:lnTo>
                    <a:lnTo>
                      <a:pt x="0" y="163"/>
                    </a:lnTo>
                    <a:lnTo>
                      <a:pt x="2" y="154"/>
                    </a:lnTo>
                    <a:lnTo>
                      <a:pt x="131" y="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677" name="Freeform 152"/>
              <p:cNvSpPr>
                <a:spLocks/>
              </p:cNvSpPr>
              <p:nvPr/>
            </p:nvSpPr>
            <p:spPr bwMode="auto">
              <a:xfrm>
                <a:off x="4914" y="2323"/>
                <a:ext cx="175" cy="22"/>
              </a:xfrm>
              <a:custGeom>
                <a:avLst/>
                <a:gdLst>
                  <a:gd name="T0" fmla="*/ 0 w 697"/>
                  <a:gd name="T1" fmla="*/ 0 h 111"/>
                  <a:gd name="T2" fmla="*/ 1 w 697"/>
                  <a:gd name="T3" fmla="*/ 0 h 111"/>
                  <a:gd name="T4" fmla="*/ 1 w 697"/>
                  <a:gd name="T5" fmla="*/ 0 h 111"/>
                  <a:gd name="T6" fmla="*/ 0 w 697"/>
                  <a:gd name="T7" fmla="*/ 0 h 111"/>
                  <a:gd name="T8" fmla="*/ 0 w 697"/>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7" h="111">
                    <a:moveTo>
                      <a:pt x="93" y="0"/>
                    </a:moveTo>
                    <a:lnTo>
                      <a:pt x="664" y="0"/>
                    </a:lnTo>
                    <a:lnTo>
                      <a:pt x="697" y="111"/>
                    </a:lnTo>
                    <a:lnTo>
                      <a:pt x="0" y="111"/>
                    </a:lnTo>
                    <a:lnTo>
                      <a:pt x="93" y="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678" name="Freeform 153"/>
              <p:cNvSpPr>
                <a:spLocks/>
              </p:cNvSpPr>
              <p:nvPr/>
            </p:nvSpPr>
            <p:spPr bwMode="auto">
              <a:xfrm>
                <a:off x="5094" y="2323"/>
                <a:ext cx="53" cy="22"/>
              </a:xfrm>
              <a:custGeom>
                <a:avLst/>
                <a:gdLst>
                  <a:gd name="T0" fmla="*/ 0 w 212"/>
                  <a:gd name="T1" fmla="*/ 0 h 111"/>
                  <a:gd name="T2" fmla="*/ 0 w 212"/>
                  <a:gd name="T3" fmla="*/ 0 h 111"/>
                  <a:gd name="T4" fmla="*/ 0 w 212"/>
                  <a:gd name="T5" fmla="*/ 0 h 111"/>
                  <a:gd name="T6" fmla="*/ 0 w 212"/>
                  <a:gd name="T7" fmla="*/ 0 h 111"/>
                  <a:gd name="T8" fmla="*/ 0 w 212"/>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111">
                    <a:moveTo>
                      <a:pt x="0" y="0"/>
                    </a:moveTo>
                    <a:lnTo>
                      <a:pt x="125" y="0"/>
                    </a:lnTo>
                    <a:lnTo>
                      <a:pt x="212" y="111"/>
                    </a:lnTo>
                    <a:lnTo>
                      <a:pt x="40" y="111"/>
                    </a:lnTo>
                    <a:lnTo>
                      <a:pt x="0" y="0"/>
                    </a:lnTo>
                    <a:close/>
                  </a:path>
                </a:pathLst>
              </a:custGeom>
              <a:solidFill>
                <a:srgbClr val="FFFFFF"/>
              </a:solidFill>
              <a:ln w="3175">
                <a:solidFill>
                  <a:srgbClr val="000000"/>
                </a:solidFill>
                <a:prstDash val="solid"/>
                <a:round/>
                <a:headEnd/>
                <a:tailEnd/>
              </a:ln>
            </p:spPr>
            <p:txBody>
              <a:bodyPr/>
              <a:lstStyle/>
              <a:p>
                <a:endParaRPr lang="zh-CN" altLang="en-US"/>
              </a:p>
            </p:txBody>
          </p:sp>
        </p:grpSp>
        <p:grpSp>
          <p:nvGrpSpPr>
            <p:cNvPr id="26663" name="Group 154"/>
            <p:cNvGrpSpPr>
              <a:grpSpLocks/>
            </p:cNvGrpSpPr>
            <p:nvPr/>
          </p:nvGrpSpPr>
          <p:grpSpPr bwMode="auto">
            <a:xfrm>
              <a:off x="3416" y="3456"/>
              <a:ext cx="240" cy="54"/>
              <a:chOff x="4079" y="2286"/>
              <a:chExt cx="240" cy="54"/>
            </a:xfrm>
          </p:grpSpPr>
          <p:sp>
            <p:nvSpPr>
              <p:cNvPr id="26674" name="Rectangle 155"/>
              <p:cNvSpPr>
                <a:spLocks noChangeArrowheads="1"/>
              </p:cNvSpPr>
              <p:nvPr/>
            </p:nvSpPr>
            <p:spPr bwMode="auto">
              <a:xfrm>
                <a:off x="4079" y="2286"/>
                <a:ext cx="240" cy="54"/>
              </a:xfrm>
              <a:prstGeom prst="rect">
                <a:avLst/>
              </a:prstGeom>
              <a:solidFill>
                <a:srgbClr val="FFFFFF"/>
              </a:solidFill>
              <a:ln w="3175">
                <a:solidFill>
                  <a:srgbClr val="000000"/>
                </a:solidFill>
                <a:miter lim="800000"/>
                <a:headEnd/>
                <a:tailEnd/>
              </a:ln>
            </p:spPr>
            <p:txBody>
              <a:bodyPr/>
              <a:lstStyle/>
              <a:p>
                <a:endParaRPr lang="zh-CN" altLang="en-US"/>
              </a:p>
            </p:txBody>
          </p:sp>
          <p:sp>
            <p:nvSpPr>
              <p:cNvPr id="26675" name="Rectangle 156"/>
              <p:cNvSpPr>
                <a:spLocks noChangeArrowheads="1"/>
              </p:cNvSpPr>
              <p:nvPr/>
            </p:nvSpPr>
            <p:spPr bwMode="auto">
              <a:xfrm>
                <a:off x="4212" y="2295"/>
                <a:ext cx="84" cy="25"/>
              </a:xfrm>
              <a:prstGeom prst="rect">
                <a:avLst/>
              </a:prstGeom>
              <a:solidFill>
                <a:srgbClr val="808080"/>
              </a:solidFill>
              <a:ln w="3175">
                <a:solidFill>
                  <a:srgbClr val="000000"/>
                </a:solidFill>
                <a:miter lim="800000"/>
                <a:headEnd/>
                <a:tailEnd/>
              </a:ln>
            </p:spPr>
            <p:txBody>
              <a:bodyPr/>
              <a:lstStyle/>
              <a:p>
                <a:endParaRPr lang="zh-CN" altLang="en-US"/>
              </a:p>
            </p:txBody>
          </p:sp>
        </p:grpSp>
        <p:grpSp>
          <p:nvGrpSpPr>
            <p:cNvPr id="26664" name="Group 157"/>
            <p:cNvGrpSpPr>
              <a:grpSpLocks/>
            </p:cNvGrpSpPr>
            <p:nvPr/>
          </p:nvGrpSpPr>
          <p:grpSpPr bwMode="auto">
            <a:xfrm>
              <a:off x="3405" y="3486"/>
              <a:ext cx="262" cy="35"/>
              <a:chOff x="4068" y="2316"/>
              <a:chExt cx="262" cy="35"/>
            </a:xfrm>
          </p:grpSpPr>
          <p:sp>
            <p:nvSpPr>
              <p:cNvPr id="26671" name="Freeform 158"/>
              <p:cNvSpPr>
                <a:spLocks/>
              </p:cNvSpPr>
              <p:nvPr/>
            </p:nvSpPr>
            <p:spPr bwMode="auto">
              <a:xfrm>
                <a:off x="4068" y="2316"/>
                <a:ext cx="262" cy="35"/>
              </a:xfrm>
              <a:custGeom>
                <a:avLst/>
                <a:gdLst>
                  <a:gd name="T0" fmla="*/ 0 w 1049"/>
                  <a:gd name="T1" fmla="*/ 0 h 174"/>
                  <a:gd name="T2" fmla="*/ 1 w 1049"/>
                  <a:gd name="T3" fmla="*/ 0 h 174"/>
                  <a:gd name="T4" fmla="*/ 1 w 1049"/>
                  <a:gd name="T5" fmla="*/ 0 h 174"/>
                  <a:gd name="T6" fmla="*/ 1 w 1049"/>
                  <a:gd name="T7" fmla="*/ 0 h 174"/>
                  <a:gd name="T8" fmla="*/ 1 w 1049"/>
                  <a:gd name="T9" fmla="*/ 0 h 174"/>
                  <a:gd name="T10" fmla="*/ 1 w 1049"/>
                  <a:gd name="T11" fmla="*/ 0 h 174"/>
                  <a:gd name="T12" fmla="*/ 0 w 1049"/>
                  <a:gd name="T13" fmla="*/ 0 h 174"/>
                  <a:gd name="T14" fmla="*/ 0 w 1049"/>
                  <a:gd name="T15" fmla="*/ 0 h 174"/>
                  <a:gd name="T16" fmla="*/ 0 w 1049"/>
                  <a:gd name="T17" fmla="*/ 0 h 174"/>
                  <a:gd name="T18" fmla="*/ 0 w 1049"/>
                  <a:gd name="T19" fmla="*/ 0 h 174"/>
                  <a:gd name="T20" fmla="*/ 0 w 1049"/>
                  <a:gd name="T21" fmla="*/ 0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49" h="174">
                    <a:moveTo>
                      <a:pt x="131" y="0"/>
                    </a:moveTo>
                    <a:lnTo>
                      <a:pt x="922" y="0"/>
                    </a:lnTo>
                    <a:lnTo>
                      <a:pt x="1047" y="157"/>
                    </a:lnTo>
                    <a:lnTo>
                      <a:pt x="1049" y="165"/>
                    </a:lnTo>
                    <a:lnTo>
                      <a:pt x="1044" y="171"/>
                    </a:lnTo>
                    <a:lnTo>
                      <a:pt x="1036" y="174"/>
                    </a:lnTo>
                    <a:lnTo>
                      <a:pt x="15" y="174"/>
                    </a:lnTo>
                    <a:lnTo>
                      <a:pt x="6" y="170"/>
                    </a:lnTo>
                    <a:lnTo>
                      <a:pt x="0" y="163"/>
                    </a:lnTo>
                    <a:lnTo>
                      <a:pt x="2" y="154"/>
                    </a:lnTo>
                    <a:lnTo>
                      <a:pt x="131" y="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672" name="Freeform 159"/>
              <p:cNvSpPr>
                <a:spLocks/>
              </p:cNvSpPr>
              <p:nvPr/>
            </p:nvSpPr>
            <p:spPr bwMode="auto">
              <a:xfrm>
                <a:off x="4083" y="2323"/>
                <a:ext cx="174" cy="22"/>
              </a:xfrm>
              <a:custGeom>
                <a:avLst/>
                <a:gdLst>
                  <a:gd name="T0" fmla="*/ 0 w 697"/>
                  <a:gd name="T1" fmla="*/ 0 h 111"/>
                  <a:gd name="T2" fmla="*/ 0 w 697"/>
                  <a:gd name="T3" fmla="*/ 0 h 111"/>
                  <a:gd name="T4" fmla="*/ 1 w 697"/>
                  <a:gd name="T5" fmla="*/ 0 h 111"/>
                  <a:gd name="T6" fmla="*/ 0 w 697"/>
                  <a:gd name="T7" fmla="*/ 0 h 111"/>
                  <a:gd name="T8" fmla="*/ 0 w 697"/>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7" h="111">
                    <a:moveTo>
                      <a:pt x="94" y="0"/>
                    </a:moveTo>
                    <a:lnTo>
                      <a:pt x="664" y="0"/>
                    </a:lnTo>
                    <a:lnTo>
                      <a:pt x="697" y="111"/>
                    </a:lnTo>
                    <a:lnTo>
                      <a:pt x="0" y="111"/>
                    </a:lnTo>
                    <a:lnTo>
                      <a:pt x="94" y="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6673" name="Freeform 160"/>
              <p:cNvSpPr>
                <a:spLocks/>
              </p:cNvSpPr>
              <p:nvPr/>
            </p:nvSpPr>
            <p:spPr bwMode="auto">
              <a:xfrm>
                <a:off x="4262" y="2323"/>
                <a:ext cx="53" cy="22"/>
              </a:xfrm>
              <a:custGeom>
                <a:avLst/>
                <a:gdLst>
                  <a:gd name="T0" fmla="*/ 0 w 211"/>
                  <a:gd name="T1" fmla="*/ 0 h 111"/>
                  <a:gd name="T2" fmla="*/ 0 w 211"/>
                  <a:gd name="T3" fmla="*/ 0 h 111"/>
                  <a:gd name="T4" fmla="*/ 0 w 211"/>
                  <a:gd name="T5" fmla="*/ 0 h 111"/>
                  <a:gd name="T6" fmla="*/ 0 w 211"/>
                  <a:gd name="T7" fmla="*/ 0 h 111"/>
                  <a:gd name="T8" fmla="*/ 0 w 211"/>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111">
                    <a:moveTo>
                      <a:pt x="0" y="0"/>
                    </a:moveTo>
                    <a:lnTo>
                      <a:pt x="124" y="0"/>
                    </a:lnTo>
                    <a:lnTo>
                      <a:pt x="211" y="111"/>
                    </a:lnTo>
                    <a:lnTo>
                      <a:pt x="39" y="111"/>
                    </a:lnTo>
                    <a:lnTo>
                      <a:pt x="0" y="0"/>
                    </a:lnTo>
                    <a:close/>
                  </a:path>
                </a:pathLst>
              </a:custGeom>
              <a:solidFill>
                <a:srgbClr val="FFFFFF"/>
              </a:solidFill>
              <a:ln w="3175">
                <a:solidFill>
                  <a:srgbClr val="000000"/>
                </a:solidFill>
                <a:prstDash val="solid"/>
                <a:round/>
                <a:headEnd/>
                <a:tailEnd/>
              </a:ln>
            </p:spPr>
            <p:txBody>
              <a:bodyPr/>
              <a:lstStyle/>
              <a:p>
                <a:endParaRPr lang="zh-CN" altLang="en-US"/>
              </a:p>
            </p:txBody>
          </p:sp>
        </p:grpSp>
        <p:sp>
          <p:nvSpPr>
            <p:cNvPr id="26665" name="Rectangle 161"/>
            <p:cNvSpPr>
              <a:spLocks noChangeArrowheads="1"/>
            </p:cNvSpPr>
            <p:nvPr/>
          </p:nvSpPr>
          <p:spPr bwMode="auto">
            <a:xfrm>
              <a:off x="4121" y="3518"/>
              <a:ext cx="11" cy="88"/>
            </a:xfrm>
            <a:prstGeom prst="rect">
              <a:avLst/>
            </a:prstGeom>
            <a:solidFill>
              <a:srgbClr val="114FFB"/>
            </a:solidFill>
            <a:ln w="9525">
              <a:solidFill>
                <a:srgbClr val="CC0000"/>
              </a:solidFill>
              <a:miter lim="800000"/>
              <a:headEnd/>
              <a:tailEnd/>
            </a:ln>
          </p:spPr>
          <p:txBody>
            <a:bodyPr/>
            <a:lstStyle/>
            <a:p>
              <a:endParaRPr lang="zh-CN" altLang="en-US"/>
            </a:p>
          </p:txBody>
        </p:sp>
        <p:sp>
          <p:nvSpPr>
            <p:cNvPr id="26666" name="Rectangle 162"/>
            <p:cNvSpPr>
              <a:spLocks noChangeArrowheads="1"/>
            </p:cNvSpPr>
            <p:nvPr/>
          </p:nvSpPr>
          <p:spPr bwMode="auto">
            <a:xfrm>
              <a:off x="3833" y="3516"/>
              <a:ext cx="11" cy="88"/>
            </a:xfrm>
            <a:prstGeom prst="rect">
              <a:avLst/>
            </a:prstGeom>
            <a:solidFill>
              <a:srgbClr val="114FFB"/>
            </a:solidFill>
            <a:ln w="9525">
              <a:solidFill>
                <a:srgbClr val="CC0000"/>
              </a:solidFill>
              <a:miter lim="800000"/>
              <a:headEnd/>
              <a:tailEnd/>
            </a:ln>
          </p:spPr>
          <p:txBody>
            <a:bodyPr/>
            <a:lstStyle/>
            <a:p>
              <a:endParaRPr lang="zh-CN" altLang="en-US"/>
            </a:p>
          </p:txBody>
        </p:sp>
        <p:sp>
          <p:nvSpPr>
            <p:cNvPr id="26667" name="Rectangle 163"/>
            <p:cNvSpPr>
              <a:spLocks noChangeArrowheads="1"/>
            </p:cNvSpPr>
            <p:nvPr/>
          </p:nvSpPr>
          <p:spPr bwMode="auto">
            <a:xfrm>
              <a:off x="3545" y="3516"/>
              <a:ext cx="11" cy="89"/>
            </a:xfrm>
            <a:prstGeom prst="rect">
              <a:avLst/>
            </a:prstGeom>
            <a:solidFill>
              <a:srgbClr val="114FFB"/>
            </a:solidFill>
            <a:ln w="9525">
              <a:solidFill>
                <a:srgbClr val="CC0000"/>
              </a:solidFill>
              <a:miter lim="800000"/>
              <a:headEnd/>
              <a:tailEnd/>
            </a:ln>
          </p:spPr>
          <p:txBody>
            <a:bodyPr/>
            <a:lstStyle/>
            <a:p>
              <a:endParaRPr lang="zh-CN" altLang="en-US"/>
            </a:p>
          </p:txBody>
        </p:sp>
        <p:sp>
          <p:nvSpPr>
            <p:cNvPr id="26668" name="Rectangle 164"/>
            <p:cNvSpPr>
              <a:spLocks noChangeArrowheads="1"/>
            </p:cNvSpPr>
            <p:nvPr/>
          </p:nvSpPr>
          <p:spPr bwMode="auto">
            <a:xfrm>
              <a:off x="1854" y="3523"/>
              <a:ext cx="11" cy="89"/>
            </a:xfrm>
            <a:prstGeom prst="rect">
              <a:avLst/>
            </a:prstGeom>
            <a:solidFill>
              <a:srgbClr val="114FFB"/>
            </a:solidFill>
            <a:ln w="9525">
              <a:solidFill>
                <a:srgbClr val="CC0000"/>
              </a:solidFill>
              <a:miter lim="800000"/>
              <a:headEnd/>
              <a:tailEnd/>
            </a:ln>
          </p:spPr>
          <p:txBody>
            <a:bodyPr/>
            <a:lstStyle/>
            <a:p>
              <a:endParaRPr lang="zh-CN" altLang="en-US"/>
            </a:p>
          </p:txBody>
        </p:sp>
        <p:sp>
          <p:nvSpPr>
            <p:cNvPr id="26669" name="Rectangle 165"/>
            <p:cNvSpPr>
              <a:spLocks noChangeArrowheads="1"/>
            </p:cNvSpPr>
            <p:nvPr/>
          </p:nvSpPr>
          <p:spPr bwMode="auto">
            <a:xfrm>
              <a:off x="1062" y="3529"/>
              <a:ext cx="11" cy="89"/>
            </a:xfrm>
            <a:prstGeom prst="rect">
              <a:avLst/>
            </a:prstGeom>
            <a:solidFill>
              <a:srgbClr val="114FFB"/>
            </a:solidFill>
            <a:ln w="9525">
              <a:solidFill>
                <a:srgbClr val="CC0000"/>
              </a:solidFill>
              <a:miter lim="800000"/>
              <a:headEnd/>
              <a:tailEnd/>
            </a:ln>
          </p:spPr>
          <p:txBody>
            <a:bodyPr/>
            <a:lstStyle/>
            <a:p>
              <a:endParaRPr lang="zh-CN" altLang="en-US"/>
            </a:p>
          </p:txBody>
        </p:sp>
        <p:sp>
          <p:nvSpPr>
            <p:cNvPr id="26670" name="Text Box 166"/>
            <p:cNvSpPr txBox="1">
              <a:spLocks noChangeArrowheads="1"/>
            </p:cNvSpPr>
            <p:nvPr/>
          </p:nvSpPr>
          <p:spPr bwMode="auto">
            <a:xfrm>
              <a:off x="1797" y="3639"/>
              <a:ext cx="26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r>
                <a:rPr lang="en-US" altLang="zh-CN" sz="2000">
                  <a:solidFill>
                    <a:srgbClr val="CC0000"/>
                  </a:solidFill>
                </a:rPr>
                <a:t>Computer System</a:t>
              </a:r>
              <a:r>
                <a:rPr lang="zh-CN" altLang="en-US" sz="2000">
                  <a:solidFill>
                    <a:srgbClr val="CC0000"/>
                  </a:solidFill>
                </a:rPr>
                <a:t>（硬件和软件）</a:t>
              </a:r>
            </a:p>
          </p:txBody>
        </p:sp>
      </p:gr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dissolve">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sym typeface="Impact" pitchFamily="34" charset="0"/>
              </a:rPr>
              <a:t>数据库系统的构成</a:t>
            </a:r>
            <a:endParaRPr lang="zh-CN" altLang="en-US" sz="4000" b="1" dirty="0">
              <a:solidFill>
                <a:schemeClr val="bg1"/>
              </a:solidFill>
              <a:latin typeface="+mn-ea"/>
              <a:ea typeface="+mn-ea"/>
            </a:endParaRPr>
          </a:p>
        </p:txBody>
      </p:sp>
      <p:grpSp>
        <p:nvGrpSpPr>
          <p:cNvPr id="171" name="Group 2"/>
          <p:cNvGrpSpPr>
            <a:grpSpLocks/>
          </p:cNvGrpSpPr>
          <p:nvPr/>
        </p:nvGrpSpPr>
        <p:grpSpPr bwMode="auto">
          <a:xfrm>
            <a:off x="3743325" y="1668463"/>
            <a:ext cx="3657600" cy="4784725"/>
            <a:chOff x="1254" y="766"/>
            <a:chExt cx="2304" cy="3014"/>
          </a:xfrm>
        </p:grpSpPr>
        <p:sp>
          <p:nvSpPr>
            <p:cNvPr id="27684" name="Rectangle 3"/>
            <p:cNvSpPr>
              <a:spLocks noChangeArrowheads="1"/>
            </p:cNvSpPr>
            <p:nvPr/>
          </p:nvSpPr>
          <p:spPr bwMode="auto">
            <a:xfrm>
              <a:off x="1254" y="766"/>
              <a:ext cx="2304" cy="3014"/>
            </a:xfrm>
            <a:prstGeom prst="rect">
              <a:avLst/>
            </a:prstGeom>
            <a:gradFill rotWithShape="0">
              <a:gsLst>
                <a:gs pos="0">
                  <a:srgbClr val="525E66"/>
                </a:gs>
                <a:gs pos="100000">
                  <a:srgbClr val="CCECFF"/>
                </a:gs>
              </a:gsLst>
              <a:lin ang="0" scaled="1"/>
            </a:gra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 name="Text Box 4"/>
            <p:cNvSpPr txBox="1">
              <a:spLocks noChangeArrowheads="1"/>
            </p:cNvSpPr>
            <p:nvPr/>
          </p:nvSpPr>
          <p:spPr bwMode="auto">
            <a:xfrm>
              <a:off x="1354" y="1092"/>
              <a:ext cx="423" cy="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defRPr/>
              </a:pPr>
              <a:r>
                <a:rPr lang="zh-CN" altLang="en-US" sz="3200">
                  <a:solidFill>
                    <a:srgbClr val="FFFFCC"/>
                  </a:solidFill>
                  <a:effectLst>
                    <a:outerShdw blurRad="38100" dist="38100" dir="2700000" algn="tl">
                      <a:srgbClr val="C0C0C0"/>
                    </a:outerShdw>
                  </a:effectLst>
                  <a:latin typeface="Tahoma" pitchFamily="34" charset="0"/>
                </a:rPr>
                <a:t>硬件</a:t>
              </a:r>
            </a:p>
          </p:txBody>
        </p:sp>
      </p:grpSp>
      <p:grpSp>
        <p:nvGrpSpPr>
          <p:cNvPr id="174" name="Group 5"/>
          <p:cNvGrpSpPr>
            <a:grpSpLocks/>
          </p:cNvGrpSpPr>
          <p:nvPr/>
        </p:nvGrpSpPr>
        <p:grpSpPr bwMode="auto">
          <a:xfrm>
            <a:off x="4879975" y="2673350"/>
            <a:ext cx="1428750" cy="735013"/>
            <a:chOff x="2030" y="1382"/>
            <a:chExt cx="900" cy="463"/>
          </a:xfrm>
        </p:grpSpPr>
        <p:sp>
          <p:nvSpPr>
            <p:cNvPr id="175" name="Text Box 6"/>
            <p:cNvSpPr txBox="1">
              <a:spLocks noChangeArrowheads="1"/>
            </p:cNvSpPr>
            <p:nvPr/>
          </p:nvSpPr>
          <p:spPr bwMode="auto">
            <a:xfrm>
              <a:off x="2030" y="1382"/>
              <a:ext cx="900" cy="294"/>
            </a:xfrm>
            <a:prstGeom prst="rect">
              <a:avLst/>
            </a:prstGeom>
            <a:solidFill>
              <a:schemeClr val="accent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2400">
                  <a:effectLst>
                    <a:outerShdw blurRad="38100" dist="38100" dir="2700000" algn="tl">
                      <a:srgbClr val="000000"/>
                    </a:outerShdw>
                  </a:effectLst>
                </a:rPr>
                <a:t>应用系统</a:t>
              </a:r>
            </a:p>
          </p:txBody>
        </p:sp>
        <p:sp>
          <p:nvSpPr>
            <p:cNvPr id="27683" name="Line 7"/>
            <p:cNvSpPr>
              <a:spLocks noChangeShapeType="1"/>
            </p:cNvSpPr>
            <p:nvPr/>
          </p:nvSpPr>
          <p:spPr bwMode="auto">
            <a:xfrm>
              <a:off x="2493" y="1672"/>
              <a:ext cx="1" cy="173"/>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7" name="Group 8"/>
          <p:cNvGrpSpPr>
            <a:grpSpLocks/>
          </p:cNvGrpSpPr>
          <p:nvPr/>
        </p:nvGrpSpPr>
        <p:grpSpPr bwMode="auto">
          <a:xfrm>
            <a:off x="4216400" y="4176713"/>
            <a:ext cx="2800350" cy="774700"/>
            <a:chOff x="1612" y="2338"/>
            <a:chExt cx="1764" cy="488"/>
          </a:xfrm>
        </p:grpSpPr>
        <p:sp>
          <p:nvSpPr>
            <p:cNvPr id="178" name="Text Box 9"/>
            <p:cNvSpPr txBox="1">
              <a:spLocks noChangeArrowheads="1"/>
            </p:cNvSpPr>
            <p:nvPr/>
          </p:nvSpPr>
          <p:spPr bwMode="auto">
            <a:xfrm>
              <a:off x="1612" y="2338"/>
              <a:ext cx="1764" cy="294"/>
            </a:xfrm>
            <a:prstGeom prst="rect">
              <a:avLst/>
            </a:prstGeom>
            <a:solidFill>
              <a:schemeClr val="accent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2400">
                  <a:effectLst>
                    <a:outerShdw blurRad="38100" dist="38100" dir="2700000" algn="tl">
                      <a:srgbClr val="000000"/>
                    </a:outerShdw>
                  </a:effectLst>
                </a:rPr>
                <a:t>数据库管理系统</a:t>
              </a:r>
            </a:p>
          </p:txBody>
        </p:sp>
        <p:sp>
          <p:nvSpPr>
            <p:cNvPr id="27681" name="Line 10"/>
            <p:cNvSpPr>
              <a:spLocks noChangeShapeType="1"/>
            </p:cNvSpPr>
            <p:nvPr/>
          </p:nvSpPr>
          <p:spPr bwMode="auto">
            <a:xfrm flipH="1">
              <a:off x="2500" y="2634"/>
              <a:ext cx="2" cy="192"/>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0" name="Group 11"/>
          <p:cNvGrpSpPr>
            <a:grpSpLocks/>
          </p:cNvGrpSpPr>
          <p:nvPr/>
        </p:nvGrpSpPr>
        <p:grpSpPr bwMode="auto">
          <a:xfrm>
            <a:off x="4902200" y="4968875"/>
            <a:ext cx="1428750" cy="744538"/>
            <a:chOff x="2044" y="2837"/>
            <a:chExt cx="900" cy="469"/>
          </a:xfrm>
        </p:grpSpPr>
        <p:sp>
          <p:nvSpPr>
            <p:cNvPr id="181" name="Text Box 12"/>
            <p:cNvSpPr txBox="1">
              <a:spLocks noChangeArrowheads="1"/>
            </p:cNvSpPr>
            <p:nvPr/>
          </p:nvSpPr>
          <p:spPr bwMode="auto">
            <a:xfrm>
              <a:off x="2044" y="2837"/>
              <a:ext cx="900" cy="294"/>
            </a:xfrm>
            <a:prstGeom prst="rect">
              <a:avLst/>
            </a:prstGeom>
            <a:solidFill>
              <a:schemeClr val="accent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2400">
                  <a:effectLst>
                    <a:outerShdw blurRad="38100" dist="38100" dir="2700000" algn="tl">
                      <a:srgbClr val="000000"/>
                    </a:outerShdw>
                  </a:effectLst>
                </a:rPr>
                <a:t>操作系统</a:t>
              </a:r>
            </a:p>
          </p:txBody>
        </p:sp>
        <p:sp>
          <p:nvSpPr>
            <p:cNvPr id="27679" name="Line 13"/>
            <p:cNvSpPr>
              <a:spLocks noChangeShapeType="1"/>
            </p:cNvSpPr>
            <p:nvPr/>
          </p:nvSpPr>
          <p:spPr bwMode="auto">
            <a:xfrm flipH="1">
              <a:off x="2500" y="3128"/>
              <a:ext cx="0" cy="178"/>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3" name="Group 15"/>
          <p:cNvGrpSpPr>
            <a:grpSpLocks/>
          </p:cNvGrpSpPr>
          <p:nvPr/>
        </p:nvGrpSpPr>
        <p:grpSpPr bwMode="auto">
          <a:xfrm>
            <a:off x="6683375" y="2806700"/>
            <a:ext cx="2705100" cy="1154113"/>
            <a:chOff x="3166" y="1483"/>
            <a:chExt cx="1704" cy="727"/>
          </a:xfrm>
        </p:grpSpPr>
        <p:sp>
          <p:nvSpPr>
            <p:cNvPr id="27675" name="AutoShape 16"/>
            <p:cNvSpPr>
              <a:spLocks noChangeArrowheads="1"/>
            </p:cNvSpPr>
            <p:nvPr/>
          </p:nvSpPr>
          <p:spPr bwMode="auto">
            <a:xfrm>
              <a:off x="4087" y="1771"/>
              <a:ext cx="495" cy="439"/>
            </a:xfrm>
            <a:prstGeom prst="smileyFace">
              <a:avLst>
                <a:gd name="adj" fmla="val -4653"/>
              </a:avLst>
            </a:prstGeom>
            <a:solidFill>
              <a:srgbClr val="CC0000"/>
            </a:solidFill>
            <a:ln w="28575"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27676" name="AutoShape 17"/>
            <p:cNvCxnSpPr>
              <a:cxnSpLocks noChangeShapeType="1"/>
              <a:endCxn id="27675" idx="2"/>
            </p:cNvCxnSpPr>
            <p:nvPr/>
          </p:nvCxnSpPr>
          <p:spPr bwMode="auto">
            <a:xfrm flipV="1">
              <a:off x="3166" y="1991"/>
              <a:ext cx="912" cy="15"/>
            </a:xfrm>
            <a:prstGeom prst="straightConnector1">
              <a:avLst/>
            </a:prstGeom>
            <a:noFill/>
            <a:ln w="28575">
              <a:solidFill>
                <a:schemeClr val="accent2"/>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6" name="Text Box 18"/>
            <p:cNvSpPr txBox="1">
              <a:spLocks noChangeArrowheads="1"/>
            </p:cNvSpPr>
            <p:nvPr/>
          </p:nvSpPr>
          <p:spPr bwMode="auto">
            <a:xfrm>
              <a:off x="3790" y="1483"/>
              <a:ext cx="10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2400">
                  <a:effectLst>
                    <a:outerShdw blurRad="38100" dist="38100" dir="2700000" algn="tl">
                      <a:srgbClr val="C0C0C0"/>
                    </a:outerShdw>
                  </a:effectLst>
                </a:rPr>
                <a:t>应用程序员</a:t>
              </a:r>
            </a:p>
          </p:txBody>
        </p:sp>
      </p:grpSp>
      <p:grpSp>
        <p:nvGrpSpPr>
          <p:cNvPr id="187" name="Group 19"/>
          <p:cNvGrpSpPr>
            <a:grpSpLocks/>
          </p:cNvGrpSpPr>
          <p:nvPr/>
        </p:nvGrpSpPr>
        <p:grpSpPr bwMode="auto">
          <a:xfrm>
            <a:off x="7759700" y="4284663"/>
            <a:ext cx="2600325" cy="1497012"/>
            <a:chOff x="3828" y="2406"/>
            <a:chExt cx="1638" cy="943"/>
          </a:xfrm>
        </p:grpSpPr>
        <p:cxnSp>
          <p:nvCxnSpPr>
            <p:cNvPr id="27671" name="AutoShape 20"/>
            <p:cNvCxnSpPr>
              <a:cxnSpLocks noChangeShapeType="1"/>
              <a:endCxn id="181" idx="3"/>
            </p:cNvCxnSpPr>
            <p:nvPr/>
          </p:nvCxnSpPr>
          <p:spPr bwMode="auto">
            <a:xfrm rot="5400000">
              <a:off x="4636" y="2446"/>
              <a:ext cx="177" cy="1482"/>
            </a:xfrm>
            <a:prstGeom prst="bentConnector2">
              <a:avLst/>
            </a:prstGeom>
            <a:noFill/>
            <a:ln w="19050">
              <a:solidFill>
                <a:schemeClr val="accent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72" name="AutoShape 21"/>
            <p:cNvCxnSpPr>
              <a:cxnSpLocks noChangeShapeType="1"/>
              <a:endCxn id="178" idx="3"/>
            </p:cNvCxnSpPr>
            <p:nvPr/>
          </p:nvCxnSpPr>
          <p:spPr bwMode="auto">
            <a:xfrm rot="5400000" flipH="1">
              <a:off x="4864" y="2328"/>
              <a:ext cx="153" cy="1050"/>
            </a:xfrm>
            <a:prstGeom prst="bentConnector2">
              <a:avLst/>
            </a:prstGeom>
            <a:noFill/>
            <a:ln w="19050">
              <a:solidFill>
                <a:schemeClr val="accent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73" name="AutoShape 22"/>
            <p:cNvSpPr>
              <a:spLocks noChangeArrowheads="1"/>
            </p:cNvSpPr>
            <p:nvPr/>
          </p:nvSpPr>
          <p:spPr bwMode="auto">
            <a:xfrm>
              <a:off x="4168" y="2406"/>
              <a:ext cx="496" cy="440"/>
            </a:xfrm>
            <a:prstGeom prst="smileyFace">
              <a:avLst>
                <a:gd name="adj" fmla="val -1005"/>
              </a:avLst>
            </a:prstGeom>
            <a:solidFill>
              <a:schemeClr val="accent1"/>
            </a:solidFill>
            <a:ln w="28575"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 name="Rectangle 23"/>
            <p:cNvSpPr>
              <a:spLocks noChangeArrowheads="1"/>
            </p:cNvSpPr>
            <p:nvPr/>
          </p:nvSpPr>
          <p:spPr bwMode="auto">
            <a:xfrm>
              <a:off x="3828" y="3061"/>
              <a:ext cx="12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400">
                  <a:effectLst>
                    <a:outerShdw blurRad="38100" dist="38100" dir="2700000" algn="tl">
                      <a:srgbClr val="C0C0C0"/>
                    </a:outerShdw>
                  </a:effectLst>
                </a:rPr>
                <a:t>数据库管理员</a:t>
              </a:r>
            </a:p>
          </p:txBody>
        </p:sp>
      </p:grpSp>
      <p:sp>
        <p:nvSpPr>
          <p:cNvPr id="192" name="AutoShape 24"/>
          <p:cNvSpPr>
            <a:spLocks noChangeArrowheads="1"/>
          </p:cNvSpPr>
          <p:nvPr/>
        </p:nvSpPr>
        <p:spPr bwMode="auto">
          <a:xfrm>
            <a:off x="4473575" y="5703888"/>
            <a:ext cx="2286000" cy="609600"/>
          </a:xfrm>
          <a:prstGeom prst="can">
            <a:avLst>
              <a:gd name="adj" fmla="val 25000"/>
            </a:avLst>
          </a:prstGeom>
          <a:solidFill>
            <a:srgbClr val="FF9900"/>
          </a:solidFill>
          <a:ln>
            <a:noFill/>
          </a:ln>
          <a:effectLst>
            <a:outerShdw dist="3592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en-US" altLang="zh-CN" sz="2400">
                <a:solidFill>
                  <a:srgbClr val="990033"/>
                </a:solidFill>
                <a:latin typeface="Tahoma" pitchFamily="34" charset="0"/>
              </a:rPr>
              <a:t>Database</a:t>
            </a:r>
          </a:p>
        </p:txBody>
      </p:sp>
      <p:grpSp>
        <p:nvGrpSpPr>
          <p:cNvPr id="193" name="Group 25"/>
          <p:cNvGrpSpPr>
            <a:grpSpLocks/>
          </p:cNvGrpSpPr>
          <p:nvPr/>
        </p:nvGrpSpPr>
        <p:grpSpPr bwMode="auto">
          <a:xfrm>
            <a:off x="4529138" y="1065213"/>
            <a:ext cx="3594100" cy="1593850"/>
            <a:chOff x="1809" y="378"/>
            <a:chExt cx="2248" cy="1004"/>
          </a:xfrm>
        </p:grpSpPr>
        <p:sp>
          <p:nvSpPr>
            <p:cNvPr id="194" name="Text Box 26"/>
            <p:cNvSpPr txBox="1">
              <a:spLocks noChangeArrowheads="1"/>
            </p:cNvSpPr>
            <p:nvPr/>
          </p:nvSpPr>
          <p:spPr bwMode="auto">
            <a:xfrm>
              <a:off x="2147" y="926"/>
              <a:ext cx="648" cy="294"/>
            </a:xfrm>
            <a:prstGeom prst="rect">
              <a:avLst/>
            </a:prstGeom>
            <a:solidFill>
              <a:schemeClr val="accent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2400">
                  <a:effectLst>
                    <a:outerShdw blurRad="38100" dist="38100" dir="2700000" algn="tl">
                      <a:srgbClr val="000000"/>
                    </a:outerShdw>
                  </a:effectLst>
                </a:rPr>
                <a:t>用户</a:t>
              </a:r>
            </a:p>
          </p:txBody>
        </p:sp>
        <p:sp>
          <p:nvSpPr>
            <p:cNvPr id="27663" name="Line 27"/>
            <p:cNvSpPr>
              <a:spLocks noChangeShapeType="1"/>
            </p:cNvSpPr>
            <p:nvPr/>
          </p:nvSpPr>
          <p:spPr bwMode="auto">
            <a:xfrm flipH="1">
              <a:off x="2478" y="1216"/>
              <a:ext cx="0" cy="166"/>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64" name="AutoShape 28"/>
            <p:cNvSpPr>
              <a:spLocks noChangeArrowheads="1"/>
            </p:cNvSpPr>
            <p:nvPr/>
          </p:nvSpPr>
          <p:spPr bwMode="auto">
            <a:xfrm>
              <a:off x="1809" y="382"/>
              <a:ext cx="330" cy="293"/>
            </a:xfrm>
            <a:prstGeom prst="smileyFace">
              <a:avLst>
                <a:gd name="adj" fmla="val 4653"/>
              </a:avLst>
            </a:prstGeom>
            <a:noFill/>
            <a:ln w="28575" cap="sq">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5" name="AutoShape 29"/>
            <p:cNvSpPr>
              <a:spLocks noChangeArrowheads="1"/>
            </p:cNvSpPr>
            <p:nvPr/>
          </p:nvSpPr>
          <p:spPr bwMode="auto">
            <a:xfrm>
              <a:off x="2289" y="378"/>
              <a:ext cx="331" cy="293"/>
            </a:xfrm>
            <a:prstGeom prst="smileyFace">
              <a:avLst>
                <a:gd name="adj" fmla="val 4653"/>
              </a:avLst>
            </a:prstGeom>
            <a:noFill/>
            <a:ln w="28575" cap="sq">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6" name="AutoShape 30"/>
            <p:cNvSpPr>
              <a:spLocks noChangeArrowheads="1"/>
            </p:cNvSpPr>
            <p:nvPr/>
          </p:nvSpPr>
          <p:spPr bwMode="auto">
            <a:xfrm>
              <a:off x="2750" y="383"/>
              <a:ext cx="330" cy="293"/>
            </a:xfrm>
            <a:prstGeom prst="smileyFace">
              <a:avLst>
                <a:gd name="adj" fmla="val 4653"/>
              </a:avLst>
            </a:prstGeom>
            <a:noFill/>
            <a:ln w="28575" cap="sq">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 name="Text Box 31"/>
            <p:cNvSpPr txBox="1">
              <a:spLocks noChangeArrowheads="1"/>
            </p:cNvSpPr>
            <p:nvPr/>
          </p:nvSpPr>
          <p:spPr bwMode="auto">
            <a:xfrm>
              <a:off x="3175" y="447"/>
              <a:ext cx="8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400">
                  <a:effectLst>
                    <a:outerShdw blurRad="38100" dist="38100" dir="2700000" algn="tl">
                      <a:srgbClr val="C0C0C0"/>
                    </a:outerShdw>
                  </a:effectLst>
                </a:rPr>
                <a:t>最终用户</a:t>
              </a:r>
            </a:p>
          </p:txBody>
        </p:sp>
        <p:sp>
          <p:nvSpPr>
            <p:cNvPr id="27668" name="Line 32"/>
            <p:cNvSpPr>
              <a:spLocks noChangeShapeType="1"/>
            </p:cNvSpPr>
            <p:nvPr/>
          </p:nvSpPr>
          <p:spPr bwMode="auto">
            <a:xfrm>
              <a:off x="2458" y="671"/>
              <a:ext cx="0" cy="24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69" name="Line 33"/>
            <p:cNvSpPr>
              <a:spLocks noChangeShapeType="1"/>
            </p:cNvSpPr>
            <p:nvPr/>
          </p:nvSpPr>
          <p:spPr bwMode="auto">
            <a:xfrm flipH="1">
              <a:off x="2629" y="671"/>
              <a:ext cx="241" cy="24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70" name="Line 34"/>
            <p:cNvSpPr>
              <a:spLocks noChangeShapeType="1"/>
            </p:cNvSpPr>
            <p:nvPr/>
          </p:nvSpPr>
          <p:spPr bwMode="auto">
            <a:xfrm>
              <a:off x="2071" y="663"/>
              <a:ext cx="223" cy="24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3" name="Group 35"/>
          <p:cNvGrpSpPr>
            <a:grpSpLocks/>
          </p:cNvGrpSpPr>
          <p:nvPr/>
        </p:nvGrpSpPr>
        <p:grpSpPr bwMode="auto">
          <a:xfrm>
            <a:off x="4530725" y="3416300"/>
            <a:ext cx="2152650" cy="749300"/>
            <a:chOff x="1810" y="1859"/>
            <a:chExt cx="1356" cy="472"/>
          </a:xfrm>
        </p:grpSpPr>
        <p:sp>
          <p:nvSpPr>
            <p:cNvPr id="204" name="Text Box 36"/>
            <p:cNvSpPr txBox="1">
              <a:spLocks noChangeArrowheads="1"/>
            </p:cNvSpPr>
            <p:nvPr/>
          </p:nvSpPr>
          <p:spPr bwMode="auto">
            <a:xfrm>
              <a:off x="1810" y="1859"/>
              <a:ext cx="1356" cy="294"/>
            </a:xfrm>
            <a:prstGeom prst="rect">
              <a:avLst/>
            </a:prstGeom>
            <a:solidFill>
              <a:schemeClr val="accent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2400">
                  <a:effectLst>
                    <a:outerShdw blurRad="38100" dist="38100" dir="2700000" algn="tl">
                      <a:srgbClr val="000000"/>
                    </a:outerShdw>
                  </a:effectLst>
                </a:rPr>
                <a:t>应用开发工具</a:t>
              </a:r>
            </a:p>
          </p:txBody>
        </p:sp>
        <p:sp>
          <p:nvSpPr>
            <p:cNvPr id="27661" name="Line 37"/>
            <p:cNvSpPr>
              <a:spLocks noChangeShapeType="1"/>
            </p:cNvSpPr>
            <p:nvPr/>
          </p:nvSpPr>
          <p:spPr bwMode="auto">
            <a:xfrm flipH="1">
              <a:off x="2500" y="2153"/>
              <a:ext cx="0" cy="178"/>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circle(in)">
                                      <p:cBhvr>
                                        <p:cTn id="7" dur="2000"/>
                                        <p:tgtEl>
                                          <p:spTgt spid="1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nodeType="clickEffect">
                                  <p:stCondLst>
                                    <p:cond delay="0"/>
                                  </p:stCondLst>
                                  <p:childTnLst>
                                    <p:set>
                                      <p:cBhvr>
                                        <p:cTn id="11" dur="1" fill="hold">
                                          <p:stCondLst>
                                            <p:cond delay="0"/>
                                          </p:stCondLst>
                                        </p:cTn>
                                        <p:tgtEl>
                                          <p:spTgt spid="180"/>
                                        </p:tgtEl>
                                        <p:attrNameLst>
                                          <p:attrName>style.visibility</p:attrName>
                                        </p:attrNameLst>
                                      </p:cBhvr>
                                      <p:to>
                                        <p:strVal val="visible"/>
                                      </p:to>
                                    </p:set>
                                    <p:anim calcmode="lin" valueType="num">
                                      <p:cBhvr additive="base">
                                        <p:cTn id="12" dur="500" fill="hold"/>
                                        <p:tgtEl>
                                          <p:spTgt spid="180"/>
                                        </p:tgtEl>
                                        <p:attrNameLst>
                                          <p:attrName>ppt_x</p:attrName>
                                        </p:attrNameLst>
                                      </p:cBhvr>
                                      <p:tavLst>
                                        <p:tav tm="0">
                                          <p:val>
                                            <p:strVal val="#ppt_x"/>
                                          </p:val>
                                        </p:tav>
                                        <p:tav tm="100000">
                                          <p:val>
                                            <p:strVal val="#ppt_x"/>
                                          </p:val>
                                        </p:tav>
                                      </p:tavLst>
                                    </p:anim>
                                    <p:anim calcmode="lin" valueType="num">
                                      <p:cBhvr additive="base">
                                        <p:cTn id="13" dur="500" fill="hold"/>
                                        <p:tgtEl>
                                          <p:spTgt spid="180"/>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1" fill="hold" nodeType="clickEffect">
                                  <p:stCondLst>
                                    <p:cond delay="0"/>
                                  </p:stCondLst>
                                  <p:childTnLst>
                                    <p:set>
                                      <p:cBhvr>
                                        <p:cTn id="17" dur="1" fill="hold">
                                          <p:stCondLst>
                                            <p:cond delay="0"/>
                                          </p:stCondLst>
                                        </p:cTn>
                                        <p:tgtEl>
                                          <p:spTgt spid="177"/>
                                        </p:tgtEl>
                                        <p:attrNameLst>
                                          <p:attrName>style.visibility</p:attrName>
                                        </p:attrNameLst>
                                      </p:cBhvr>
                                      <p:to>
                                        <p:strVal val="visible"/>
                                      </p:to>
                                    </p:set>
                                    <p:anim calcmode="lin" valueType="num">
                                      <p:cBhvr additive="base">
                                        <p:cTn id="18" dur="500" fill="hold"/>
                                        <p:tgtEl>
                                          <p:spTgt spid="177"/>
                                        </p:tgtEl>
                                        <p:attrNameLst>
                                          <p:attrName>ppt_x</p:attrName>
                                        </p:attrNameLst>
                                      </p:cBhvr>
                                      <p:tavLst>
                                        <p:tav tm="0">
                                          <p:val>
                                            <p:strVal val="#ppt_x"/>
                                          </p:val>
                                        </p:tav>
                                        <p:tav tm="100000">
                                          <p:val>
                                            <p:strVal val="#ppt_x"/>
                                          </p:val>
                                        </p:tav>
                                      </p:tavLst>
                                    </p:anim>
                                    <p:anim calcmode="lin" valueType="num">
                                      <p:cBhvr additive="base">
                                        <p:cTn id="19" dur="500" fill="hold"/>
                                        <p:tgtEl>
                                          <p:spTgt spid="177"/>
                                        </p:tgtEl>
                                        <p:attrNameLst>
                                          <p:attrName>ppt_y</p:attrName>
                                        </p:attrNameLst>
                                      </p:cBhvr>
                                      <p:tavLst>
                                        <p:tav tm="0">
                                          <p:val>
                                            <p:strVal val="0-#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2" fill="hold" nodeType="clickEffect">
                                  <p:stCondLst>
                                    <p:cond delay="0"/>
                                  </p:stCondLst>
                                  <p:childTnLst>
                                    <p:set>
                                      <p:cBhvr>
                                        <p:cTn id="23" dur="1" fill="hold">
                                          <p:stCondLst>
                                            <p:cond delay="0"/>
                                          </p:stCondLst>
                                        </p:cTn>
                                        <p:tgtEl>
                                          <p:spTgt spid="187"/>
                                        </p:tgtEl>
                                        <p:attrNameLst>
                                          <p:attrName>style.visibility</p:attrName>
                                        </p:attrNameLst>
                                      </p:cBhvr>
                                      <p:to>
                                        <p:strVal val="visible"/>
                                      </p:to>
                                    </p:set>
                                    <p:anim calcmode="lin" valueType="num">
                                      <p:cBhvr additive="base">
                                        <p:cTn id="24" dur="500" fill="hold"/>
                                        <p:tgtEl>
                                          <p:spTgt spid="187"/>
                                        </p:tgtEl>
                                        <p:attrNameLst>
                                          <p:attrName>ppt_x</p:attrName>
                                        </p:attrNameLst>
                                      </p:cBhvr>
                                      <p:tavLst>
                                        <p:tav tm="0">
                                          <p:val>
                                            <p:strVal val="1+#ppt_w/2"/>
                                          </p:val>
                                        </p:tav>
                                        <p:tav tm="100000">
                                          <p:val>
                                            <p:strVal val="#ppt_x"/>
                                          </p:val>
                                        </p:tav>
                                      </p:tavLst>
                                    </p:anim>
                                    <p:anim calcmode="lin" valueType="num">
                                      <p:cBhvr additive="base">
                                        <p:cTn id="25" dur="500" fill="hold"/>
                                        <p:tgtEl>
                                          <p:spTgt spid="187"/>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1" fill="hold" nodeType="clickEffect">
                                  <p:stCondLst>
                                    <p:cond delay="0"/>
                                  </p:stCondLst>
                                  <p:childTnLst>
                                    <p:set>
                                      <p:cBhvr>
                                        <p:cTn id="29" dur="1" fill="hold">
                                          <p:stCondLst>
                                            <p:cond delay="0"/>
                                          </p:stCondLst>
                                        </p:cTn>
                                        <p:tgtEl>
                                          <p:spTgt spid="203"/>
                                        </p:tgtEl>
                                        <p:attrNameLst>
                                          <p:attrName>style.visibility</p:attrName>
                                        </p:attrNameLst>
                                      </p:cBhvr>
                                      <p:to>
                                        <p:strVal val="visible"/>
                                      </p:to>
                                    </p:set>
                                    <p:anim calcmode="lin" valueType="num">
                                      <p:cBhvr additive="base">
                                        <p:cTn id="30" dur="500" fill="hold"/>
                                        <p:tgtEl>
                                          <p:spTgt spid="203"/>
                                        </p:tgtEl>
                                        <p:attrNameLst>
                                          <p:attrName>ppt_x</p:attrName>
                                        </p:attrNameLst>
                                      </p:cBhvr>
                                      <p:tavLst>
                                        <p:tav tm="0">
                                          <p:val>
                                            <p:strVal val="#ppt_x"/>
                                          </p:val>
                                        </p:tav>
                                        <p:tav tm="100000">
                                          <p:val>
                                            <p:strVal val="#ppt_x"/>
                                          </p:val>
                                        </p:tav>
                                      </p:tavLst>
                                    </p:anim>
                                    <p:anim calcmode="lin" valueType="num">
                                      <p:cBhvr additive="base">
                                        <p:cTn id="31" dur="500" fill="hold"/>
                                        <p:tgtEl>
                                          <p:spTgt spid="203"/>
                                        </p:tgtEl>
                                        <p:attrNameLst>
                                          <p:attrName>ppt_y</p:attrName>
                                        </p:attrNameLst>
                                      </p:cBhvr>
                                      <p:tavLst>
                                        <p:tav tm="0">
                                          <p:val>
                                            <p:strVal val="0-#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1" fill="hold" nodeType="clickEffect">
                                  <p:stCondLst>
                                    <p:cond delay="0"/>
                                  </p:stCondLst>
                                  <p:childTnLst>
                                    <p:set>
                                      <p:cBhvr>
                                        <p:cTn id="35" dur="1" fill="hold">
                                          <p:stCondLst>
                                            <p:cond delay="0"/>
                                          </p:stCondLst>
                                        </p:cTn>
                                        <p:tgtEl>
                                          <p:spTgt spid="174"/>
                                        </p:tgtEl>
                                        <p:attrNameLst>
                                          <p:attrName>style.visibility</p:attrName>
                                        </p:attrNameLst>
                                      </p:cBhvr>
                                      <p:to>
                                        <p:strVal val="visible"/>
                                      </p:to>
                                    </p:set>
                                    <p:anim calcmode="lin" valueType="num">
                                      <p:cBhvr additive="base">
                                        <p:cTn id="36" dur="500" fill="hold"/>
                                        <p:tgtEl>
                                          <p:spTgt spid="174"/>
                                        </p:tgtEl>
                                        <p:attrNameLst>
                                          <p:attrName>ppt_x</p:attrName>
                                        </p:attrNameLst>
                                      </p:cBhvr>
                                      <p:tavLst>
                                        <p:tav tm="0">
                                          <p:val>
                                            <p:strVal val="#ppt_x"/>
                                          </p:val>
                                        </p:tav>
                                        <p:tav tm="100000">
                                          <p:val>
                                            <p:strVal val="#ppt_x"/>
                                          </p:val>
                                        </p:tav>
                                      </p:tavLst>
                                    </p:anim>
                                    <p:anim calcmode="lin" valueType="num">
                                      <p:cBhvr additive="base">
                                        <p:cTn id="37" dur="500" fill="hold"/>
                                        <p:tgtEl>
                                          <p:spTgt spid="174"/>
                                        </p:tgtEl>
                                        <p:attrNameLst>
                                          <p:attrName>ppt_y</p:attrName>
                                        </p:attrNameLst>
                                      </p:cBhvr>
                                      <p:tavLst>
                                        <p:tav tm="0">
                                          <p:val>
                                            <p:strVal val="0-#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26" fill="hold" nodeType="clickEffect">
                                  <p:stCondLst>
                                    <p:cond delay="0"/>
                                  </p:stCondLst>
                                  <p:childTnLst>
                                    <p:set>
                                      <p:cBhvr>
                                        <p:cTn id="41" dur="1" fill="hold">
                                          <p:stCondLst>
                                            <p:cond delay="0"/>
                                          </p:stCondLst>
                                        </p:cTn>
                                        <p:tgtEl>
                                          <p:spTgt spid="183"/>
                                        </p:tgtEl>
                                        <p:attrNameLst>
                                          <p:attrName>style.visibility</p:attrName>
                                        </p:attrNameLst>
                                      </p:cBhvr>
                                      <p:to>
                                        <p:strVal val="visible"/>
                                      </p:to>
                                    </p:set>
                                    <p:animEffect transition="in" filter="barn(inHorizontal)">
                                      <p:cBhvr>
                                        <p:cTn id="42" dur="500"/>
                                        <p:tgtEl>
                                          <p:spTgt spid="18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nodeType="clickEffect">
                                  <p:stCondLst>
                                    <p:cond delay="0"/>
                                  </p:stCondLst>
                                  <p:childTnLst>
                                    <p:set>
                                      <p:cBhvr>
                                        <p:cTn id="46" dur="1" fill="hold">
                                          <p:stCondLst>
                                            <p:cond delay="0"/>
                                          </p:stCondLst>
                                        </p:cTn>
                                        <p:tgtEl>
                                          <p:spTgt spid="193"/>
                                        </p:tgtEl>
                                        <p:attrNameLst>
                                          <p:attrName>style.visibility</p:attrName>
                                        </p:attrNameLst>
                                      </p:cBhvr>
                                      <p:to>
                                        <p:strVal val="visible"/>
                                      </p:to>
                                    </p:set>
                                    <p:animEffect transition="in" filter="checkerboard(across)">
                                      <p:cBhvr>
                                        <p:cTn id="47" dur="500"/>
                                        <p:tgtEl>
                                          <p:spTgt spid="19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3" presetClass="entr" presetSubtype="288" fill="hold" nodeType="clickEffect">
                                  <p:stCondLst>
                                    <p:cond delay="0"/>
                                  </p:stCondLst>
                                  <p:childTnLst>
                                    <p:set>
                                      <p:cBhvr>
                                        <p:cTn id="51" dur="1" fill="hold">
                                          <p:stCondLst>
                                            <p:cond delay="0"/>
                                          </p:stCondLst>
                                        </p:cTn>
                                        <p:tgtEl>
                                          <p:spTgt spid="171"/>
                                        </p:tgtEl>
                                        <p:attrNameLst>
                                          <p:attrName>style.visibility</p:attrName>
                                        </p:attrNameLst>
                                      </p:cBhvr>
                                      <p:to>
                                        <p:strVal val="visible"/>
                                      </p:to>
                                    </p:set>
                                    <p:anim calcmode="lin" valueType="num">
                                      <p:cBhvr>
                                        <p:cTn id="52" dur="500" fill="hold"/>
                                        <p:tgtEl>
                                          <p:spTgt spid="171"/>
                                        </p:tgtEl>
                                        <p:attrNameLst>
                                          <p:attrName>ppt_w</p:attrName>
                                        </p:attrNameLst>
                                      </p:cBhvr>
                                      <p:tavLst>
                                        <p:tav tm="0">
                                          <p:val>
                                            <p:strVal val="4/3*#ppt_w"/>
                                          </p:val>
                                        </p:tav>
                                        <p:tav tm="100000">
                                          <p:val>
                                            <p:strVal val="#ppt_w"/>
                                          </p:val>
                                        </p:tav>
                                      </p:tavLst>
                                    </p:anim>
                                    <p:anim calcmode="lin" valueType="num">
                                      <p:cBhvr>
                                        <p:cTn id="53" dur="500" fill="hold"/>
                                        <p:tgtEl>
                                          <p:spTgt spid="171"/>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rPr>
              <a:t>本讲内容回顾</a:t>
            </a:r>
          </a:p>
        </p:txBody>
      </p:sp>
      <p:grpSp>
        <p:nvGrpSpPr>
          <p:cNvPr id="9" name="组合 8"/>
          <p:cNvGrpSpPr/>
          <p:nvPr/>
        </p:nvGrpSpPr>
        <p:grpSpPr>
          <a:xfrm>
            <a:off x="5639047" y="1252513"/>
            <a:ext cx="3082113" cy="880397"/>
            <a:chOff x="4289561" y="1252513"/>
            <a:chExt cx="3082113" cy="880397"/>
          </a:xfrm>
          <a:solidFill>
            <a:schemeClr val="accent1"/>
          </a:solidFill>
        </p:grpSpPr>
        <p:sp>
          <p:nvSpPr>
            <p:cNvPr id="2" name="椭圆 1"/>
            <p:cNvSpPr/>
            <p:nvPr/>
          </p:nvSpPr>
          <p:spPr bwMode="auto">
            <a:xfrm>
              <a:off x="6291599" y="1268850"/>
              <a:ext cx="1080075" cy="864060"/>
            </a:xfrm>
            <a:prstGeom prst="ellipse">
              <a:avLst/>
            </a:prstGeom>
            <a:grpFill/>
            <a:ln>
              <a:noFill/>
            </a:ln>
          </p:spPr>
          <p:txBody>
            <a:bodyPr anchor="ctr"/>
            <a:lstStyle/>
            <a:p>
              <a:pPr algn="ctr">
                <a:defRPr/>
              </a:pPr>
              <a:r>
                <a:rPr lang="zh-CN" altLang="en-US" sz="2000" b="1" dirty="0">
                  <a:solidFill>
                    <a:schemeClr val="bg1"/>
                  </a:solidFill>
                  <a:latin typeface="微软雅黑" pitchFamily="34" charset="-122"/>
                  <a:ea typeface="微软雅黑" pitchFamily="34" charset="-122"/>
                </a:rPr>
                <a:t>信息</a:t>
              </a:r>
            </a:p>
          </p:txBody>
        </p:sp>
        <p:sp>
          <p:nvSpPr>
            <p:cNvPr id="39" name="椭圆 38"/>
            <p:cNvSpPr/>
            <p:nvPr/>
          </p:nvSpPr>
          <p:spPr bwMode="auto">
            <a:xfrm>
              <a:off x="4289561" y="1252513"/>
              <a:ext cx="1080075" cy="864060"/>
            </a:xfrm>
            <a:prstGeom prst="ellipse">
              <a:avLst/>
            </a:prstGeom>
            <a:grpFill/>
            <a:ln>
              <a:noFill/>
            </a:ln>
          </p:spPr>
          <p:txBody>
            <a:bodyPr anchor="ctr"/>
            <a:lstStyle/>
            <a:p>
              <a:pPr algn="ctr">
                <a:defRPr/>
              </a:pPr>
              <a:r>
                <a:rPr lang="zh-CN" altLang="en-US" sz="2000" b="1" dirty="0">
                  <a:solidFill>
                    <a:schemeClr val="bg1"/>
                  </a:solidFill>
                  <a:latin typeface="微软雅黑" pitchFamily="34" charset="-122"/>
                  <a:ea typeface="微软雅黑" pitchFamily="34" charset="-122"/>
                </a:rPr>
                <a:t>数据</a:t>
              </a:r>
            </a:p>
          </p:txBody>
        </p:sp>
        <p:sp>
          <p:nvSpPr>
            <p:cNvPr id="3" name="左右箭头 2"/>
            <p:cNvSpPr/>
            <p:nvPr/>
          </p:nvSpPr>
          <p:spPr bwMode="auto">
            <a:xfrm>
              <a:off x="5451130" y="1532364"/>
              <a:ext cx="720049" cy="304357"/>
            </a:xfrm>
            <a:prstGeom prst="leftRightArrow">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sz="3200" b="1" dirty="0">
                <a:solidFill>
                  <a:schemeClr val="bg1"/>
                </a:solidFill>
                <a:latin typeface="微软雅黑" pitchFamily="34" charset="-122"/>
                <a:ea typeface="微软雅黑" pitchFamily="34" charset="-122"/>
              </a:endParaRPr>
            </a:p>
          </p:txBody>
        </p:sp>
      </p:grpSp>
      <p:grpSp>
        <p:nvGrpSpPr>
          <p:cNvPr id="16" name="组合 15"/>
          <p:cNvGrpSpPr/>
          <p:nvPr/>
        </p:nvGrpSpPr>
        <p:grpSpPr>
          <a:xfrm>
            <a:off x="3288063" y="1350158"/>
            <a:ext cx="2216463" cy="3389227"/>
            <a:chOff x="3288063" y="1268850"/>
            <a:chExt cx="2216463" cy="3389227"/>
          </a:xfrm>
        </p:grpSpPr>
        <p:sp>
          <p:nvSpPr>
            <p:cNvPr id="5" name="左箭头 4"/>
            <p:cNvSpPr/>
            <p:nvPr/>
          </p:nvSpPr>
          <p:spPr bwMode="auto">
            <a:xfrm>
              <a:off x="4640466" y="1532364"/>
              <a:ext cx="864060" cy="304357"/>
            </a:xfrm>
            <a:prstGeom prst="leftArrow">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sz="3200" b="1" dirty="0">
                <a:solidFill>
                  <a:schemeClr val="bg1"/>
                </a:solidFill>
                <a:latin typeface="微软雅黑" pitchFamily="34" charset="-122"/>
                <a:ea typeface="微软雅黑" pitchFamily="34" charset="-122"/>
              </a:endParaRPr>
            </a:p>
          </p:txBody>
        </p:sp>
        <p:grpSp>
          <p:nvGrpSpPr>
            <p:cNvPr id="15" name="组合 14"/>
            <p:cNvGrpSpPr/>
            <p:nvPr/>
          </p:nvGrpSpPr>
          <p:grpSpPr>
            <a:xfrm>
              <a:off x="3288063" y="1268850"/>
              <a:ext cx="1208393" cy="3389227"/>
              <a:chOff x="3288063" y="1268850"/>
              <a:chExt cx="1208393" cy="3389227"/>
            </a:xfrm>
          </p:grpSpPr>
          <p:sp>
            <p:nvSpPr>
              <p:cNvPr id="41" name="椭圆 40"/>
              <p:cNvSpPr/>
              <p:nvPr/>
            </p:nvSpPr>
            <p:spPr bwMode="auto">
              <a:xfrm>
                <a:off x="3319053" y="2525216"/>
                <a:ext cx="1080075" cy="864060"/>
              </a:xfrm>
              <a:prstGeom prst="ellipse">
                <a:avLst/>
              </a:prstGeom>
              <a:solidFill>
                <a:schemeClr val="accent1"/>
              </a:solidFill>
              <a:ln>
                <a:noFill/>
              </a:ln>
            </p:spPr>
            <p:txBody>
              <a:bodyPr anchor="ctr"/>
              <a:lstStyle/>
              <a:p>
                <a:pPr algn="ctr">
                  <a:defRPr/>
                </a:pPr>
                <a:r>
                  <a:rPr lang="en-US" altLang="zh-CN" sz="2000" b="1" dirty="0">
                    <a:solidFill>
                      <a:schemeClr val="bg1"/>
                    </a:solidFill>
                    <a:latin typeface="微软雅黑" pitchFamily="34" charset="-122"/>
                    <a:ea typeface="微软雅黑" pitchFamily="34" charset="-122"/>
                  </a:rPr>
                  <a:t>DBMS</a:t>
                </a:r>
                <a:endParaRPr lang="zh-CN" altLang="en-US" sz="2000" b="1" dirty="0">
                  <a:solidFill>
                    <a:schemeClr val="bg1"/>
                  </a:solidFill>
                  <a:latin typeface="微软雅黑" pitchFamily="34" charset="-122"/>
                  <a:ea typeface="微软雅黑" pitchFamily="34" charset="-122"/>
                </a:endParaRPr>
              </a:p>
            </p:txBody>
          </p:sp>
          <p:sp>
            <p:nvSpPr>
              <p:cNvPr id="42" name="椭圆 41"/>
              <p:cNvSpPr/>
              <p:nvPr/>
            </p:nvSpPr>
            <p:spPr bwMode="auto">
              <a:xfrm>
                <a:off x="3416381" y="1268850"/>
                <a:ext cx="1080075" cy="864060"/>
              </a:xfrm>
              <a:prstGeom prst="ellipse">
                <a:avLst/>
              </a:prstGeom>
              <a:solidFill>
                <a:schemeClr val="accent1"/>
              </a:solidFill>
              <a:ln>
                <a:noFill/>
              </a:ln>
            </p:spPr>
            <p:txBody>
              <a:bodyPr anchor="ctr"/>
              <a:lstStyle/>
              <a:p>
                <a:pPr algn="ctr">
                  <a:defRPr/>
                </a:pPr>
                <a:r>
                  <a:rPr lang="en-US" altLang="zh-CN" sz="2000" b="1" dirty="0">
                    <a:solidFill>
                      <a:schemeClr val="bg1"/>
                    </a:solidFill>
                    <a:latin typeface="微软雅黑" pitchFamily="34" charset="-122"/>
                    <a:ea typeface="微软雅黑" pitchFamily="34" charset="-122"/>
                  </a:rPr>
                  <a:t>DB</a:t>
                </a:r>
                <a:endParaRPr lang="zh-CN" altLang="en-US" sz="2000" b="1" dirty="0">
                  <a:solidFill>
                    <a:schemeClr val="bg1"/>
                  </a:solidFill>
                  <a:latin typeface="微软雅黑" pitchFamily="34" charset="-122"/>
                  <a:ea typeface="微软雅黑" pitchFamily="34" charset="-122"/>
                </a:endParaRPr>
              </a:p>
            </p:txBody>
          </p:sp>
          <p:sp>
            <p:nvSpPr>
              <p:cNvPr id="43" name="椭圆 42"/>
              <p:cNvSpPr/>
              <p:nvPr/>
            </p:nvSpPr>
            <p:spPr bwMode="auto">
              <a:xfrm>
                <a:off x="3288063" y="3794017"/>
                <a:ext cx="1080075" cy="864060"/>
              </a:xfrm>
              <a:prstGeom prst="ellipse">
                <a:avLst/>
              </a:prstGeom>
              <a:solidFill>
                <a:schemeClr val="accent1"/>
              </a:solidFill>
              <a:ln>
                <a:noFill/>
              </a:ln>
            </p:spPr>
            <p:txBody>
              <a:bodyPr anchor="ctr"/>
              <a:lstStyle/>
              <a:p>
                <a:pPr algn="ctr">
                  <a:defRPr/>
                </a:pPr>
                <a:r>
                  <a:rPr lang="en-US" altLang="zh-CN" sz="2000" b="1" dirty="0">
                    <a:solidFill>
                      <a:schemeClr val="bg1"/>
                    </a:solidFill>
                    <a:latin typeface="微软雅黑" pitchFamily="34" charset="-122"/>
                    <a:ea typeface="微软雅黑" pitchFamily="34" charset="-122"/>
                  </a:rPr>
                  <a:t>DBS</a:t>
                </a:r>
                <a:endParaRPr lang="zh-CN" altLang="en-US" sz="2000" b="1" dirty="0">
                  <a:solidFill>
                    <a:schemeClr val="bg1"/>
                  </a:solidFill>
                  <a:latin typeface="微软雅黑" pitchFamily="34" charset="-122"/>
                  <a:ea typeface="微软雅黑" pitchFamily="34" charset="-122"/>
                </a:endParaRPr>
              </a:p>
            </p:txBody>
          </p:sp>
          <p:sp>
            <p:nvSpPr>
              <p:cNvPr id="7" name="上箭头 6"/>
              <p:cNvSpPr/>
              <p:nvPr/>
            </p:nvSpPr>
            <p:spPr bwMode="auto">
              <a:xfrm>
                <a:off x="3755668" y="2170389"/>
                <a:ext cx="277342" cy="293323"/>
              </a:xfrm>
              <a:prstGeom prst="upArrow">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sz="3200" b="1" dirty="0">
                  <a:solidFill>
                    <a:schemeClr val="bg1"/>
                  </a:solidFill>
                  <a:latin typeface="微软雅黑" pitchFamily="34" charset="-122"/>
                  <a:ea typeface="微软雅黑" pitchFamily="34" charset="-122"/>
                </a:endParaRPr>
              </a:p>
            </p:txBody>
          </p:sp>
          <p:sp>
            <p:nvSpPr>
              <p:cNvPr id="56" name="上箭头 55"/>
              <p:cNvSpPr/>
              <p:nvPr/>
            </p:nvSpPr>
            <p:spPr bwMode="auto">
              <a:xfrm>
                <a:off x="3720418" y="3421067"/>
                <a:ext cx="277342" cy="293323"/>
              </a:xfrm>
              <a:prstGeom prst="upArrow">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sz="3200" b="1" dirty="0">
                  <a:solidFill>
                    <a:schemeClr val="bg1"/>
                  </a:solidFill>
                  <a:latin typeface="微软雅黑" pitchFamily="34" charset="-122"/>
                  <a:ea typeface="微软雅黑" pitchFamily="34" charset="-122"/>
                </a:endParaRPr>
              </a:p>
            </p:txBody>
          </p:sp>
        </p:grpSp>
      </p:grpSp>
      <p:grpSp>
        <p:nvGrpSpPr>
          <p:cNvPr id="10" name="组合 9"/>
          <p:cNvGrpSpPr/>
          <p:nvPr/>
        </p:nvGrpSpPr>
        <p:grpSpPr>
          <a:xfrm>
            <a:off x="6025270" y="2200270"/>
            <a:ext cx="2158425" cy="1652827"/>
            <a:chOff x="4675784" y="2200270"/>
            <a:chExt cx="2158425" cy="1652827"/>
          </a:xfrm>
          <a:solidFill>
            <a:schemeClr val="accent1"/>
          </a:solidFill>
        </p:grpSpPr>
        <p:sp>
          <p:nvSpPr>
            <p:cNvPr id="40" name="椭圆 39"/>
            <p:cNvSpPr/>
            <p:nvPr/>
          </p:nvSpPr>
          <p:spPr bwMode="auto">
            <a:xfrm>
              <a:off x="5182473" y="2989037"/>
              <a:ext cx="1080075" cy="864060"/>
            </a:xfrm>
            <a:prstGeom prst="ellipse">
              <a:avLst/>
            </a:prstGeom>
            <a:grpFill/>
            <a:ln>
              <a:noFill/>
            </a:ln>
          </p:spPr>
          <p:txBody>
            <a:bodyPr anchor="ctr"/>
            <a:lstStyle/>
            <a:p>
              <a:pPr algn="ctr">
                <a:defRPr/>
              </a:pPr>
              <a:r>
                <a:rPr lang="zh-CN" altLang="en-US" sz="2000" b="1" dirty="0">
                  <a:solidFill>
                    <a:schemeClr val="bg1"/>
                  </a:solidFill>
                  <a:latin typeface="微软雅黑" pitchFamily="34" charset="-122"/>
                  <a:ea typeface="微软雅黑" pitchFamily="34" charset="-122"/>
                </a:rPr>
                <a:t>数据模型</a:t>
              </a:r>
            </a:p>
          </p:txBody>
        </p:sp>
        <p:sp>
          <p:nvSpPr>
            <p:cNvPr id="45" name="AutoShape 3"/>
            <p:cNvSpPr>
              <a:spLocks/>
            </p:cNvSpPr>
            <p:nvPr/>
          </p:nvSpPr>
          <p:spPr bwMode="auto">
            <a:xfrm rot="-5340000">
              <a:off x="5616921" y="1259133"/>
              <a:ext cx="276152" cy="2158425"/>
            </a:xfrm>
            <a:prstGeom prst="leftBrace">
              <a:avLst>
                <a:gd name="adj1" fmla="val 60049"/>
                <a:gd name="adj2" fmla="val 50000"/>
              </a:avLst>
            </a:prstGeom>
            <a:noFill/>
            <a:ln w="38100">
              <a:solidFill>
                <a:srgbClr val="99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TW" altLang="en-US" sz="2400">
                <a:solidFill>
                  <a:srgbClr val="990099"/>
                </a:solidFill>
                <a:effectLst>
                  <a:outerShdw blurRad="38100" dist="38100" dir="2700000" algn="tl">
                    <a:srgbClr val="C0C0C0"/>
                  </a:outerShdw>
                </a:effectLst>
                <a:latin typeface="Times New Roman" pitchFamily="18" charset="0"/>
              </a:endParaRPr>
            </a:p>
          </p:txBody>
        </p:sp>
        <p:sp>
          <p:nvSpPr>
            <p:cNvPr id="8" name="下箭头 7"/>
            <p:cNvSpPr/>
            <p:nvPr/>
          </p:nvSpPr>
          <p:spPr bwMode="auto">
            <a:xfrm>
              <a:off x="5595140" y="2525216"/>
              <a:ext cx="302553" cy="432030"/>
            </a:xfrm>
            <a:prstGeom prst="downArrow">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sz="3200" b="1" dirty="0">
                <a:solidFill>
                  <a:schemeClr val="bg1"/>
                </a:solidFill>
                <a:latin typeface="微软雅黑" pitchFamily="34" charset="-122"/>
                <a:ea typeface="微软雅黑" pitchFamily="34" charset="-122"/>
              </a:endParaRPr>
            </a:p>
          </p:txBody>
        </p:sp>
      </p:grpSp>
      <p:grpSp>
        <p:nvGrpSpPr>
          <p:cNvPr id="12" name="组合 11"/>
          <p:cNvGrpSpPr/>
          <p:nvPr/>
        </p:nvGrpSpPr>
        <p:grpSpPr>
          <a:xfrm>
            <a:off x="4496456" y="3948698"/>
            <a:ext cx="5364371" cy="2072481"/>
            <a:chOff x="3676891" y="3933035"/>
            <a:chExt cx="4300330" cy="1948726"/>
          </a:xfrm>
          <a:solidFill>
            <a:schemeClr val="accent1"/>
          </a:solidFill>
        </p:grpSpPr>
        <p:sp>
          <p:nvSpPr>
            <p:cNvPr id="50" name="椭圆 49"/>
            <p:cNvSpPr/>
            <p:nvPr/>
          </p:nvSpPr>
          <p:spPr bwMode="auto">
            <a:xfrm>
              <a:off x="3676891" y="5017701"/>
              <a:ext cx="1080075" cy="864060"/>
            </a:xfrm>
            <a:prstGeom prst="ellipse">
              <a:avLst/>
            </a:prstGeom>
            <a:grpFill/>
            <a:ln>
              <a:noFill/>
            </a:ln>
          </p:spPr>
          <p:txBody>
            <a:bodyPr anchor="ctr"/>
            <a:lstStyle/>
            <a:p>
              <a:pPr algn="ctr">
                <a:defRPr/>
              </a:pPr>
              <a:r>
                <a:rPr lang="zh-CN" altLang="en-US" sz="2000" b="1" dirty="0">
                  <a:solidFill>
                    <a:schemeClr val="bg1"/>
                  </a:solidFill>
                  <a:latin typeface="微软雅黑" pitchFamily="34" charset="-122"/>
                  <a:ea typeface="微软雅黑" pitchFamily="34" charset="-122"/>
                </a:rPr>
                <a:t>层次网状模型</a:t>
              </a:r>
            </a:p>
          </p:txBody>
        </p:sp>
        <p:sp>
          <p:nvSpPr>
            <p:cNvPr id="51" name="椭圆 50"/>
            <p:cNvSpPr/>
            <p:nvPr/>
          </p:nvSpPr>
          <p:spPr bwMode="auto">
            <a:xfrm>
              <a:off x="5285875" y="5017701"/>
              <a:ext cx="1080075" cy="864060"/>
            </a:xfrm>
            <a:prstGeom prst="ellipse">
              <a:avLst/>
            </a:prstGeom>
            <a:grpFill/>
            <a:ln>
              <a:noFill/>
            </a:ln>
          </p:spPr>
          <p:txBody>
            <a:bodyPr anchor="ctr"/>
            <a:lstStyle/>
            <a:p>
              <a:pPr algn="ctr">
                <a:defRPr/>
              </a:pPr>
              <a:r>
                <a:rPr lang="zh-CN" altLang="en-US" sz="2000" b="1" dirty="0">
                  <a:solidFill>
                    <a:schemeClr val="bg1"/>
                  </a:solidFill>
                  <a:latin typeface="微软雅黑" pitchFamily="34" charset="-122"/>
                  <a:ea typeface="微软雅黑" pitchFamily="34" charset="-122"/>
                </a:rPr>
                <a:t>关系模型</a:t>
              </a:r>
            </a:p>
          </p:txBody>
        </p:sp>
        <p:sp>
          <p:nvSpPr>
            <p:cNvPr id="52" name="椭圆 51"/>
            <p:cNvSpPr/>
            <p:nvPr/>
          </p:nvSpPr>
          <p:spPr bwMode="auto">
            <a:xfrm>
              <a:off x="6897146" y="5017701"/>
              <a:ext cx="1080075" cy="864060"/>
            </a:xfrm>
            <a:prstGeom prst="ellipse">
              <a:avLst/>
            </a:prstGeom>
            <a:grpFill/>
            <a:ln>
              <a:noFill/>
            </a:ln>
          </p:spPr>
          <p:txBody>
            <a:bodyPr anchor="ctr"/>
            <a:lstStyle/>
            <a:p>
              <a:pPr algn="ctr">
                <a:defRPr/>
              </a:pPr>
              <a:r>
                <a:rPr lang="zh-CN" altLang="en-US" sz="2000" b="1" dirty="0">
                  <a:solidFill>
                    <a:schemeClr val="bg1"/>
                  </a:solidFill>
                  <a:latin typeface="微软雅黑" pitchFamily="34" charset="-122"/>
                  <a:ea typeface="微软雅黑" pitchFamily="34" charset="-122"/>
                </a:rPr>
                <a:t>非关系模型</a:t>
              </a:r>
            </a:p>
          </p:txBody>
        </p:sp>
        <p:sp>
          <p:nvSpPr>
            <p:cNvPr id="53" name="AutoShape 3"/>
            <p:cNvSpPr>
              <a:spLocks/>
            </p:cNvSpPr>
            <p:nvPr/>
          </p:nvSpPr>
          <p:spPr bwMode="auto">
            <a:xfrm rot="5340000">
              <a:off x="5584221" y="2822292"/>
              <a:ext cx="324389" cy="3708431"/>
            </a:xfrm>
            <a:prstGeom prst="leftBrace">
              <a:avLst>
                <a:gd name="adj1" fmla="val 60049"/>
                <a:gd name="adj2" fmla="val 50000"/>
              </a:avLst>
            </a:prstGeom>
            <a:noFill/>
            <a:ln w="38100">
              <a:solidFill>
                <a:srgbClr val="99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TW" altLang="en-US" sz="2400">
                <a:solidFill>
                  <a:srgbClr val="990099"/>
                </a:solidFill>
                <a:effectLst>
                  <a:outerShdw blurRad="38100" dist="38100" dir="2700000" algn="tl">
                    <a:srgbClr val="C0C0C0"/>
                  </a:outerShdw>
                </a:effectLst>
                <a:latin typeface="Times New Roman" pitchFamily="18" charset="0"/>
              </a:endParaRPr>
            </a:p>
          </p:txBody>
        </p:sp>
        <p:sp>
          <p:nvSpPr>
            <p:cNvPr id="59" name="下箭头 58"/>
            <p:cNvSpPr/>
            <p:nvPr/>
          </p:nvSpPr>
          <p:spPr bwMode="auto">
            <a:xfrm>
              <a:off x="5603720" y="3933035"/>
              <a:ext cx="302553" cy="432030"/>
            </a:xfrm>
            <a:prstGeom prst="downArrow">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sz="3200" b="1" dirty="0">
                <a:solidFill>
                  <a:schemeClr val="bg1"/>
                </a:solidFill>
                <a:latin typeface="微软雅黑" pitchFamily="34" charset="-122"/>
                <a:ea typeface="微软雅黑" pitchFamily="34" charset="-122"/>
              </a:endParaRPr>
            </a:p>
          </p:txBody>
        </p:sp>
      </p:grpSp>
      <p:grpSp>
        <p:nvGrpSpPr>
          <p:cNvPr id="11" name="组合 10"/>
          <p:cNvGrpSpPr/>
          <p:nvPr/>
        </p:nvGrpSpPr>
        <p:grpSpPr>
          <a:xfrm>
            <a:off x="7850876" y="2072728"/>
            <a:ext cx="3209215" cy="2924166"/>
            <a:chOff x="6436814" y="2072728"/>
            <a:chExt cx="2777185" cy="2924166"/>
          </a:xfrm>
          <a:solidFill>
            <a:schemeClr val="accent1"/>
          </a:solidFill>
        </p:grpSpPr>
        <p:sp>
          <p:nvSpPr>
            <p:cNvPr id="47" name="AutoShape 3"/>
            <p:cNvSpPr>
              <a:spLocks/>
            </p:cNvSpPr>
            <p:nvPr/>
          </p:nvSpPr>
          <p:spPr bwMode="auto">
            <a:xfrm>
              <a:off x="7539038" y="2445551"/>
              <a:ext cx="215900" cy="1865610"/>
            </a:xfrm>
            <a:prstGeom prst="leftBrace">
              <a:avLst>
                <a:gd name="adj1" fmla="val 60049"/>
                <a:gd name="adj2" fmla="val 50000"/>
              </a:avLst>
            </a:prstGeom>
            <a:noFill/>
            <a:ln w="38100">
              <a:solidFill>
                <a:srgbClr val="99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TW" altLang="en-US" sz="2400">
                <a:solidFill>
                  <a:srgbClr val="990099"/>
                </a:solidFill>
                <a:effectLst>
                  <a:outerShdw blurRad="38100" dist="38100" dir="2700000" algn="tl">
                    <a:srgbClr val="C0C0C0"/>
                  </a:outerShdw>
                </a:effectLst>
                <a:latin typeface="Times New Roman" pitchFamily="18" charset="0"/>
              </a:endParaRPr>
            </a:p>
          </p:txBody>
        </p:sp>
        <p:sp>
          <p:nvSpPr>
            <p:cNvPr id="4" name="右箭头 3"/>
            <p:cNvSpPr/>
            <p:nvPr/>
          </p:nvSpPr>
          <p:spPr bwMode="auto">
            <a:xfrm>
              <a:off x="6436814" y="3220856"/>
              <a:ext cx="912474" cy="400422"/>
            </a:xfrm>
            <a:prstGeom prst="rightArrow">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sz="3200" b="1" dirty="0">
                <a:solidFill>
                  <a:schemeClr val="bg1"/>
                </a:solidFill>
                <a:latin typeface="微软雅黑" pitchFamily="34" charset="-122"/>
                <a:ea typeface="微软雅黑" pitchFamily="34" charset="-122"/>
              </a:endParaRPr>
            </a:p>
          </p:txBody>
        </p:sp>
        <p:sp>
          <p:nvSpPr>
            <p:cNvPr id="60" name="椭圆 59"/>
            <p:cNvSpPr/>
            <p:nvPr/>
          </p:nvSpPr>
          <p:spPr bwMode="auto">
            <a:xfrm>
              <a:off x="8115315" y="2072728"/>
              <a:ext cx="1080075" cy="864060"/>
            </a:xfrm>
            <a:prstGeom prst="ellipse">
              <a:avLst/>
            </a:prstGeom>
            <a:grpFill/>
            <a:ln>
              <a:noFill/>
            </a:ln>
          </p:spPr>
          <p:txBody>
            <a:bodyPr anchor="ctr"/>
            <a:lstStyle/>
            <a:p>
              <a:pPr algn="ctr">
                <a:defRPr/>
              </a:pPr>
              <a:r>
                <a:rPr lang="zh-CN" altLang="en-US" sz="2000" b="1" dirty="0">
                  <a:solidFill>
                    <a:schemeClr val="bg1"/>
                  </a:solidFill>
                  <a:latin typeface="微软雅黑" pitchFamily="34" charset="-122"/>
                  <a:ea typeface="微软雅黑" pitchFamily="34" charset="-122"/>
                </a:rPr>
                <a:t>数据结构</a:t>
              </a:r>
            </a:p>
          </p:txBody>
        </p:sp>
        <p:sp>
          <p:nvSpPr>
            <p:cNvPr id="61" name="椭圆 60"/>
            <p:cNvSpPr/>
            <p:nvPr/>
          </p:nvSpPr>
          <p:spPr bwMode="auto">
            <a:xfrm>
              <a:off x="8133924" y="3173032"/>
              <a:ext cx="1080075" cy="864060"/>
            </a:xfrm>
            <a:prstGeom prst="ellipse">
              <a:avLst/>
            </a:prstGeom>
            <a:grpFill/>
            <a:ln>
              <a:noFill/>
            </a:ln>
          </p:spPr>
          <p:txBody>
            <a:bodyPr anchor="ctr"/>
            <a:lstStyle/>
            <a:p>
              <a:pPr algn="ctr">
                <a:defRPr/>
              </a:pPr>
              <a:r>
                <a:rPr lang="zh-CN" altLang="en-US" sz="2000" b="1" dirty="0">
                  <a:solidFill>
                    <a:schemeClr val="bg1"/>
                  </a:solidFill>
                  <a:latin typeface="微软雅黑" pitchFamily="34" charset="-122"/>
                  <a:ea typeface="微软雅黑" pitchFamily="34" charset="-122"/>
                </a:rPr>
                <a:t>数据操作</a:t>
              </a:r>
            </a:p>
          </p:txBody>
        </p:sp>
        <p:sp>
          <p:nvSpPr>
            <p:cNvPr id="63" name="椭圆 62"/>
            <p:cNvSpPr/>
            <p:nvPr/>
          </p:nvSpPr>
          <p:spPr bwMode="auto">
            <a:xfrm>
              <a:off x="8115315" y="4132834"/>
              <a:ext cx="1080075" cy="864060"/>
            </a:xfrm>
            <a:prstGeom prst="ellipse">
              <a:avLst/>
            </a:prstGeom>
            <a:grpFill/>
            <a:ln>
              <a:noFill/>
            </a:ln>
          </p:spPr>
          <p:txBody>
            <a:bodyPr anchor="ctr"/>
            <a:lstStyle/>
            <a:p>
              <a:pPr algn="ctr">
                <a:defRPr/>
              </a:pPr>
              <a:r>
                <a:rPr lang="zh-CN" altLang="en-US" sz="2000" b="1" dirty="0">
                  <a:solidFill>
                    <a:schemeClr val="bg1"/>
                  </a:solidFill>
                  <a:latin typeface="微软雅黑" pitchFamily="34" charset="-122"/>
                  <a:ea typeface="微软雅黑" pitchFamily="34" charset="-122"/>
                </a:rPr>
                <a:t>完整约束</a:t>
              </a:r>
            </a:p>
          </p:txBody>
        </p:sp>
      </p:grpSp>
      <p:grpSp>
        <p:nvGrpSpPr>
          <p:cNvPr id="14" name="组合 13"/>
          <p:cNvGrpSpPr/>
          <p:nvPr/>
        </p:nvGrpSpPr>
        <p:grpSpPr>
          <a:xfrm>
            <a:off x="293688" y="2203450"/>
            <a:ext cx="3025775" cy="1217617"/>
            <a:chOff x="293688" y="2203450"/>
            <a:chExt cx="3025775" cy="1217617"/>
          </a:xfrm>
        </p:grpSpPr>
        <p:sp>
          <p:nvSpPr>
            <p:cNvPr id="44" name="椭圆 43"/>
            <p:cNvSpPr/>
            <p:nvPr/>
          </p:nvSpPr>
          <p:spPr bwMode="auto">
            <a:xfrm>
              <a:off x="1922885" y="2557007"/>
              <a:ext cx="1080075" cy="864060"/>
            </a:xfrm>
            <a:prstGeom prst="ellipse">
              <a:avLst/>
            </a:prstGeom>
            <a:solidFill>
              <a:schemeClr val="accent1"/>
            </a:solidFill>
            <a:ln>
              <a:noFill/>
            </a:ln>
          </p:spPr>
          <p:txBody>
            <a:bodyPr anchor="ctr"/>
            <a:lstStyle/>
            <a:p>
              <a:pPr algn="ctr">
                <a:defRPr/>
              </a:pPr>
              <a:r>
                <a:rPr lang="en-US" altLang="zh-CN" sz="2000" b="1" dirty="0">
                  <a:solidFill>
                    <a:schemeClr val="bg1"/>
                  </a:solidFill>
                  <a:latin typeface="微软雅黑" pitchFamily="34" charset="-122"/>
                  <a:ea typeface="微软雅黑" pitchFamily="34" charset="-122"/>
                </a:rPr>
                <a:t>SQL</a:t>
              </a:r>
              <a:endParaRPr lang="zh-CN" altLang="en-US" sz="2000" b="1" dirty="0">
                <a:solidFill>
                  <a:schemeClr val="bg1"/>
                </a:solidFill>
                <a:latin typeface="微软雅黑" pitchFamily="34" charset="-122"/>
                <a:ea typeface="微软雅黑" pitchFamily="34" charset="-122"/>
              </a:endParaRPr>
            </a:p>
          </p:txBody>
        </p:sp>
        <p:pic>
          <p:nvPicPr>
            <p:cNvPr id="28680" name="图片 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3688" y="2403475"/>
              <a:ext cx="10080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1" name="左右箭头 14"/>
            <p:cNvSpPr>
              <a:spLocks noChangeArrowheads="1"/>
            </p:cNvSpPr>
            <p:nvPr/>
          </p:nvSpPr>
          <p:spPr bwMode="auto">
            <a:xfrm>
              <a:off x="1225550" y="2909888"/>
              <a:ext cx="617538" cy="263525"/>
            </a:xfrm>
            <a:prstGeom prst="leftRightArrow">
              <a:avLst>
                <a:gd name="adj1" fmla="val 50000"/>
                <a:gd name="adj2" fmla="val 49992"/>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sp>
          <p:nvSpPr>
            <p:cNvPr id="34" name="Rectangle 4"/>
            <p:cNvSpPr>
              <a:spLocks noChangeArrowheads="1"/>
            </p:cNvSpPr>
            <p:nvPr/>
          </p:nvSpPr>
          <p:spPr bwMode="auto">
            <a:xfrm>
              <a:off x="1225550" y="2203450"/>
              <a:ext cx="95567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3200" b="1" dirty="0">
                  <a:solidFill>
                    <a:schemeClr val="accent2"/>
                  </a:solidFill>
                  <a:effectLst>
                    <a:outerShdw blurRad="38100" dist="38100" dir="2700000" algn="tl">
                      <a:srgbClr val="C0C0C0"/>
                    </a:outerShdw>
                  </a:effectLst>
                  <a:latin typeface="仿宋_GB2312" pitchFamily="49" charset="-122"/>
                  <a:ea typeface="仿宋_GB2312" pitchFamily="49" charset="-122"/>
                </a:rPr>
                <a:t>SQL</a:t>
              </a:r>
              <a:endParaRPr lang="zh-CN" altLang="en-US" sz="3200" b="1" dirty="0">
                <a:solidFill>
                  <a:schemeClr val="accent2"/>
                </a:solidFill>
                <a:effectLst>
                  <a:outerShdw blurRad="38100" dist="38100" dir="2700000" algn="tl">
                    <a:srgbClr val="C0C0C0"/>
                  </a:outerShdw>
                </a:effectLst>
                <a:latin typeface="仿宋_GB2312" pitchFamily="49" charset="-122"/>
                <a:ea typeface="仿宋_GB2312" pitchFamily="49" charset="-122"/>
              </a:endParaRPr>
            </a:p>
          </p:txBody>
        </p:sp>
        <p:sp>
          <p:nvSpPr>
            <p:cNvPr id="28683" name="左右箭头 14"/>
            <p:cNvSpPr>
              <a:spLocks noChangeArrowheads="1"/>
            </p:cNvSpPr>
            <p:nvPr/>
          </p:nvSpPr>
          <p:spPr bwMode="auto">
            <a:xfrm>
              <a:off x="2979738" y="2889250"/>
              <a:ext cx="339725" cy="263525"/>
            </a:xfrm>
            <a:prstGeom prst="leftRightArrow">
              <a:avLst>
                <a:gd name="adj1" fmla="val 50000"/>
                <a:gd name="adj2" fmla="val 49985"/>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sz="3200" b="1">
                <a:solidFill>
                  <a:schemeClr val="bg1"/>
                </a:solidFill>
                <a:latin typeface="微软雅黑" pitchFamily="34" charset="-122"/>
                <a:ea typeface="微软雅黑" pitchFamily="34" charset="-122"/>
              </a:endParaRPr>
            </a:p>
          </p:txBody>
        </p:sp>
      </p:gr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500" fill="hold"/>
                                        <p:tgtEl>
                                          <p:spTgt spid="16"/>
                                        </p:tgtEl>
                                        <p:attrNameLst>
                                          <p:attrName>ppt_x</p:attrName>
                                        </p:attrNameLst>
                                      </p:cBhvr>
                                      <p:tavLst>
                                        <p:tav tm="0">
                                          <p:val>
                                            <p:strVal val="#ppt_x"/>
                                          </p:val>
                                        </p:tav>
                                        <p:tav tm="100000">
                                          <p:val>
                                            <p:strVal val="#ppt_x"/>
                                          </p:val>
                                        </p:tav>
                                      </p:tavLst>
                                    </p:anim>
                                    <p:anim calcmode="lin" valueType="num">
                                      <p:cBhvr additive="base">
                                        <p:cTn id="23"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500" fill="hold"/>
                                        <p:tgtEl>
                                          <p:spTgt spid="14"/>
                                        </p:tgtEl>
                                        <p:attrNameLst>
                                          <p:attrName>ppt_x</p:attrName>
                                        </p:attrNameLst>
                                      </p:cBhvr>
                                      <p:tavLst>
                                        <p:tav tm="0">
                                          <p:val>
                                            <p:strVal val="#ppt_x"/>
                                          </p:val>
                                        </p:tav>
                                        <p:tav tm="100000">
                                          <p:val>
                                            <p:strVal val="#ppt_x"/>
                                          </p:val>
                                        </p:tav>
                                      </p:tavLst>
                                    </p:anim>
                                    <p:anim calcmode="lin" valueType="num">
                                      <p:cBhvr additive="base">
                                        <p:cTn id="2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WordArt 3"/>
          <p:cNvSpPr>
            <a:spLocks noChangeArrowheads="1" noChangeShapeType="1" noTextEdit="1"/>
          </p:cNvSpPr>
          <p:nvPr/>
        </p:nvSpPr>
        <p:spPr bwMode="gray">
          <a:xfrm>
            <a:off x="2498725" y="3235325"/>
            <a:ext cx="7683500" cy="863600"/>
          </a:xfrm>
          <a:prstGeom prst="rect">
            <a:avLst/>
          </a:prstGeom>
        </p:spPr>
        <p:txBody>
          <a:bodyPr wrap="none" fromWordArt="1">
            <a:prstTxWarp prst="textDeflate">
              <a:avLst>
                <a:gd name="adj" fmla="val 0"/>
              </a:avLst>
            </a:prstTxWarp>
          </a:bodyPr>
          <a:lstStyle/>
          <a:p>
            <a:pPr algn="ctr"/>
            <a:r>
              <a:rPr lang="en-US" altLang="zh-CN" sz="3600" b="1" i="1" kern="10" dirty="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chemeClr val="tx2">
                      <a:alpha val="50000"/>
                    </a:schemeClr>
                  </a:outerShdw>
                </a:effectLst>
                <a:latin typeface="Arial"/>
                <a:cs typeface="Arial"/>
              </a:rPr>
              <a:t>Thank You !</a:t>
            </a:r>
            <a:endParaRPr lang="zh-CN" altLang="en-US" sz="3600" b="1" i="1" kern="10" dirty="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chemeClr val="tx2">
                    <a:alpha val="50000"/>
                  </a:schemeClr>
                </a:outerShdw>
              </a:effectLst>
              <a:latin typeface="Arial"/>
              <a:cs typeface="Arial"/>
            </a:endParaRPr>
          </a:p>
        </p:txBody>
      </p:sp>
      <p:sp>
        <p:nvSpPr>
          <p:cNvPr id="4"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defRPr/>
            </a:pPr>
            <a:r>
              <a:rPr lang="zh-CN" altLang="en-US" sz="4000" b="1" dirty="0">
                <a:solidFill>
                  <a:schemeClr val="bg1"/>
                </a:solidFill>
                <a:latin typeface="+mn-ea"/>
                <a:ea typeface="+mn-ea"/>
              </a:rPr>
              <a:t>谢谢学习</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a:spPr>
      <a:bodyPr anchor="ctr"/>
      <a:lstStyle>
        <a:defPPr algn="ctr">
          <a:defRPr sz="3200" b="1" dirty="0">
            <a:solidFill>
              <a:schemeClr val="bg1"/>
            </a:solidFill>
            <a:latin typeface="微软雅黑" pitchFamily="34" charset="-122"/>
            <a:ea typeface="微软雅黑"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alt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5730</TotalTime>
  <Pages>0</Pages>
  <Words>1096</Words>
  <Characters>0</Characters>
  <Application>Microsoft Office PowerPoint</Application>
  <DocSecurity>0</DocSecurity>
  <PresentationFormat>自定义</PresentationFormat>
  <Lines>0</Lines>
  <Paragraphs>221</Paragraphs>
  <Slides>21</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21</vt:i4>
      </vt:variant>
    </vt:vector>
  </HeadingPairs>
  <TitlesOfParts>
    <vt:vector size="37" baseType="lpstr">
      <vt:lpstr>仿宋_GB2312</vt:lpstr>
      <vt:lpstr>黑体</vt:lpstr>
      <vt:lpstr>华文行楷</vt:lpstr>
      <vt:lpstr>楷体_GB2312</vt:lpstr>
      <vt:lpstr>隶书</vt:lpstr>
      <vt:lpstr>宋体</vt:lpstr>
      <vt:lpstr>微软雅黑</vt:lpstr>
      <vt:lpstr>Arial</vt:lpstr>
      <vt:lpstr>Calibri</vt:lpstr>
      <vt:lpstr>Courier New</vt:lpstr>
      <vt:lpstr>Franklin Gothic Medium</vt:lpstr>
      <vt:lpstr>Tahoma</vt:lpstr>
      <vt:lpstr>Times New Roman</vt:lpstr>
      <vt:lpstr>Wingdings</vt:lpstr>
      <vt:lpstr>Office 主题</vt:lpstr>
      <vt:lpstr>剪辑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PC</dc:creator>
  <cp:lastModifiedBy>redhare lrz</cp:lastModifiedBy>
  <cp:revision>346</cp:revision>
  <dcterms:created xsi:type="dcterms:W3CDTF">2014-10-24T14:22:44Z</dcterms:created>
  <dcterms:modified xsi:type="dcterms:W3CDTF">2024-09-13T05:46:13Z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2052-9.1.0.4855</vt:lpwstr>
  </property>
</Properties>
</file>