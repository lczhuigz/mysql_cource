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675" r:id="rId2"/>
    <p:sldId id="257" r:id="rId3"/>
    <p:sldId id="645" r:id="rId4"/>
    <p:sldId id="676" r:id="rId5"/>
    <p:sldId id="646" r:id="rId6"/>
    <p:sldId id="647" r:id="rId7"/>
    <p:sldId id="649" r:id="rId8"/>
    <p:sldId id="650" r:id="rId9"/>
    <p:sldId id="660" r:id="rId10"/>
    <p:sldId id="652" r:id="rId11"/>
    <p:sldId id="653" r:id="rId12"/>
    <p:sldId id="654" r:id="rId13"/>
    <p:sldId id="655" r:id="rId14"/>
    <p:sldId id="656" r:id="rId15"/>
    <p:sldId id="657" r:id="rId16"/>
    <p:sldId id="658" r:id="rId17"/>
    <p:sldId id="659" r:id="rId18"/>
    <p:sldId id="661" r:id="rId19"/>
    <p:sldId id="662" r:id="rId20"/>
    <p:sldId id="663" r:id="rId21"/>
    <p:sldId id="664" r:id="rId22"/>
    <p:sldId id="672" r:id="rId23"/>
    <p:sldId id="667" r:id="rId24"/>
    <p:sldId id="668" r:id="rId25"/>
    <p:sldId id="677" r:id="rId26"/>
    <p:sldId id="669" r:id="rId27"/>
    <p:sldId id="670" r:id="rId28"/>
    <p:sldId id="678" r:id="rId29"/>
    <p:sldId id="679" r:id="rId30"/>
    <p:sldId id="681" r:id="rId31"/>
    <p:sldId id="682" r:id="rId32"/>
    <p:sldId id="683" r:id="rId33"/>
    <p:sldId id="624" r:id="rId34"/>
    <p:sldId id="608" r:id="rId35"/>
  </p:sldIdLst>
  <p:sldSz cx="1219835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47"/>
    <a:srgbClr val="3366FF"/>
    <a:srgbClr val="8AC739"/>
    <a:srgbClr val="FF9933"/>
    <a:srgbClr val="FF9900"/>
    <a:srgbClr val="CC9900"/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>
      <p:cViewPr varScale="1">
        <p:scale>
          <a:sx n="67" d="100"/>
          <a:sy n="67" d="100"/>
        </p:scale>
        <p:origin x="828" y="78"/>
      </p:cViewPr>
      <p:guideLst>
        <p:guide orient="horz" pos="2102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880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105E1AE-7D2F-5472-43F4-6E2E79C3FA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AEF000-CEA2-3106-1871-B7DF4F0184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2CD0493E-F833-49CA-BBC3-8E9C5E0B37CB}" type="datetimeFigureOut">
              <a:rPr lang="zh-CN" altLang="en-US"/>
              <a:pPr>
                <a:defRPr/>
              </a:pPr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BBCEEC-EA25-96A5-A800-285B900B35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3C9B60-B962-8E0E-0458-514D1B1686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D459D4-8A56-45F4-B815-ADF18636AF8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B245EFEA-72CB-D6E5-DBD3-F9F66799FAE1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9FF4377C-BF49-A282-FBFA-925818DA63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26C2771-331D-4F08-83C1-A2D165AAAC85}" type="datetime1">
              <a:rPr lang="zh-CN" altLang="en-US"/>
              <a:pPr>
                <a:defRPr/>
              </a:pPr>
              <a:t>2026/9/22</a:t>
            </a:fld>
            <a:endParaRPr lang="en-US" altLang="zh-CN" sz="1200"/>
          </a:p>
        </p:txBody>
      </p:sp>
      <p:sp>
        <p:nvSpPr>
          <p:cNvPr id="37892" name="幻灯片图像占位符 3">
            <a:extLst>
              <a:ext uri="{FF2B5EF4-FFF2-40B4-BE49-F238E27FC236}">
                <a16:creationId xmlns:a16="http://schemas.microsoft.com/office/drawing/2014/main" id="{E3C9F558-58F3-D4C9-A452-4E2C8A94010A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5845" name="备注占位符 4">
            <a:extLst>
              <a:ext uri="{FF2B5EF4-FFF2-40B4-BE49-F238E27FC236}">
                <a16:creationId xmlns:a16="http://schemas.microsoft.com/office/drawing/2014/main" id="{3FE1B3CD-984E-03E2-F4A6-770C6200322F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单击此处编辑母版文本样式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第二级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第三级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第四级</a:t>
            </a:r>
          </a:p>
          <a:p>
            <a:pPr>
              <a:spcBef>
                <a:spcPct val="30000"/>
              </a:spcBef>
              <a:buFont typeface="Arial" charset="0"/>
              <a:buNone/>
              <a:defRPr/>
            </a:pPr>
            <a:r>
              <a:rPr lang="zh-CN" altLang="en-US" sz="1200">
                <a:solidFill>
                  <a:srgbClr val="000000"/>
                </a:solidFill>
              </a:rPr>
              <a:t>第五级</a:t>
            </a:r>
            <a:endParaRPr lang="zh-CN" altLang="en-US"/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A4EF8568-2485-634A-BDC1-FCE0A9D4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D39876FE-8808-9253-2806-AED2A9962D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1D8EF351-13B6-44F4-B82F-D0988A117C78}" type="slidenum">
              <a:rPr lang="zh-CN" altLang="en-US"/>
              <a:pPr/>
              <a:t>‹#›</a:t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9A4BDA28-9008-68F2-16DD-05F043A503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BC6E86D2-9B04-A1C5-C6D0-3785AFD368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日期占位符 3">
            <a:extLst>
              <a:ext uri="{FF2B5EF4-FFF2-40B4-BE49-F238E27FC236}">
                <a16:creationId xmlns:a16="http://schemas.microsoft.com/office/drawing/2014/main" id="{E5564191-9DAB-247B-0A45-769813FACE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E42BA1-F06C-4FC4-982E-8DA6C18ED41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38917" name="灯片编号占位符 4">
            <a:extLst>
              <a:ext uri="{FF2B5EF4-FFF2-40B4-BE49-F238E27FC236}">
                <a16:creationId xmlns:a16="http://schemas.microsoft.com/office/drawing/2014/main" id="{0632ABFA-D2FD-C6FA-2D24-22739B013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045999-9A53-43AC-A0D7-9C7D466B53BE}" type="slidenum">
              <a:rPr lang="zh-CN" altLang="en-US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B8BAEDE4-EDBA-CB49-605C-8EA42ECFDB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BEDED051-9E62-7332-E3BF-7894C9571B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日期占位符 3">
            <a:extLst>
              <a:ext uri="{FF2B5EF4-FFF2-40B4-BE49-F238E27FC236}">
                <a16:creationId xmlns:a16="http://schemas.microsoft.com/office/drawing/2014/main" id="{D686BC5A-2598-D0F0-36C3-5587A94381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3E7287-35FF-4FFF-88A5-3A12ADC5192A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39941" name="灯片编号占位符 4">
            <a:extLst>
              <a:ext uri="{FF2B5EF4-FFF2-40B4-BE49-F238E27FC236}">
                <a16:creationId xmlns:a16="http://schemas.microsoft.com/office/drawing/2014/main" id="{84803D9B-5383-0EE4-E8EA-5204D2094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F4B943-F7BC-4DD3-BB09-F2AC129CF20D}" type="slidenum">
              <a:rPr lang="zh-CN" altLang="en-US"/>
              <a:pPr/>
              <a:t>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B3A4FD04-22F2-A14D-2DA2-24C9C99B0D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EEBC4879-6F10-9EDC-48C0-57980183D2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4" name="日期占位符 3">
            <a:extLst>
              <a:ext uri="{FF2B5EF4-FFF2-40B4-BE49-F238E27FC236}">
                <a16:creationId xmlns:a16="http://schemas.microsoft.com/office/drawing/2014/main" id="{6DC06EFB-4DC2-8220-EB35-18438CEC1D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09D439-89F6-4E99-A6D3-70D7077164A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0965" name="灯片编号占位符 4">
            <a:extLst>
              <a:ext uri="{FF2B5EF4-FFF2-40B4-BE49-F238E27FC236}">
                <a16:creationId xmlns:a16="http://schemas.microsoft.com/office/drawing/2014/main" id="{34756B4A-86EA-E30A-931A-711973B37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6CD1171-3D22-4D74-A2DF-885722D3BD7F}" type="slidenum">
              <a:rPr lang="zh-CN" altLang="en-US"/>
              <a:pPr/>
              <a:t>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96DAC0BF-EED7-4CE8-552F-25E65359AA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825F701C-429A-88CB-C2C4-49CAA1A817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" name="日期占位符 3">
            <a:extLst>
              <a:ext uri="{FF2B5EF4-FFF2-40B4-BE49-F238E27FC236}">
                <a16:creationId xmlns:a16="http://schemas.microsoft.com/office/drawing/2014/main" id="{CD5CABD5-5408-E2A9-CD63-6ADDE7E19F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CE17A9-7752-499D-86B8-7F0AB87C630F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1989" name="灯片编号占位符 4">
            <a:extLst>
              <a:ext uri="{FF2B5EF4-FFF2-40B4-BE49-F238E27FC236}">
                <a16:creationId xmlns:a16="http://schemas.microsoft.com/office/drawing/2014/main" id="{5E8B8DB6-9F1B-B97B-B1BF-96FCD7BE5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4700EA-2602-4782-9C26-81F2411C9703}" type="slidenum">
              <a:rPr lang="zh-CN" altLang="en-US"/>
              <a:pPr/>
              <a:t>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39531A80-E0B5-E55E-5250-3910290DA7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429699F5-DD1D-51BD-FB46-3018650B69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日期占位符 3">
            <a:extLst>
              <a:ext uri="{FF2B5EF4-FFF2-40B4-BE49-F238E27FC236}">
                <a16:creationId xmlns:a16="http://schemas.microsoft.com/office/drawing/2014/main" id="{8FE06A44-2622-89F7-AD5B-1D172A7563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BEB45F-E85B-4224-881B-2B45FACDA188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3013" name="灯片编号占位符 4">
            <a:extLst>
              <a:ext uri="{FF2B5EF4-FFF2-40B4-BE49-F238E27FC236}">
                <a16:creationId xmlns:a16="http://schemas.microsoft.com/office/drawing/2014/main" id="{C45FDE02-47A8-0D89-A1AE-397C2FAAE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98CCE6-9254-4F3B-A772-F86976DDFF19}" type="slidenum">
              <a:rPr lang="zh-CN" altLang="en-US"/>
              <a:pPr/>
              <a:t>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A0AF8D9B-AA67-3E1B-1D3D-32F5B3D4E7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59829F85-84DB-B416-6C2A-43A886952E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日期占位符 3">
            <a:extLst>
              <a:ext uri="{FF2B5EF4-FFF2-40B4-BE49-F238E27FC236}">
                <a16:creationId xmlns:a16="http://schemas.microsoft.com/office/drawing/2014/main" id="{3E1DBE6D-6896-AAA0-A0D2-F182EBF02A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702D4F-2E94-4DC9-AD74-C1C86D0F13A7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4037" name="灯片编号占位符 4">
            <a:extLst>
              <a:ext uri="{FF2B5EF4-FFF2-40B4-BE49-F238E27FC236}">
                <a16:creationId xmlns:a16="http://schemas.microsoft.com/office/drawing/2014/main" id="{0061D123-BBC9-249C-C7A0-D06F7CB42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6FD2C7-42B8-40CC-9601-9BD770C3664A}" type="slidenum">
              <a:rPr lang="zh-CN" altLang="en-US"/>
              <a:pPr/>
              <a:t>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EE1BB4A8-AC03-78B6-4BCD-DD46206190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59B7263B-6344-6B26-FB4E-16C55E9164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日期占位符 3">
            <a:extLst>
              <a:ext uri="{FF2B5EF4-FFF2-40B4-BE49-F238E27FC236}">
                <a16:creationId xmlns:a16="http://schemas.microsoft.com/office/drawing/2014/main" id="{C91A2EBA-CD4D-6905-25DA-4C40A7D815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12BFD2-7C4C-4F69-AAFB-49C9E7C01BDD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5061" name="灯片编号占位符 4">
            <a:extLst>
              <a:ext uri="{FF2B5EF4-FFF2-40B4-BE49-F238E27FC236}">
                <a16:creationId xmlns:a16="http://schemas.microsoft.com/office/drawing/2014/main" id="{63824D0B-DB7A-0634-C14C-12BFA625B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56A096-7198-4F72-88BB-7C1362BCB84F}" type="slidenum">
              <a:rPr lang="zh-CN" altLang="en-US"/>
              <a:pPr/>
              <a:t>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CC7C8B85-42CC-913A-BD41-0AB266B571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8BD1824A-4F17-D7CA-06DE-409DDD99CB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日期占位符 3">
            <a:extLst>
              <a:ext uri="{FF2B5EF4-FFF2-40B4-BE49-F238E27FC236}">
                <a16:creationId xmlns:a16="http://schemas.microsoft.com/office/drawing/2014/main" id="{5E2B3288-F2CC-556E-9703-ED6141E79B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5628B1-8D1F-4B47-B1B2-EC86DC9D32DC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6085" name="灯片编号占位符 4">
            <a:extLst>
              <a:ext uri="{FF2B5EF4-FFF2-40B4-BE49-F238E27FC236}">
                <a16:creationId xmlns:a16="http://schemas.microsoft.com/office/drawing/2014/main" id="{7AB72637-21FB-CA3F-50D6-563B3C9C4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D65DE1-A009-4AA3-8331-E400A3028035}" type="slidenum">
              <a:rPr lang="zh-CN" altLang="en-US"/>
              <a:pPr/>
              <a:t>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F5E0A24B-F6EE-4FEE-07CE-715DA35403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6BA18B0E-3829-A68F-1C92-2E26631C6F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日期占位符 3">
            <a:extLst>
              <a:ext uri="{FF2B5EF4-FFF2-40B4-BE49-F238E27FC236}">
                <a16:creationId xmlns:a16="http://schemas.microsoft.com/office/drawing/2014/main" id="{0A9338B5-00CF-AF78-3F4A-1E73C28E32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42DD45-8911-450C-A4DB-5D9D5CAEA628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7109" name="灯片编号占位符 4">
            <a:extLst>
              <a:ext uri="{FF2B5EF4-FFF2-40B4-BE49-F238E27FC236}">
                <a16:creationId xmlns:a16="http://schemas.microsoft.com/office/drawing/2014/main" id="{76210E3D-E030-690E-463C-FF1924A6B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1F0371-12B5-4F29-9534-9421D73C83FC}" type="slidenum">
              <a:rPr lang="zh-CN" altLang="en-US"/>
              <a:pPr/>
              <a:t>10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462981A0-BB00-B0E9-ADF4-F346BA2C18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40C9414B-57B7-B22A-40B1-8252376D1E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日期占位符 3">
            <a:extLst>
              <a:ext uri="{FF2B5EF4-FFF2-40B4-BE49-F238E27FC236}">
                <a16:creationId xmlns:a16="http://schemas.microsoft.com/office/drawing/2014/main" id="{E6514282-805C-F1CD-EF37-6EAD02AC7D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AFCE4C-03AB-465D-A550-96EAE3F66C73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8133" name="灯片编号占位符 4">
            <a:extLst>
              <a:ext uri="{FF2B5EF4-FFF2-40B4-BE49-F238E27FC236}">
                <a16:creationId xmlns:a16="http://schemas.microsoft.com/office/drawing/2014/main" id="{F9F81256-353C-9660-F0CA-5F198CC10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339119F-10A3-4EAC-9DD5-C8AD7117F831}" type="slidenum">
              <a:rPr lang="zh-CN" altLang="en-US"/>
              <a:pPr/>
              <a:t>11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57BFA3BD-B55E-62BA-3275-AAF84F9DB2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715585D6-9A80-2FA9-62B4-727B4B5EEE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日期占位符 3">
            <a:extLst>
              <a:ext uri="{FF2B5EF4-FFF2-40B4-BE49-F238E27FC236}">
                <a16:creationId xmlns:a16="http://schemas.microsoft.com/office/drawing/2014/main" id="{2A1566BD-C335-B5A6-C99A-2A0198E2F1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337410-212D-4F1A-9294-B791ACD49969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49157" name="灯片编号占位符 4">
            <a:extLst>
              <a:ext uri="{FF2B5EF4-FFF2-40B4-BE49-F238E27FC236}">
                <a16:creationId xmlns:a16="http://schemas.microsoft.com/office/drawing/2014/main" id="{764E3155-CE8E-F4B5-EFD2-AD8C9B3D0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D2ADFB-C78E-4FC3-B934-10B26B4BAA7D}" type="slidenum">
              <a:rPr lang="zh-CN" altLang="en-US"/>
              <a:pPr/>
              <a:t>12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5B3499D8-9511-0515-DE95-754838E275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13F13B1F-6184-71D0-F016-6D1425E99B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日期占位符 3">
            <a:extLst>
              <a:ext uri="{FF2B5EF4-FFF2-40B4-BE49-F238E27FC236}">
                <a16:creationId xmlns:a16="http://schemas.microsoft.com/office/drawing/2014/main" id="{C761BC63-4A6C-D295-7C0C-55DE86A727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96947FF-7304-4211-9863-A627193368A0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0181" name="灯片编号占位符 4">
            <a:extLst>
              <a:ext uri="{FF2B5EF4-FFF2-40B4-BE49-F238E27FC236}">
                <a16:creationId xmlns:a16="http://schemas.microsoft.com/office/drawing/2014/main" id="{7BA2D4DB-B7B1-0A37-8CA8-39FAD4BCC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78EBE3-B69A-4429-AEAE-77F9D44D34A9}" type="slidenum">
              <a:rPr lang="zh-CN" altLang="en-US"/>
              <a:pPr/>
              <a:t>13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0A8D0316-9B76-73F7-E272-5331507FB2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BD49C1B9-C679-BF61-97BE-0190D18672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日期占位符 3">
            <a:extLst>
              <a:ext uri="{FF2B5EF4-FFF2-40B4-BE49-F238E27FC236}">
                <a16:creationId xmlns:a16="http://schemas.microsoft.com/office/drawing/2014/main" id="{948EE543-E37A-4DB3-137E-1CC8BA1628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49F3BE-993F-462C-821A-7B2DB152C9B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1205" name="灯片编号占位符 4">
            <a:extLst>
              <a:ext uri="{FF2B5EF4-FFF2-40B4-BE49-F238E27FC236}">
                <a16:creationId xmlns:a16="http://schemas.microsoft.com/office/drawing/2014/main" id="{A8280DA5-9C0F-58D9-8D4E-1CF47E722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A554881-67E2-42F9-A853-6FCAEEFA680D}" type="slidenum">
              <a:rPr lang="zh-CN" altLang="en-US"/>
              <a:pPr/>
              <a:t>14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5C290B82-06F4-F69C-78F8-AED0850F4F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AE8631A5-8CC5-A0D5-8B7D-3B90FE8686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日期占位符 3">
            <a:extLst>
              <a:ext uri="{FF2B5EF4-FFF2-40B4-BE49-F238E27FC236}">
                <a16:creationId xmlns:a16="http://schemas.microsoft.com/office/drawing/2014/main" id="{FE389C5C-6ED7-23F3-E077-A28890DCCF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1A6189-EC60-4AFE-B437-FA307E07EDF6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2229" name="灯片编号占位符 4">
            <a:extLst>
              <a:ext uri="{FF2B5EF4-FFF2-40B4-BE49-F238E27FC236}">
                <a16:creationId xmlns:a16="http://schemas.microsoft.com/office/drawing/2014/main" id="{7A4855E1-AD38-B45E-C780-A22844ABB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A45B39-69FB-4284-BCCB-3C0AF2465AA7}" type="slidenum">
              <a:rPr lang="zh-CN" altLang="en-US"/>
              <a:pPr/>
              <a:t>15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A3ED4B86-4352-FC45-B72B-567CFF79F3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42A4ED47-5F9F-E47F-4291-7C6FAA89EA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日期占位符 3">
            <a:extLst>
              <a:ext uri="{FF2B5EF4-FFF2-40B4-BE49-F238E27FC236}">
                <a16:creationId xmlns:a16="http://schemas.microsoft.com/office/drawing/2014/main" id="{37E09FB7-21C1-F97E-2250-E2E046DC31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37058E-2D52-40A7-85B8-1B52B3EDDD1C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3253" name="灯片编号占位符 4">
            <a:extLst>
              <a:ext uri="{FF2B5EF4-FFF2-40B4-BE49-F238E27FC236}">
                <a16:creationId xmlns:a16="http://schemas.microsoft.com/office/drawing/2014/main" id="{57D46235-167A-F1F7-C131-156B50759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F56553-3DBC-4C86-BEA9-991FCEFEDAEA}" type="slidenum">
              <a:rPr lang="zh-CN" altLang="en-US"/>
              <a:pPr/>
              <a:t>16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313B5ECF-CB62-B623-6A47-E84F892539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38DBE457-4A14-A97B-08EA-DC7DCB5800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日期占位符 3">
            <a:extLst>
              <a:ext uri="{FF2B5EF4-FFF2-40B4-BE49-F238E27FC236}">
                <a16:creationId xmlns:a16="http://schemas.microsoft.com/office/drawing/2014/main" id="{72874192-2272-3F6E-15A2-1F609C3695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2C1772-8BD6-44DB-B0A7-DEBA92780FFB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4277" name="灯片编号占位符 4">
            <a:extLst>
              <a:ext uri="{FF2B5EF4-FFF2-40B4-BE49-F238E27FC236}">
                <a16:creationId xmlns:a16="http://schemas.microsoft.com/office/drawing/2014/main" id="{7593E890-3AA5-9040-26C6-328370B22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DDC799-5407-480D-99A5-D1DBB88202D1}" type="slidenum">
              <a:rPr lang="zh-CN" altLang="en-US"/>
              <a:pPr/>
              <a:t>17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B6FA9D97-21F1-DD09-7AF2-A52EF96714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4A0048F3-A5A8-C2F2-F5ED-341148A71B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日期占位符 3">
            <a:extLst>
              <a:ext uri="{FF2B5EF4-FFF2-40B4-BE49-F238E27FC236}">
                <a16:creationId xmlns:a16="http://schemas.microsoft.com/office/drawing/2014/main" id="{2CADDB60-F62C-270A-2EF9-7AE047FB5B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FB9E7B-9ED7-47A4-935A-D55E984727C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5301" name="灯片编号占位符 4">
            <a:extLst>
              <a:ext uri="{FF2B5EF4-FFF2-40B4-BE49-F238E27FC236}">
                <a16:creationId xmlns:a16="http://schemas.microsoft.com/office/drawing/2014/main" id="{5A599D03-5AC1-EA6F-4F22-4E46E6C51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74B65A-EF38-43C9-9AA3-7E8159AC0CD4}" type="slidenum">
              <a:rPr lang="zh-CN" altLang="en-US"/>
              <a:pPr/>
              <a:t>18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1C82B279-183C-FE1D-F9B8-0D13CECF01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3BCC8079-D7BB-3594-1EFD-05A30A8FF1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4" name="日期占位符 3">
            <a:extLst>
              <a:ext uri="{FF2B5EF4-FFF2-40B4-BE49-F238E27FC236}">
                <a16:creationId xmlns:a16="http://schemas.microsoft.com/office/drawing/2014/main" id="{FF92C84B-6613-6786-317C-62C423EB87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56ADE68-FAC2-46C6-8D5A-E5D29A0C031E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6325" name="灯片编号占位符 4">
            <a:extLst>
              <a:ext uri="{FF2B5EF4-FFF2-40B4-BE49-F238E27FC236}">
                <a16:creationId xmlns:a16="http://schemas.microsoft.com/office/drawing/2014/main" id="{BE912212-E2ED-A335-F291-1F3EA1811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0EDD6E-ABDB-4124-B8FA-EE5844E1C423}" type="slidenum">
              <a:rPr lang="zh-CN" altLang="en-US"/>
              <a:pPr/>
              <a:t>19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982BA64C-52D7-1471-EEBE-D95B815F23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3ECC0A0B-A22E-3555-7018-F932A5712B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日期占位符 3">
            <a:extLst>
              <a:ext uri="{FF2B5EF4-FFF2-40B4-BE49-F238E27FC236}">
                <a16:creationId xmlns:a16="http://schemas.microsoft.com/office/drawing/2014/main" id="{9EB0F713-F861-8E33-019B-92DF67EF8B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058B84-CA1A-433E-805E-CFC7E5B3DF46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7349" name="灯片编号占位符 4">
            <a:extLst>
              <a:ext uri="{FF2B5EF4-FFF2-40B4-BE49-F238E27FC236}">
                <a16:creationId xmlns:a16="http://schemas.microsoft.com/office/drawing/2014/main" id="{521858F8-0B9C-E06D-3E1A-0B804CCDE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82B892-5A5B-463E-A1DB-B29E004D3E44}" type="slidenum">
              <a:rPr lang="zh-CN" altLang="en-US"/>
              <a:pPr/>
              <a:t>20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A7B875EF-7692-622E-B177-E0CD9133F4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0F5E45CE-659B-080F-DBB1-3758E153AC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2" name="日期占位符 3">
            <a:extLst>
              <a:ext uri="{FF2B5EF4-FFF2-40B4-BE49-F238E27FC236}">
                <a16:creationId xmlns:a16="http://schemas.microsoft.com/office/drawing/2014/main" id="{05FCE135-12C4-0257-B279-5A96ED4E02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BC8DC7-F8CB-402E-B6DB-2652B06940AC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8373" name="灯片编号占位符 4">
            <a:extLst>
              <a:ext uri="{FF2B5EF4-FFF2-40B4-BE49-F238E27FC236}">
                <a16:creationId xmlns:a16="http://schemas.microsoft.com/office/drawing/2014/main" id="{1A75D099-0180-A27B-0D9F-D13FDC26D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23B80C4-26ED-4AE6-A25D-75602BAFF071}" type="slidenum">
              <a:rPr lang="zh-CN" altLang="en-US"/>
              <a:pPr/>
              <a:t>21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D1154DFC-80FC-5E22-DA47-1947700ED0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1ED4577D-70D0-B07F-ABF5-C2FBE19418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396" name="日期占位符 3">
            <a:extLst>
              <a:ext uri="{FF2B5EF4-FFF2-40B4-BE49-F238E27FC236}">
                <a16:creationId xmlns:a16="http://schemas.microsoft.com/office/drawing/2014/main" id="{65D5EC4C-54B1-F7F9-694E-DCC6214A09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B7F940-0CF7-4C16-AF76-410FE7E4327D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59397" name="灯片编号占位符 4">
            <a:extLst>
              <a:ext uri="{FF2B5EF4-FFF2-40B4-BE49-F238E27FC236}">
                <a16:creationId xmlns:a16="http://schemas.microsoft.com/office/drawing/2014/main" id="{922A3AE9-57C6-3F59-1148-C08E0D2E9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16ABE5-6AB2-46DA-8010-CE37EB93A193}" type="slidenum">
              <a:rPr lang="zh-CN" altLang="en-US"/>
              <a:pPr/>
              <a:t>22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E17E3C9D-7901-A348-566F-15BDA2BCC8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879051BB-C461-273D-DA4A-116831F72C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日期占位符 3">
            <a:extLst>
              <a:ext uri="{FF2B5EF4-FFF2-40B4-BE49-F238E27FC236}">
                <a16:creationId xmlns:a16="http://schemas.microsoft.com/office/drawing/2014/main" id="{F6666DF0-ED67-6AC1-0C9D-0DB70CA546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D27228-D187-48E7-88B5-C639C8369263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0421" name="灯片编号占位符 4">
            <a:extLst>
              <a:ext uri="{FF2B5EF4-FFF2-40B4-BE49-F238E27FC236}">
                <a16:creationId xmlns:a16="http://schemas.microsoft.com/office/drawing/2014/main" id="{17DF5AC5-EA72-3B52-9EA3-0C4173CC5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D37824-CF4F-4BBF-B3AC-4B6B71B7DF13}" type="slidenum">
              <a:rPr lang="zh-CN" altLang="en-US"/>
              <a:pPr/>
              <a:t>23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86BAAB12-0FE7-0811-4CCD-3F05838B03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D8794133-A5E9-0301-6904-205F92E696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4" name="日期占位符 3">
            <a:extLst>
              <a:ext uri="{FF2B5EF4-FFF2-40B4-BE49-F238E27FC236}">
                <a16:creationId xmlns:a16="http://schemas.microsoft.com/office/drawing/2014/main" id="{E151EBC7-991A-EED5-D5AE-A5709FB7D1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887C7F-6B01-41EC-95E9-67252BD7A189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1445" name="灯片编号占位符 4">
            <a:extLst>
              <a:ext uri="{FF2B5EF4-FFF2-40B4-BE49-F238E27FC236}">
                <a16:creationId xmlns:a16="http://schemas.microsoft.com/office/drawing/2014/main" id="{AD31DD80-2217-A76A-1216-191422BD3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52027E5-6589-4172-BC3A-017060C6A045}" type="slidenum">
              <a:rPr lang="zh-CN" altLang="en-US"/>
              <a:pPr/>
              <a:t>24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21B239D7-3A2B-2EDB-D48E-619EDD5BA4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6C51A232-796B-7BD9-CCB1-2F22030CE7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8" name="日期占位符 3">
            <a:extLst>
              <a:ext uri="{FF2B5EF4-FFF2-40B4-BE49-F238E27FC236}">
                <a16:creationId xmlns:a16="http://schemas.microsoft.com/office/drawing/2014/main" id="{4B1B10F4-1BBF-78CF-61AA-31B5F034B6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E2CA18-8F99-4A6A-AF35-3503F749762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2469" name="灯片编号占位符 4">
            <a:extLst>
              <a:ext uri="{FF2B5EF4-FFF2-40B4-BE49-F238E27FC236}">
                <a16:creationId xmlns:a16="http://schemas.microsoft.com/office/drawing/2014/main" id="{C32FE075-1B7D-B11F-E83D-243895435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2ABDD6-2737-4D92-AC57-A5ABD81316BD}" type="slidenum">
              <a:rPr lang="zh-CN" altLang="en-US"/>
              <a:pPr/>
              <a:t>25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2265E146-5E15-A3F8-698D-117A690B44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0FDF93B8-3777-7297-CC57-3F24FB3C75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2" name="日期占位符 3">
            <a:extLst>
              <a:ext uri="{FF2B5EF4-FFF2-40B4-BE49-F238E27FC236}">
                <a16:creationId xmlns:a16="http://schemas.microsoft.com/office/drawing/2014/main" id="{752FEF7D-CB83-7091-C809-8D1F467E1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7F44F1-2E82-412D-A22A-675C27928B65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3493" name="灯片编号占位符 4">
            <a:extLst>
              <a:ext uri="{FF2B5EF4-FFF2-40B4-BE49-F238E27FC236}">
                <a16:creationId xmlns:a16="http://schemas.microsoft.com/office/drawing/2014/main" id="{EDF0018F-BF9B-1AD6-E86B-904A88967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D44561-AEFA-4939-91CA-50691ACC2BCA}" type="slidenum">
              <a:rPr lang="zh-CN" altLang="en-US"/>
              <a:pPr/>
              <a:t>26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C7D0028A-7A4D-FFB7-8FE0-7C3EA41E2C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99EDA384-FA22-6BDB-3E14-C0342CBC28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日期占位符 3">
            <a:extLst>
              <a:ext uri="{FF2B5EF4-FFF2-40B4-BE49-F238E27FC236}">
                <a16:creationId xmlns:a16="http://schemas.microsoft.com/office/drawing/2014/main" id="{B903F7C4-00CC-73A4-A870-3F644248F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45869B-2943-49E0-99BB-0DB9C69BA9D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4517" name="灯片编号占位符 4">
            <a:extLst>
              <a:ext uri="{FF2B5EF4-FFF2-40B4-BE49-F238E27FC236}">
                <a16:creationId xmlns:a16="http://schemas.microsoft.com/office/drawing/2014/main" id="{2A971D26-3055-F091-96F7-AF9A576A0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5DB215-E3C1-4A09-81FA-092B504F4A63}" type="slidenum">
              <a:rPr lang="zh-CN" altLang="en-US"/>
              <a:pPr/>
              <a:t>27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ED849D0A-DD94-DE4C-FDAB-959D81304A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91D5BC48-E02D-B830-D86F-E33A2208AC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0" name="日期占位符 3">
            <a:extLst>
              <a:ext uri="{FF2B5EF4-FFF2-40B4-BE49-F238E27FC236}">
                <a16:creationId xmlns:a16="http://schemas.microsoft.com/office/drawing/2014/main" id="{1EA42D8B-33C8-796E-4A27-2DA2573FB2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1F60C2-9E67-422A-BEC3-FE72204CE432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5541" name="灯片编号占位符 4">
            <a:extLst>
              <a:ext uri="{FF2B5EF4-FFF2-40B4-BE49-F238E27FC236}">
                <a16:creationId xmlns:a16="http://schemas.microsoft.com/office/drawing/2014/main" id="{FB95C1C2-58F2-3CA7-0D42-2D02A97AA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68DBE2-BBE3-403C-AD8E-055900B07DA6}" type="slidenum">
              <a:rPr lang="zh-CN" altLang="en-US"/>
              <a:pPr/>
              <a:t>28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6E708938-6DD0-C5EE-60FF-CD25B08E0E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C3B40926-9634-85FB-BA7B-55C8FC22D8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4" name="日期占位符 3">
            <a:extLst>
              <a:ext uri="{FF2B5EF4-FFF2-40B4-BE49-F238E27FC236}">
                <a16:creationId xmlns:a16="http://schemas.microsoft.com/office/drawing/2014/main" id="{8BF5F073-726D-C115-0BA9-2CED0B5F55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F78342-269D-4B68-A239-8191EB88EBF1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6565" name="灯片编号占位符 4">
            <a:extLst>
              <a:ext uri="{FF2B5EF4-FFF2-40B4-BE49-F238E27FC236}">
                <a16:creationId xmlns:a16="http://schemas.microsoft.com/office/drawing/2014/main" id="{0B65D301-579A-F3EE-2779-6A3676106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8A70AC-CCE8-49D1-B3B6-4CDD52A2B091}" type="slidenum">
              <a:rPr lang="zh-CN" altLang="en-US"/>
              <a:pPr/>
              <a:t>29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5496E52A-EC67-8CC3-739B-FBAE8A5781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6504DDFA-BD7B-4E2C-373A-CB165E825D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8" name="日期占位符 3">
            <a:extLst>
              <a:ext uri="{FF2B5EF4-FFF2-40B4-BE49-F238E27FC236}">
                <a16:creationId xmlns:a16="http://schemas.microsoft.com/office/drawing/2014/main" id="{E1A16EDB-0D00-0588-3643-7E97079FB0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B6BBD5E-6518-483C-9D04-A464D4E06830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7589" name="灯片编号占位符 4">
            <a:extLst>
              <a:ext uri="{FF2B5EF4-FFF2-40B4-BE49-F238E27FC236}">
                <a16:creationId xmlns:a16="http://schemas.microsoft.com/office/drawing/2014/main" id="{66F0BD7A-9F8C-B82C-5B91-6B4E5BCD8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482957-CF81-416D-B9E9-E092DAA57D24}" type="slidenum">
              <a:rPr lang="zh-CN" altLang="en-US"/>
              <a:pPr/>
              <a:t>30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DD0CC3B2-0EAD-2920-523F-980B3A0187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BD4D4169-54BF-D32D-299C-E6CF268BB4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2" name="日期占位符 3">
            <a:extLst>
              <a:ext uri="{FF2B5EF4-FFF2-40B4-BE49-F238E27FC236}">
                <a16:creationId xmlns:a16="http://schemas.microsoft.com/office/drawing/2014/main" id="{C3B718C9-E80C-642B-00C4-069DF386C9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C96984-56B1-4D9D-A78D-3990D83CE628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8613" name="灯片编号占位符 4">
            <a:extLst>
              <a:ext uri="{FF2B5EF4-FFF2-40B4-BE49-F238E27FC236}">
                <a16:creationId xmlns:a16="http://schemas.microsoft.com/office/drawing/2014/main" id="{E3F72F28-283C-4C50-5590-2329BB047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AAAB28-4A0A-41B5-AFD9-C0C6657AE97D}" type="slidenum">
              <a:rPr lang="zh-CN" altLang="en-US"/>
              <a:pPr/>
              <a:t>31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8747470A-9A74-2FAD-B830-DD78CBD490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AE863111-6BAB-FB88-6AAD-43DA64C257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6" name="日期占位符 3">
            <a:extLst>
              <a:ext uri="{FF2B5EF4-FFF2-40B4-BE49-F238E27FC236}">
                <a16:creationId xmlns:a16="http://schemas.microsoft.com/office/drawing/2014/main" id="{74E35C9A-08CC-0712-0967-29BAA78C34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65338F-CC60-4828-A29E-7D7066D92623}" type="datetime1">
              <a:rPr lang="zh-CN" altLang="en-US" smtClean="0"/>
              <a:pPr/>
              <a:t>2026/9/22</a:t>
            </a:fld>
            <a:endParaRPr lang="en-US" altLang="zh-CN" sz="1200"/>
          </a:p>
        </p:txBody>
      </p:sp>
      <p:sp>
        <p:nvSpPr>
          <p:cNvPr id="69637" name="灯片编号占位符 4">
            <a:extLst>
              <a:ext uri="{FF2B5EF4-FFF2-40B4-BE49-F238E27FC236}">
                <a16:creationId xmlns:a16="http://schemas.microsoft.com/office/drawing/2014/main" id="{3616C393-3DD3-3464-D79E-6380AAEF2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E0BA39-EC5C-4409-BF85-7F1BA83CFAE8}" type="slidenum">
              <a:rPr lang="zh-CN" altLang="en-US"/>
              <a:pPr/>
              <a:t>32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955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0388" y="3886200"/>
            <a:ext cx="8537575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9934406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2698255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796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796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11128189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375" y="1600200"/>
            <a:ext cx="54133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90103704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956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956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273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273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9578993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5424986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900405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320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0"/>
            <a:ext cx="68199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320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11131065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9963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996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996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59160410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954103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274638"/>
            <a:ext cx="2744787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19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29476379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7">
            <a:extLst>
              <a:ext uri="{FF2B5EF4-FFF2-40B4-BE49-F238E27FC236}">
                <a16:creationId xmlns:a16="http://schemas.microsoft.com/office/drawing/2014/main" id="{DAEEC966-FD1D-D272-8EAE-DE86C994A7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0300" y="0"/>
            <a:ext cx="7718425" cy="846138"/>
          </a:xfrm>
          <a:prstGeom prst="chevron">
            <a:avLst>
              <a:gd name="adj" fmla="val 24616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3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D7C3FC-F9A1-1ADE-20DB-D502FC29A8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520" y="101786"/>
            <a:ext cx="1014366" cy="642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4B94F21-6734-9B9B-4664-7EB7E040D23C}"/>
              </a:ext>
            </a:extLst>
          </p:cNvPr>
          <p:cNvSpPr/>
          <p:nvPr userDrawn="1"/>
        </p:nvSpPr>
        <p:spPr>
          <a:xfrm>
            <a:off x="8848725" y="0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</p:spTree>
    <p:extLst>
      <p:ext uri="{BB962C8B-B14F-4D97-AF65-F5344CB8AC3E}">
        <p14:creationId xmlns:p14="http://schemas.microsoft.com/office/powerpoint/2010/main" val="362345034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91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09600" y="1600200"/>
            <a:ext cx="1097915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10695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1">
          <a:gsLst>
            <a:gs pos="0">
              <a:srgbClr val="FAFAFA"/>
            </a:gs>
            <a:gs pos="50000">
              <a:srgbClr val="FBFBFB"/>
            </a:gs>
            <a:gs pos="100000">
              <a:srgbClr val="FCF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2">
            <a:extLst>
              <a:ext uri="{FF2B5EF4-FFF2-40B4-BE49-F238E27FC236}">
                <a16:creationId xmlns:a16="http://schemas.microsoft.com/office/drawing/2014/main" id="{57F302FE-4DBB-D340-3752-2C2E89989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4075"/>
            <a:ext cx="12198350" cy="115888"/>
          </a:xfrm>
          <a:prstGeom prst="rect">
            <a:avLst/>
          </a:prstGeom>
          <a:solidFill>
            <a:srgbClr val="A5A5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charset="-122"/>
              <a:sym typeface="宋体" charset="-122"/>
            </a:endParaRPr>
          </a:p>
        </p:txBody>
      </p:sp>
      <p:sp>
        <p:nvSpPr>
          <p:cNvPr id="1027" name="椭圆 14">
            <a:extLst>
              <a:ext uri="{FF2B5EF4-FFF2-40B4-BE49-F238E27FC236}">
                <a16:creationId xmlns:a16="http://schemas.microsoft.com/office/drawing/2014/main" id="{5680F7CE-AC74-A9E5-6C58-C77A40B9A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866775"/>
            <a:ext cx="85725" cy="87313"/>
          </a:xfrm>
          <a:prstGeom prst="ellipse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charset="-122"/>
              <a:sym typeface="宋体" charset="-122"/>
            </a:endParaRPr>
          </a:p>
        </p:txBody>
      </p:sp>
      <p:sp>
        <p:nvSpPr>
          <p:cNvPr id="1028" name="椭圆 14">
            <a:extLst>
              <a:ext uri="{FF2B5EF4-FFF2-40B4-BE49-F238E27FC236}">
                <a16:creationId xmlns:a16="http://schemas.microsoft.com/office/drawing/2014/main" id="{1152D9A2-177F-4953-9FB8-3EDDC721C6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150" y="188913"/>
            <a:ext cx="563563" cy="719137"/>
          </a:xfrm>
          <a:custGeom>
            <a:avLst/>
            <a:gdLst>
              <a:gd name="T0" fmla="*/ 70 w 683568"/>
              <a:gd name="T1" fmla="*/ 0 h 864094"/>
              <a:gd name="T2" fmla="*/ 140 w 683568"/>
              <a:gd name="T3" fmla="*/ 106 h 864094"/>
              <a:gd name="T4" fmla="*/ 118 w 683568"/>
              <a:gd name="T5" fmla="*/ 182 h 864094"/>
              <a:gd name="T6" fmla="*/ 70 w 683568"/>
              <a:gd name="T7" fmla="*/ 267 h 864094"/>
              <a:gd name="T8" fmla="*/ 21 w 683568"/>
              <a:gd name="T9" fmla="*/ 182 h 864094"/>
              <a:gd name="T10" fmla="*/ 12 w 683568"/>
              <a:gd name="T11" fmla="*/ 166 h 864094"/>
              <a:gd name="T12" fmla="*/ 12 w 683568"/>
              <a:gd name="T13" fmla="*/ 166 h 864094"/>
              <a:gd name="T14" fmla="*/ 12 w 683568"/>
              <a:gd name="T15" fmla="*/ 166 h 864094"/>
              <a:gd name="T16" fmla="*/ 0 w 683568"/>
              <a:gd name="T17" fmla="*/ 106 h 864094"/>
              <a:gd name="T18" fmla="*/ 70 w 683568"/>
              <a:gd name="T19" fmla="*/ 0 h 8640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83568"/>
              <a:gd name="T31" fmla="*/ 0 h 864094"/>
              <a:gd name="T32" fmla="*/ 683568 w 683568"/>
              <a:gd name="T33" fmla="*/ 864094 h 86409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83568" h="864094">
                <a:moveTo>
                  <a:pt x="341784" y="0"/>
                </a:moveTo>
                <a:cubicBezTo>
                  <a:pt x="530546" y="0"/>
                  <a:pt x="683568" y="153022"/>
                  <a:pt x="683568" y="341784"/>
                </a:cubicBezTo>
                <a:cubicBezTo>
                  <a:pt x="683568" y="439085"/>
                  <a:pt x="642909" y="526890"/>
                  <a:pt x="577183" y="588642"/>
                </a:cubicBezTo>
                <a:lnTo>
                  <a:pt x="341597" y="864094"/>
                </a:lnTo>
                <a:lnTo>
                  <a:pt x="105111" y="587591"/>
                </a:lnTo>
                <a:cubicBezTo>
                  <a:pt x="87976" y="571864"/>
                  <a:pt x="72869" y="554041"/>
                  <a:pt x="59857" y="534679"/>
                </a:cubicBezTo>
                <a:lnTo>
                  <a:pt x="59306" y="534035"/>
                </a:lnTo>
                <a:lnTo>
                  <a:pt x="59325" y="534035"/>
                </a:lnTo>
                <a:cubicBezTo>
                  <a:pt x="21845" y="479324"/>
                  <a:pt x="0" y="413105"/>
                  <a:pt x="0" y="341784"/>
                </a:cubicBezTo>
                <a:cubicBezTo>
                  <a:pt x="0" y="153022"/>
                  <a:pt x="153022" y="0"/>
                  <a:pt x="341784" y="0"/>
                </a:cubicBezTo>
                <a:close/>
              </a:path>
            </a:pathLst>
          </a:cu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9" name="Text Box 7">
            <a:extLst>
              <a:ext uri="{FF2B5EF4-FFF2-40B4-BE49-F238E27FC236}">
                <a16:creationId xmlns:a16="http://schemas.microsoft.com/office/drawing/2014/main" id="{B101D9B6-D4F5-3197-E7B7-4069EC3C9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288925"/>
            <a:ext cx="692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34980-C3AF-4E54-9D4B-E05006B7CC30}" type="slidenum">
              <a:rPr lang="zh-CN" altLang="en-US">
                <a:solidFill>
                  <a:schemeClr val="bg1"/>
                </a:solidFill>
                <a:sym typeface="Calibri" panose="020F0502020204030204" pitchFamily="34" charset="0"/>
              </a:rPr>
              <a:pPr/>
              <a:t>‹#›</a:t>
            </a:fld>
            <a:endParaRPr lang="en-US" altLang="zh-CN">
              <a:solidFill>
                <a:schemeClr val="bg1"/>
              </a:solidFill>
              <a:sym typeface="Calibri" panose="020F0502020204030204" pitchFamily="34" charset="0"/>
            </a:endParaRPr>
          </a:p>
        </p:txBody>
      </p:sp>
      <p:sp>
        <p:nvSpPr>
          <p:cNvPr id="1030" name="燕尾形 1">
            <a:extLst>
              <a:ext uri="{FF2B5EF4-FFF2-40B4-BE49-F238E27FC236}">
                <a16:creationId xmlns:a16="http://schemas.microsoft.com/office/drawing/2014/main" id="{9F620B4D-CFE4-9286-DF2B-8348CB205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charset="-122"/>
              <a:sym typeface="宋体" charset="-122"/>
            </a:endParaRPr>
          </a:p>
        </p:txBody>
      </p:sp>
      <p:sp>
        <p:nvSpPr>
          <p:cNvPr id="1031" name="燕尾形 9">
            <a:extLst>
              <a:ext uri="{FF2B5EF4-FFF2-40B4-BE49-F238E27FC236}">
                <a16:creationId xmlns:a16="http://schemas.microsoft.com/office/drawing/2014/main" id="{01CB974A-64FC-0271-A5A3-8576BC03F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1650" y="692150"/>
            <a:ext cx="215900" cy="431800"/>
          </a:xfrm>
          <a:prstGeom prst="chevron">
            <a:avLst>
              <a:gd name="adj" fmla="val 50000"/>
            </a:avLst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>
              <a:buFont typeface="Arial" charset="0"/>
              <a:buNone/>
              <a:defRPr/>
            </a:pPr>
            <a:endParaRPr lang="zh-CN" altLang="en-US">
              <a:solidFill>
                <a:srgbClr val="FFFFFF"/>
              </a:solidFill>
              <a:latin typeface="宋体" charset="-122"/>
              <a:sym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  <p:sldLayoutId id="2147484207" r:id="rId12"/>
    <p:sldLayoutId id="2147484206" r:id="rId13"/>
  </p:sldLayoutIdLst>
  <p:transition spd="slow"/>
  <p:txStyles>
    <p:titleStyle>
      <a:lvl1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2pPr>
      <a:lvl3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3pPr>
      <a:lvl4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4pPr>
      <a:lvl5pPr marL="9144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  <a:ea typeface="微软雅黑" pitchFamily="34" charset="-122"/>
          <a:sym typeface="Calibri" panose="020F0502020204030204" pitchFamily="34" charset="0"/>
        </a:defRPr>
      </a:lvl5pPr>
      <a:lvl6pPr marL="13716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defTabSz="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engmian">
            <a:extLst>
              <a:ext uri="{FF2B5EF4-FFF2-40B4-BE49-F238E27FC236}">
                <a16:creationId xmlns:a16="http://schemas.microsoft.com/office/drawing/2014/main" id="{B400AF6F-FAA4-EE00-40CA-5F0A393B8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230100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Box 5">
            <a:extLst>
              <a:ext uri="{FF2B5EF4-FFF2-40B4-BE49-F238E27FC236}">
                <a16:creationId xmlns:a16="http://schemas.microsoft.com/office/drawing/2014/main" id="{F9A03C68-3DBB-2B77-F839-CA063645B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4076700"/>
            <a:ext cx="7920037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数据库虚拟教研室 制作</a:t>
            </a:r>
            <a:endParaRPr lang="zh-CN" altLang="zh-CN" sz="32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9E254E-7AF7-A70F-F798-6BE0CE4AB7FE}"/>
              </a:ext>
            </a:extLst>
          </p:cNvPr>
          <p:cNvSpPr/>
          <p:nvPr/>
        </p:nvSpPr>
        <p:spPr>
          <a:xfrm>
            <a:off x="1130830" y="46256"/>
            <a:ext cx="2484000" cy="70788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数据库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9848FDE-31B1-A6DA-A56E-733DF4E8F3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2" y="46256"/>
            <a:ext cx="1356121" cy="8590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78" name="TextBox 5">
            <a:extLst>
              <a:ext uri="{FF2B5EF4-FFF2-40B4-BE49-F238E27FC236}">
                <a16:creationId xmlns:a16="http://schemas.microsoft.com/office/drawing/2014/main" id="{6C48783F-A36B-40E4-A899-CD139A421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860550"/>
            <a:ext cx="72183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《</a:t>
            </a:r>
            <a:r>
              <a:rPr lang="zh-CN" altLang="en-US" sz="5400" b="1">
                <a:solidFill>
                  <a:srgbClr val="00206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haroni" panose="02010803020104030203" pitchFamily="2" charset="-79"/>
              </a:rPr>
              <a:t>数据库原理及应用</a:t>
            </a:r>
            <a:r>
              <a:rPr lang="en-US" altLang="zh-CN" sz="5400" b="1">
                <a:solidFill>
                  <a:srgbClr val="002060"/>
                </a:solidFill>
                <a:latin typeface="宋体" panose="02010600030101010101" pitchFamily="2" charset="-122"/>
                <a:cs typeface="Aharoni" panose="02010803020104030203" pitchFamily="2" charset="-79"/>
              </a:rPr>
              <a:t>》</a:t>
            </a:r>
            <a:endParaRPr lang="zh-CN" altLang="zh-CN" sz="5400" b="1">
              <a:solidFill>
                <a:srgbClr val="002060"/>
              </a:solidFill>
              <a:latin typeface="宋体" panose="02010600030101010101" pitchFamily="2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225C5FA4-51E7-CD5E-315F-8C1BF982D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3" y="-3175"/>
            <a:ext cx="3003551" cy="6865938"/>
          </a:xfrm>
          <a:prstGeom prst="rect">
            <a:avLst/>
          </a:prstGeom>
          <a:solidFill>
            <a:srgbClr val="CD1F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文本框 52">
            <a:extLst>
              <a:ext uri="{FF2B5EF4-FFF2-40B4-BE49-F238E27FC236}">
                <a16:creationId xmlns:a16="http://schemas.microsoft.com/office/drawing/2014/main" id="{CC1A4244-584B-D0E8-46A6-33172F9C9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0"/>
            <a:ext cx="51657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4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48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单表查询</a:t>
            </a:r>
          </a:p>
        </p:txBody>
      </p:sp>
      <p:sp>
        <p:nvSpPr>
          <p:cNvPr id="4100" name="TextBox 11">
            <a:extLst>
              <a:ext uri="{FF2B5EF4-FFF2-40B4-BE49-F238E27FC236}">
                <a16:creationId xmlns:a16="http://schemas.microsoft.com/office/drawing/2014/main" id="{2585F1B0-84C8-9B3C-C2FF-3559892D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3630613"/>
            <a:ext cx="66960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3 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分组查询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101" name="TextBox 10">
            <a:extLst>
              <a:ext uri="{FF2B5EF4-FFF2-40B4-BE49-F238E27FC236}">
                <a16:creationId xmlns:a16="http://schemas.microsoft.com/office/drawing/2014/main" id="{CD025217-1A77-A02D-D4E3-E0338BF8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1836738"/>
            <a:ext cx="66960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1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 无条件查询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102" name="TextBox 10">
            <a:extLst>
              <a:ext uri="{FF2B5EF4-FFF2-40B4-BE49-F238E27FC236}">
                <a16:creationId xmlns:a16="http://schemas.microsoft.com/office/drawing/2014/main" id="{138E213B-636C-0C18-E4BF-BA348F0A5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2736850"/>
            <a:ext cx="66960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2 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条件查询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103" name="TextBox 11">
            <a:extLst>
              <a:ext uri="{FF2B5EF4-FFF2-40B4-BE49-F238E27FC236}">
                <a16:creationId xmlns:a16="http://schemas.microsoft.com/office/drawing/2014/main" id="{FBF86670-0084-C34E-3591-0367BF333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4425950"/>
            <a:ext cx="66960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4  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排序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4104" name="TextBox 11">
            <a:extLst>
              <a:ext uri="{FF2B5EF4-FFF2-40B4-BE49-F238E27FC236}">
                <a16:creationId xmlns:a16="http://schemas.microsoft.com/office/drawing/2014/main" id="{F58DF324-94FA-D792-A6DF-C54ECBD6A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5" y="5330825"/>
            <a:ext cx="66960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0</a:t>
            </a:r>
            <a:r>
              <a:rPr lang="en-US" altLang="zh-CN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5</a:t>
            </a:r>
            <a:r>
              <a:rPr lang="zh-CN" altLang="en-US" sz="3200" b="1">
                <a:solidFill>
                  <a:srgbClr val="002060"/>
                </a:solidFill>
                <a:latin typeface="宋体" panose="02010600030101010101" pitchFamily="2" charset="-122"/>
                <a:sym typeface="Impact" panose="020B0806030902050204" pitchFamily="34" charset="0"/>
              </a:rPr>
              <a:t>  限制查询结果数量</a:t>
            </a:r>
            <a:endParaRPr lang="zh-CN" altLang="en-US" sz="3200" b="1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文本框 52">
            <a:extLst>
              <a:ext uri="{FF2B5EF4-FFF2-40B4-BE49-F238E27FC236}">
                <a16:creationId xmlns:a16="http://schemas.microsoft.com/office/drawing/2014/main" id="{DA69B503-CDC2-4A69-D556-B1CA588BA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1408113"/>
            <a:ext cx="2376488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目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  <a:ea typeface="宋体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  <a:ea typeface="宋体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  <a:ea typeface="宋体" charset="-122"/>
            </a:endParaRPr>
          </a:p>
          <a:p>
            <a:pPr algn="ctr">
              <a:buFont typeface="Arial" charset="0"/>
              <a:buNone/>
              <a:defRPr/>
            </a:pPr>
            <a:endParaRPr lang="en-US" altLang="zh-CN" sz="4000" b="1" dirty="0">
              <a:solidFill>
                <a:schemeClr val="bg1"/>
              </a:solidFill>
              <a:latin typeface="宋体" pitchFamily="2" charset="-122"/>
              <a:ea typeface="宋体" charset="-122"/>
            </a:endParaRPr>
          </a:p>
          <a:p>
            <a:pPr algn="ctr"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录</a:t>
            </a: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D0FC74A-DF23-0F4F-ABE6-C666A815B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单表查询语句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—SELECT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A42CCE5E-5F68-1675-6F01-538677FC4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773238"/>
            <a:ext cx="10972800" cy="388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SELECT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目标列表达式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 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charset="0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 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FROM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表名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WHERE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条件表达式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GROUP BY 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列名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1&gt;[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HAVING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条件表达式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&gt;]]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ORDER BY 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列名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2&gt;[ASC|DESC]]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LIMIT n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]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；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52A99CF-FF63-A86E-1005-D8380D39D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104900"/>
            <a:ext cx="6840537" cy="6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zh-CN" altLang="en-US" sz="3600" b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一般格式：</a:t>
            </a:r>
            <a:endParaRPr kumimoji="1" lang="zh-CN" altLang="en-US" sz="3200" b="1" dirty="0">
              <a:solidFill>
                <a:srgbClr val="800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9CBE57A-E9EA-F7C2-E070-246DFB75C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无条件查询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FAFBA1A6-2DE1-69A8-CB81-0BA27DDD8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3416300"/>
            <a:ext cx="9742487" cy="315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F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可以选择表中的指定列或所有列；</a:t>
            </a:r>
            <a:endParaRPr lang="zh-CN" alt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lvl="1"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F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可以更改结果列的显示顺序；</a:t>
            </a:r>
          </a:p>
          <a:p>
            <a:pPr lvl="1"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F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可以使用列表达式进行计算列；</a:t>
            </a:r>
            <a:endParaRPr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  <a:p>
            <a:pPr lvl="1"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F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使用的列的别名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: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列名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[AS]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列的别名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  <a:p>
            <a:pPr lvl="1">
              <a:lnSpc>
                <a:spcPct val="105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F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如果别名中有特殊字符、空格、关键字等原样输出时要用引号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;</a:t>
            </a:r>
            <a:endParaRPr lang="zh-CN" alt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CE5CC73-5F6B-89B3-B6CC-8F1EAE2F3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1104900"/>
            <a:ext cx="6840537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zh-CN" altLang="en-US" sz="3600" b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选择列（投影运算）</a:t>
            </a:r>
            <a:endParaRPr kumimoji="1" lang="zh-CN" altLang="en-US" sz="3200" b="1" dirty="0">
              <a:solidFill>
                <a:srgbClr val="800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E589DE9E-36B7-DD40-A847-5319C095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773238"/>
            <a:ext cx="11522075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SELECT [ALL|DISTINCT]&lt;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目标列表达式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&gt;[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，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目标列表达式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，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···]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FROM &lt;</a:t>
            </a: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表名</a:t>
            </a: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矩形 1">
            <a:extLst>
              <a:ext uri="{FF2B5EF4-FFF2-40B4-BE49-F238E27FC236}">
                <a16:creationId xmlns:a16="http://schemas.microsoft.com/office/drawing/2014/main" id="{AE43FF5C-9D1A-703B-E21B-2717EF14C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125538"/>
            <a:ext cx="10872788" cy="414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r>
              <a:rPr lang="zh-CN" altLang="en-US" sz="2400" b="1" dirty="0">
                <a:latin typeface="+mn-ea"/>
                <a:ea typeface="+mn-ea"/>
              </a:rPr>
              <a:t>例</a:t>
            </a:r>
            <a:r>
              <a:rPr lang="en-US" altLang="zh-CN" sz="2400" b="1" dirty="0">
                <a:latin typeface="+mn-ea"/>
                <a:ea typeface="+mn-ea"/>
              </a:rPr>
              <a:t>1</a:t>
            </a:r>
            <a:r>
              <a:rPr lang="zh-CN" altLang="en-US" sz="2400" b="1" dirty="0">
                <a:latin typeface="+mn-ea"/>
                <a:ea typeface="+mn-ea"/>
              </a:rPr>
              <a:t>：查询全体学生的姓名、学号、所在系。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endParaRPr lang="zh-CN" altLang="en-US" sz="24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r>
              <a:rPr lang="zh-CN" altLang="en-US" sz="2400" b="1" dirty="0">
                <a:latin typeface="+mn-ea"/>
                <a:ea typeface="宋体" charset="-122"/>
              </a:rPr>
              <a:t>例</a:t>
            </a:r>
            <a:r>
              <a:rPr lang="en-US" altLang="zh-CN" sz="2400" b="1" dirty="0">
                <a:latin typeface="+mn-ea"/>
                <a:ea typeface="宋体" charset="-122"/>
              </a:rPr>
              <a:t>2</a:t>
            </a:r>
            <a:r>
              <a:rPr lang="zh-CN" altLang="en-US" sz="2400" b="1" dirty="0">
                <a:latin typeface="+mn-ea"/>
                <a:ea typeface="宋体" charset="-122"/>
              </a:rPr>
              <a:t>：</a:t>
            </a:r>
            <a:r>
              <a:rPr lang="zh-CN" altLang="en-US" sz="2400" b="1" dirty="0">
                <a:latin typeface="+mn-ea"/>
                <a:ea typeface="+mn-ea"/>
              </a:rPr>
              <a:t>求全体学生的所有信息。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endParaRPr lang="zh-CN" altLang="en-US" sz="24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r>
              <a:rPr lang="zh-CN" altLang="en-US" sz="2400" b="1" dirty="0">
                <a:latin typeface="+mn-ea"/>
                <a:ea typeface="宋体" charset="-122"/>
              </a:rPr>
              <a:t>例</a:t>
            </a:r>
            <a:r>
              <a:rPr lang="en-US" altLang="zh-CN" sz="2400" b="1" dirty="0">
                <a:latin typeface="+mn-ea"/>
                <a:ea typeface="宋体" charset="-122"/>
              </a:rPr>
              <a:t>3</a:t>
            </a:r>
            <a:r>
              <a:rPr lang="zh-CN" altLang="en-US" sz="2400" b="1" dirty="0">
                <a:latin typeface="+mn-ea"/>
                <a:ea typeface="宋体" charset="-122"/>
              </a:rPr>
              <a:t>：</a:t>
            </a:r>
            <a:r>
              <a:rPr lang="zh-CN" altLang="en-US" sz="2400" b="1" dirty="0">
                <a:latin typeface="+mn-ea"/>
                <a:ea typeface="+mn-ea"/>
              </a:rPr>
              <a:t>求学生学号和年龄。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endParaRPr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r>
              <a:rPr lang="zh-CN" altLang="en-US" sz="2400" b="1" dirty="0">
                <a:latin typeface="+mn-ea"/>
                <a:ea typeface="宋体" charset="-122"/>
              </a:rPr>
              <a:t>例</a:t>
            </a:r>
            <a:r>
              <a:rPr lang="en-US" altLang="zh-CN" sz="2400" b="1" dirty="0">
                <a:latin typeface="+mn-ea"/>
                <a:ea typeface="宋体" charset="-122"/>
              </a:rPr>
              <a:t>4</a:t>
            </a:r>
            <a:r>
              <a:rPr lang="zh-CN" altLang="en-US" sz="2400" b="1" dirty="0">
                <a:latin typeface="+mn-ea"/>
                <a:ea typeface="宋体" charset="-122"/>
              </a:rPr>
              <a:t>：</a:t>
            </a:r>
            <a:r>
              <a:rPr lang="zh-CN" altLang="en-US" sz="2400" b="1" dirty="0">
                <a:latin typeface="+mn-ea"/>
                <a:ea typeface="+mn-ea"/>
              </a:rPr>
              <a:t>求学生的学号，姓名和性别，显示时使用别名“学号”、“</a:t>
            </a:r>
            <a:r>
              <a:rPr lang="zh-CN" altLang="en-US" sz="2400" b="1" dirty="0">
                <a:latin typeface="+mn-ea"/>
                <a:ea typeface="宋体" charset="-122"/>
              </a:rPr>
              <a:t>姓名</a:t>
            </a:r>
            <a:r>
              <a:rPr lang="zh-CN" altLang="en-US" sz="2400" b="1" dirty="0">
                <a:latin typeface="+mn-ea"/>
                <a:ea typeface="+mn-ea"/>
              </a:rPr>
              <a:t>”和“性别</a:t>
            </a:r>
            <a:r>
              <a:rPr lang="en-US" altLang="zh-CN" sz="2400" b="1" dirty="0">
                <a:latin typeface="+mn-ea"/>
                <a:ea typeface="+mn-ea"/>
              </a:rPr>
              <a:t>(</a:t>
            </a:r>
            <a:r>
              <a:rPr lang="zh-CN" altLang="en-US" sz="2400" b="1" dirty="0">
                <a:latin typeface="+mn-ea"/>
                <a:ea typeface="+mn-ea"/>
              </a:rPr>
              <a:t>男</a:t>
            </a:r>
            <a:r>
              <a:rPr lang="en-US" altLang="zh-CN" sz="2400" b="1" dirty="0">
                <a:latin typeface="+mn-ea"/>
                <a:ea typeface="+mn-ea"/>
              </a:rPr>
              <a:t>,</a:t>
            </a:r>
            <a:r>
              <a:rPr lang="zh-CN" altLang="en-US" sz="2400" b="1" dirty="0">
                <a:latin typeface="+mn-ea"/>
                <a:ea typeface="+mn-ea"/>
              </a:rPr>
              <a:t>女</a:t>
            </a:r>
            <a:r>
              <a:rPr lang="en-US" altLang="zh-CN" sz="2400" b="1" dirty="0">
                <a:latin typeface="+mn-ea"/>
                <a:ea typeface="+mn-ea"/>
              </a:rPr>
              <a:t>)</a:t>
            </a:r>
            <a:r>
              <a:rPr lang="zh-CN" altLang="en-US" sz="2400" b="1" dirty="0">
                <a:latin typeface="+mn-ea"/>
                <a:ea typeface="+mn-ea"/>
              </a:rPr>
              <a:t>”。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E5D5AF8-59B5-4A85-B5DD-6BD5DB14F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1628775"/>
            <a:ext cx="80010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sno,sname,dept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FROM student;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577B9F0-4E6D-22FF-8A52-B7638F02C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3789363"/>
            <a:ext cx="11017250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40000"/>
              </a:spcBef>
            </a:pPr>
            <a:r>
              <a:rPr lang="en-US" altLang="zh-CN" sz="2800" b="1">
                <a:solidFill>
                  <a:srgbClr val="002060"/>
                </a:solidFill>
              </a:rPr>
              <a:t>SELECT sno,YEAR(SYSDATE())-YEAR(birthday) FROM student;</a:t>
            </a:r>
            <a:endParaRPr lang="zh-CN" altLang="en-US" sz="2800" b="1">
              <a:solidFill>
                <a:srgbClr val="002060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AEE5E45-17D8-7D3F-C458-550C40318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2641600"/>
            <a:ext cx="80010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SELECT * FROM student;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59CAAAF-FD84-EF75-3FA6-E6179827D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5305425"/>
            <a:ext cx="11304588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40000"/>
              </a:spcBef>
            </a:pPr>
            <a:r>
              <a:rPr lang="en-US" altLang="zh-CN" sz="2800" b="1">
                <a:solidFill>
                  <a:srgbClr val="002060"/>
                </a:solidFill>
              </a:rPr>
              <a:t>SELECT sno </a:t>
            </a:r>
            <a:r>
              <a:rPr lang="zh-CN" altLang="en-US" sz="2800" b="1">
                <a:solidFill>
                  <a:srgbClr val="002060"/>
                </a:solidFill>
              </a:rPr>
              <a:t>学号</a:t>
            </a:r>
            <a:r>
              <a:rPr lang="en-US" altLang="zh-CN" sz="2800" b="1">
                <a:solidFill>
                  <a:srgbClr val="002060"/>
                </a:solidFill>
              </a:rPr>
              <a:t>,sname </a:t>
            </a:r>
            <a:r>
              <a:rPr lang="zh-CN" altLang="en-US" sz="2800" b="1">
                <a:solidFill>
                  <a:srgbClr val="002060"/>
                </a:solidFill>
              </a:rPr>
              <a:t>姓名</a:t>
            </a:r>
            <a:r>
              <a:rPr lang="en-US" altLang="zh-CN" sz="2800" b="1">
                <a:solidFill>
                  <a:srgbClr val="002060"/>
                </a:solidFill>
              </a:rPr>
              <a:t>,sex AS '</a:t>
            </a:r>
            <a:r>
              <a:rPr lang="zh-CN" altLang="en-US" sz="2800" b="1">
                <a:solidFill>
                  <a:srgbClr val="002060"/>
                </a:solidFill>
              </a:rPr>
              <a:t>性别</a:t>
            </a:r>
            <a:r>
              <a:rPr lang="en-US" altLang="zh-CN" sz="2800" b="1">
                <a:solidFill>
                  <a:srgbClr val="002060"/>
                </a:solidFill>
              </a:rPr>
              <a:t>(</a:t>
            </a:r>
            <a:r>
              <a:rPr lang="zh-CN" altLang="en-US" sz="2800" b="1">
                <a:solidFill>
                  <a:srgbClr val="002060"/>
                </a:solidFill>
              </a:rPr>
              <a:t>男</a:t>
            </a:r>
            <a:r>
              <a:rPr lang="en-US" altLang="zh-CN" sz="2800" b="1">
                <a:solidFill>
                  <a:srgbClr val="002060"/>
                </a:solidFill>
              </a:rPr>
              <a:t>,</a:t>
            </a:r>
            <a:r>
              <a:rPr lang="zh-CN" altLang="en-US" sz="2800" b="1">
                <a:solidFill>
                  <a:srgbClr val="002060"/>
                </a:solidFill>
              </a:rPr>
              <a:t>女</a:t>
            </a:r>
            <a:r>
              <a:rPr lang="en-US" altLang="zh-CN" sz="2800" b="1">
                <a:solidFill>
                  <a:srgbClr val="002060"/>
                </a:solidFill>
              </a:rPr>
              <a:t>)' FROM student;</a:t>
            </a:r>
            <a:endParaRPr lang="zh-CN" altLang="en-US" sz="2800" b="1">
              <a:solidFill>
                <a:srgbClr val="002060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D38479A-CA87-92DA-CFB0-48113F31A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无条件查询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BFE9D824-4162-BE37-1E58-92C0141C8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" y="1196975"/>
            <a:ext cx="767715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zh-CN" altLang="en-US" sz="3600" b="1" dirty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消除重复行</a:t>
            </a:r>
          </a:p>
        </p:txBody>
      </p:sp>
      <p:sp>
        <p:nvSpPr>
          <p:cNvPr id="8195" name="矩形 1">
            <a:extLst>
              <a:ext uri="{FF2B5EF4-FFF2-40B4-BE49-F238E27FC236}">
                <a16:creationId xmlns:a16="http://schemas.microsoft.com/office/drawing/2014/main" id="{88EF1700-6924-DA2E-6C06-D289C67F2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5038"/>
            <a:ext cx="10512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35000"/>
              </a:spcBef>
            </a:pPr>
            <a:r>
              <a:rPr lang="zh-CN" altLang="en-US" sz="2800">
                <a:solidFill>
                  <a:srgbClr val="002060"/>
                </a:solidFill>
                <a:latin typeface="Arial Black" panose="020B0A04020102020204" pitchFamily="34" charset="0"/>
              </a:rPr>
              <a:t>在</a:t>
            </a:r>
            <a:r>
              <a:rPr lang="en-US" altLang="zh-CN" sz="2800">
                <a:solidFill>
                  <a:srgbClr val="002060"/>
                </a:solidFill>
                <a:latin typeface="Arial Black" panose="020B0A04020102020204" pitchFamily="34" charset="0"/>
              </a:rPr>
              <a:t>SELECT</a:t>
            </a:r>
            <a:r>
              <a:rPr lang="zh-CN" altLang="en-US" sz="2800">
                <a:solidFill>
                  <a:srgbClr val="002060"/>
                </a:solidFill>
                <a:latin typeface="Arial Black" panose="020B0A04020102020204" pitchFamily="34" charset="0"/>
              </a:rPr>
              <a:t>语句中使用关键字</a:t>
            </a:r>
            <a:r>
              <a:rPr lang="en-US" altLang="zh-CN" sz="2800">
                <a:solidFill>
                  <a:srgbClr val="002060"/>
                </a:solidFill>
                <a:latin typeface="Arial Black" panose="020B0A04020102020204" pitchFamily="34" charset="0"/>
              </a:rPr>
              <a:t>DISTINCT</a:t>
            </a:r>
            <a:r>
              <a:rPr lang="zh-CN" altLang="en-US" sz="2800">
                <a:solidFill>
                  <a:srgbClr val="002060"/>
                </a:solidFill>
              </a:rPr>
              <a:t>去掉结果表中的重复行</a:t>
            </a:r>
            <a:endParaRPr lang="zh-CN" altLang="en-US" sz="2800" b="1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50E17B-5425-95F9-7D8C-DAA967A9C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3284538"/>
            <a:ext cx="8829675" cy="133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3600"/>
              </a:spcBef>
              <a:buFont typeface="Arial" charset="0"/>
              <a:buNone/>
              <a:defRPr/>
            </a:pPr>
            <a:r>
              <a:rPr lang="zh-CN" altLang="en-US" sz="2800" b="1" dirty="0">
                <a:latin typeface="+mn-ea"/>
                <a:ea typeface="宋体" charset="-122"/>
              </a:rPr>
              <a:t>例：</a:t>
            </a:r>
            <a:r>
              <a:rPr lang="zh-CN" altLang="en-US" sz="2800" b="1" dirty="0">
                <a:latin typeface="Arial" charset="0"/>
                <a:ea typeface="宋体" charset="-122"/>
              </a:rPr>
              <a:t>求选修了课程的学生学号</a:t>
            </a:r>
            <a:r>
              <a:rPr lang="en-US" altLang="zh-CN" sz="2800" b="1" dirty="0">
                <a:latin typeface="Arial" charset="0"/>
                <a:ea typeface="宋体" charset="-122"/>
              </a:rPr>
              <a:t>(</a:t>
            </a:r>
            <a:r>
              <a:rPr lang="zh-CN" altLang="en-US" sz="2800" b="1" dirty="0">
                <a:latin typeface="Arial" charset="0"/>
                <a:ea typeface="宋体" charset="-122"/>
              </a:rPr>
              <a:t>去掉</a:t>
            </a:r>
            <a:r>
              <a:rPr lang="zh-CN" altLang="en-US" sz="2800" b="1" u="sng" dirty="0">
                <a:solidFill>
                  <a:srgbClr val="C00000"/>
                </a:solidFill>
                <a:latin typeface="Arial" charset="0"/>
                <a:ea typeface="宋体" charset="-122"/>
              </a:rPr>
              <a:t>重复行</a:t>
            </a:r>
            <a:r>
              <a:rPr lang="en-US" altLang="zh-CN" sz="2800" b="1" dirty="0">
                <a:latin typeface="Arial" charset="0"/>
                <a:ea typeface="宋体" charset="-122"/>
              </a:rPr>
              <a:t>)</a:t>
            </a:r>
            <a:r>
              <a:rPr lang="zh-CN" altLang="en-US" sz="2800" b="1" dirty="0">
                <a:latin typeface="Arial" charset="0"/>
                <a:ea typeface="宋体" charset="-122"/>
              </a:rPr>
              <a:t>。</a:t>
            </a:r>
            <a:endParaRPr lang="en-US" altLang="zh-CN" sz="2800" b="1" dirty="0">
              <a:latin typeface="Arial" charset="0"/>
              <a:ea typeface="宋体" charset="-122"/>
            </a:endParaRPr>
          </a:p>
          <a:p>
            <a:pPr>
              <a:lnSpc>
                <a:spcPct val="90000"/>
              </a:lnSpc>
              <a:spcBef>
                <a:spcPts val="3600"/>
              </a:spcBef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SELECT DISTINCT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sno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FROM 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310E8-EA57-D440-8B1D-4E7E39124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无条件查询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CD0384-CF21-C671-B517-1FF8D9F6A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1911350"/>
            <a:ext cx="6480175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lvl="1" indent="-609600">
              <a:lnSpc>
                <a:spcPct val="105000"/>
              </a:lnSpc>
              <a:spcBef>
                <a:spcPct val="30000"/>
              </a:spcBef>
              <a:buFont typeface="Arial" charset="0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条件表达式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中的运算符如下表所示。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C2CC65-0AF0-23BC-803A-4E0239EE8D8B}"/>
              </a:ext>
            </a:extLst>
          </p:cNvPr>
          <p:cNvSpPr/>
          <p:nvPr/>
        </p:nvSpPr>
        <p:spPr>
          <a:xfrm>
            <a:off x="482600" y="1274763"/>
            <a:ext cx="11183938" cy="5461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SELECT 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目标列表达式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  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FROM 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表名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  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WHERE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条件表达式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F2035-663F-D7EA-8BD2-D2069945B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graphicFrame>
        <p:nvGraphicFramePr>
          <p:cNvPr id="9221" name="对象 4">
            <a:extLst>
              <a:ext uri="{FF2B5EF4-FFF2-40B4-BE49-F238E27FC236}">
                <a16:creationId xmlns:a16="http://schemas.microsoft.com/office/drawing/2014/main" id="{63467C89-B63D-1315-A6C5-B2B183BC1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313" y="2582863"/>
          <a:ext cx="10779125" cy="333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443923" imgH="1679438" progId="Word.Document.12">
                  <p:embed/>
                </p:oleObj>
              </mc:Choice>
              <mc:Fallback>
                <p:oleObj name="文档" r:id="rId3" imgW="5443923" imgH="1679438" progId="Word.Document.12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2582863"/>
                        <a:ext cx="10779125" cy="333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DFC2DD2C-6FFE-E114-90EC-2688C9A5E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6246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比较运算符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748D3E-4A92-23F1-D9DF-0EB89A792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1125538"/>
            <a:ext cx="1080135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SzPct val="110000"/>
              <a:buFont typeface="Arial" charset="0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Arial" charset="0"/>
              </a:rPr>
              <a:t>条件表达式的形式如下：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Arial" charset="0"/>
              </a:rPr>
              <a:t>&lt;</a:t>
            </a:r>
            <a:r>
              <a:rPr lang="zh-CN" altLang="en-US" sz="3200" b="1" dirty="0">
                <a:solidFill>
                  <a:schemeClr val="tx2"/>
                </a:solidFill>
                <a:latin typeface="Arial" charset="0"/>
              </a:rPr>
              <a:t>属性列</a:t>
            </a:r>
            <a:r>
              <a:rPr lang="en-US" altLang="zh-CN" sz="3200" b="1" dirty="0">
                <a:solidFill>
                  <a:schemeClr val="tx2"/>
                </a:solidFill>
                <a:latin typeface="Arial" charset="0"/>
              </a:rPr>
              <a:t>&gt; </a:t>
            </a:r>
            <a:r>
              <a:rPr lang="zh-CN" altLang="en-US" sz="3200" b="1" dirty="0">
                <a:solidFill>
                  <a:schemeClr val="tx2"/>
                </a:solidFill>
                <a:latin typeface="Arial" charset="0"/>
              </a:rPr>
              <a:t>比较运算符 </a:t>
            </a:r>
            <a:r>
              <a:rPr lang="en-US" altLang="zh-CN" sz="3200" b="1" dirty="0">
                <a:solidFill>
                  <a:schemeClr val="tx2"/>
                </a:solidFill>
                <a:latin typeface="Arial" charset="0"/>
              </a:rPr>
              <a:t>{</a:t>
            </a:r>
            <a:r>
              <a:rPr lang="zh-CN" altLang="en-US" sz="3200" b="1" dirty="0">
                <a:solidFill>
                  <a:schemeClr val="tx2"/>
                </a:solidFill>
                <a:latin typeface="Arial" charset="0"/>
              </a:rPr>
              <a:t>列名</a:t>
            </a:r>
            <a:r>
              <a:rPr lang="en-US" altLang="zh-CN" sz="3200" b="1" dirty="0">
                <a:solidFill>
                  <a:schemeClr val="tx2"/>
                </a:solidFill>
                <a:latin typeface="Arial" charset="0"/>
              </a:rPr>
              <a:t>|</a:t>
            </a:r>
            <a:r>
              <a:rPr lang="zh-CN" altLang="en-US" sz="3200" b="1" dirty="0">
                <a:solidFill>
                  <a:schemeClr val="tx2"/>
                </a:solidFill>
                <a:latin typeface="Arial" charset="0"/>
              </a:rPr>
              <a:t>常量</a:t>
            </a:r>
            <a:r>
              <a:rPr lang="en-US" altLang="zh-CN" sz="3200" b="1" dirty="0">
                <a:solidFill>
                  <a:schemeClr val="tx2"/>
                </a:solidFill>
                <a:latin typeface="Arial" charset="0"/>
              </a:rPr>
              <a:t>|</a:t>
            </a:r>
            <a:r>
              <a:rPr lang="zh-CN" altLang="en-US" sz="3200" b="1" dirty="0">
                <a:solidFill>
                  <a:schemeClr val="tx2"/>
                </a:solidFill>
                <a:latin typeface="Arial" charset="0"/>
              </a:rPr>
              <a:t>表达式</a:t>
            </a:r>
            <a:r>
              <a:rPr lang="en-US" altLang="zh-CN" sz="3200" b="1" dirty="0">
                <a:solidFill>
                  <a:schemeClr val="tx2"/>
                </a:solidFill>
                <a:latin typeface="Arial" charset="0"/>
              </a:rPr>
              <a:t>}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solidFill>
                  <a:schemeClr val="tx2"/>
                </a:solidFill>
                <a:latin typeface="Arial" charset="0"/>
              </a:rPr>
              <a:t>     </a:t>
            </a:r>
            <a:r>
              <a:rPr lang="zh-CN" altLang="en-US" sz="2800" b="1" dirty="0">
                <a:solidFill>
                  <a:schemeClr val="tx2"/>
                </a:solidFill>
                <a:latin typeface="Arial" charset="0"/>
              </a:rPr>
              <a:t>其中：字符串常量和日期常量要用一对单引号括起来。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【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】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求学分大于等于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50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的学生姓名和学分。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D080C0-18FA-F468-1E56-4C42351C8335}"/>
              </a:ext>
            </a:extLst>
          </p:cNvPr>
          <p:cNvSpPr/>
          <p:nvPr/>
        </p:nvSpPr>
        <p:spPr>
          <a:xfrm>
            <a:off x="482600" y="4581525"/>
            <a:ext cx="11593513" cy="4794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SELECT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sname,totalcredit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FROM student  WHERE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totalcredit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&gt;50;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5956CC8-2858-64CA-D9CC-4FB15B78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范围运算符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4642B2-C1CA-C339-8CD8-9C4AF426A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539875"/>
            <a:ext cx="11715750" cy="295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SzPct val="110000"/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BETWEEN  AND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的一般格式为：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属性列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 [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NOT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] 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BETWEEN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&lt;a&gt; 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AND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&lt;b&gt;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查询属性值在指定范围内的元组   </a:t>
            </a:r>
            <a:endParaRPr lang="en-US" altLang="zh-CN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其中：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&lt;a&gt;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为范围的下限（低值），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&lt;b&gt;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为范围的上限（高值）。</a:t>
            </a:r>
            <a:endParaRPr lang="en-US" altLang="zh-CN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选出的元组包括边界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&lt;a&gt;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与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&lt;b&gt;,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要求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a&lt;=b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，等价于 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 =&lt;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属性列 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&lt;= b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。</a:t>
            </a:r>
          </a:p>
        </p:txBody>
      </p:sp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5DD5610-D11F-2E35-1F4C-10392901F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范围运算符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7A2AAF8-12E4-CDCC-396C-7C48FAEF0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592263"/>
            <a:ext cx="10512425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b="1"/>
              <a:t>例</a:t>
            </a:r>
            <a:r>
              <a:rPr lang="en-US" altLang="zh-CN" sz="2800" b="1"/>
              <a:t>1</a:t>
            </a:r>
            <a:r>
              <a:rPr lang="zh-CN" altLang="en-US" sz="2800" b="1"/>
              <a:t>：求学分在</a:t>
            </a:r>
            <a:r>
              <a:rPr lang="en-US" altLang="zh-CN" sz="2800" b="1"/>
              <a:t>40</a:t>
            </a:r>
            <a:r>
              <a:rPr lang="zh-CN" altLang="en-US" sz="2800" b="1"/>
              <a:t>与</a:t>
            </a:r>
            <a:r>
              <a:rPr lang="en-US" altLang="zh-CN" sz="2800" b="1"/>
              <a:t>49</a:t>
            </a:r>
            <a:r>
              <a:rPr lang="zh-CN" altLang="en-US" sz="2800" b="1"/>
              <a:t>之间（包括</a:t>
            </a:r>
            <a:r>
              <a:rPr lang="en-US" altLang="zh-CN" sz="2800" b="1"/>
              <a:t>40</a:t>
            </a:r>
            <a:r>
              <a:rPr lang="zh-CN" altLang="en-US" sz="2800" b="1"/>
              <a:t>和</a:t>
            </a:r>
            <a:r>
              <a:rPr lang="en-US" altLang="zh-CN" sz="2800" b="1"/>
              <a:t>49</a:t>
            </a:r>
            <a:r>
              <a:rPr lang="zh-CN" altLang="en-US" sz="2800" b="1"/>
              <a:t>）的学生学号和学分。</a:t>
            </a:r>
            <a:endParaRPr lang="en-US" altLang="zh-CN" sz="2800" b="1"/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b="1"/>
              <a:t>例</a:t>
            </a:r>
            <a:r>
              <a:rPr lang="en-US" altLang="zh-CN" sz="2800" b="1"/>
              <a:t>2</a:t>
            </a:r>
            <a:r>
              <a:rPr lang="zh-CN" altLang="en-US" sz="2800" b="1"/>
              <a:t>：求学分不在</a:t>
            </a:r>
            <a:r>
              <a:rPr lang="en-US" altLang="zh-CN" sz="2800" b="1"/>
              <a:t>40</a:t>
            </a:r>
            <a:r>
              <a:rPr lang="zh-CN" altLang="en-US" sz="2800" b="1"/>
              <a:t>与</a:t>
            </a:r>
            <a:r>
              <a:rPr lang="en-US" altLang="zh-CN" sz="2800" b="1"/>
              <a:t>49</a:t>
            </a:r>
            <a:r>
              <a:rPr lang="zh-CN" altLang="en-US" sz="2800" b="1"/>
              <a:t>之间的学生学号和学分。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D5E47D-1476-E54A-5EF6-B99AF6D16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2260600"/>
            <a:ext cx="10512425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sno, totalcredit FROM student WHERE totalcredit BETWEEN 40 AND 49;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6DC0AC3-C865-C226-25F8-056DEB3E6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4292600"/>
            <a:ext cx="10512425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sno, totalcredit FROM student WHERE totalcredit NOT BETWEEN 40 AND 49;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513DC8E-7A84-3B88-CC0D-560639D57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集合运算符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1C102E-970F-1A27-BDDE-500DBA00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196975"/>
            <a:ext cx="10656888" cy="334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SzPct val="110000"/>
              <a:buFont typeface="Arial" charset="0"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谓词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可以用来查找属性值属于指定集合的元组。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属性列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 [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NOT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] 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&lt;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值表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 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谓词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实际上是一系列谓词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‘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OR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’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的缩写。所起的作用就是检查列值是否等于它后面括弧内的一组值中某一个。如果等于其中某一个值，则其结果为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‘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真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’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，否则其结果为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‘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假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’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。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NOT IN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表示与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完全相反的含义。</a:t>
            </a:r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D7C1F65-42F4-D371-B447-BF9501C6C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集合运算符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90B44C-E8A9-888C-3A9A-0F8030A7E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8" y="1676400"/>
            <a:ext cx="11017250" cy="187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：求考试成绩为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80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、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85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或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90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的学生学号。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：求不是通信工程系、计算机系、网络工程系的学生的信息。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1A7E48-40AF-5677-13A4-3D24ACCA4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2266950"/>
            <a:ext cx="105124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* FROM score WHERE grade IN (80,85,90);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BC6E2A1-28C8-320B-1E22-29A38234F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3860800"/>
            <a:ext cx="10512425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* FROM student WHERE dept NOT IN ('</a:t>
            </a:r>
            <a:r>
              <a:rPr lang="zh-CN" altLang="en-US" sz="2800" b="1">
                <a:solidFill>
                  <a:srgbClr val="002060"/>
                </a:solidFill>
              </a:rPr>
              <a:t>计算机</a:t>
            </a:r>
            <a:r>
              <a:rPr lang="en-US" altLang="zh-CN" sz="2800" b="1">
                <a:solidFill>
                  <a:srgbClr val="002060"/>
                </a:solidFill>
              </a:rPr>
              <a:t>','</a:t>
            </a:r>
            <a:r>
              <a:rPr lang="zh-CN" altLang="en-US" sz="2800" b="1">
                <a:solidFill>
                  <a:srgbClr val="002060"/>
                </a:solidFill>
              </a:rPr>
              <a:t>通信工程</a:t>
            </a:r>
            <a:r>
              <a:rPr lang="en-US" altLang="zh-CN" sz="2800" b="1">
                <a:solidFill>
                  <a:srgbClr val="002060"/>
                </a:solidFill>
              </a:rPr>
              <a:t>','</a:t>
            </a:r>
            <a:r>
              <a:rPr lang="zh-CN" altLang="en-US" sz="2800" b="1">
                <a:solidFill>
                  <a:srgbClr val="002060"/>
                </a:solidFill>
              </a:rPr>
              <a:t>网络工程</a:t>
            </a:r>
            <a:r>
              <a:rPr lang="en-US" altLang="zh-CN" sz="2800" b="1">
                <a:solidFill>
                  <a:srgbClr val="002060"/>
                </a:solidFill>
              </a:rPr>
              <a:t>');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D092CB1-F49B-04AB-E7EE-389300AE6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5532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模糊查询运算符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4A98FE-7C42-254E-D779-8DD27ABD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1268413"/>
            <a:ext cx="10583862" cy="3859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SzPct val="110000"/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谓词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LIKE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的一般格式为：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属性列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&gt;[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NOT] LIKE 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‘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匹配串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</a:t>
            </a:r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’</a:t>
            </a:r>
            <a:endParaRPr lang="en-US" altLang="zh-CN" sz="32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查询指定的属性列与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匹配串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相匹配的元组。 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&lt;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匹配串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可以是一个完整的字符串，也可以含有通配符的字符串。通配符包括：</a:t>
            </a:r>
          </a:p>
          <a:p>
            <a:pPr algn="just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%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（百分号）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 </a:t>
            </a:r>
            <a:r>
              <a:rPr lang="zh-CN" altLang="en-US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代表任意长（长度为</a:t>
            </a:r>
            <a:r>
              <a:rPr lang="en-US" altLang="zh-CN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0</a:t>
            </a:r>
            <a:r>
              <a:rPr lang="zh-CN" altLang="en-US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）字符串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。</a:t>
            </a:r>
          </a:p>
          <a:p>
            <a:pPr algn="just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_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（下划线）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 </a:t>
            </a:r>
            <a:r>
              <a:rPr lang="zh-CN" altLang="en-US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代表任意单个字符。</a:t>
            </a:r>
          </a:p>
        </p:txBody>
      </p:sp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843FDDCB-666B-60B5-AD46-9350FB2B1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5532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模糊查询运算符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5133A0-423D-71F8-CD84-28617D2F1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1341438"/>
            <a:ext cx="11088687" cy="366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：求姓名是以汉字“林”打头的学生信息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：求姓名中含有“林”的学生信息。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3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：求姓名长度至少是两个字符且倒数第二个字符必须是汉字“林”的学生信息。</a:t>
            </a:r>
            <a:r>
              <a:rPr lang="zh-CN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2D1FA49-D83E-7BEE-79C9-4CCE0E327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935163"/>
            <a:ext cx="10512425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* FROM student WHERE sname LIKE '</a:t>
            </a:r>
            <a:r>
              <a:rPr lang="zh-CN" altLang="en-US" sz="2800" b="1">
                <a:solidFill>
                  <a:srgbClr val="002060"/>
                </a:solidFill>
              </a:rPr>
              <a:t>林</a:t>
            </a:r>
            <a:r>
              <a:rPr lang="en-US" altLang="zh-CN" sz="2800" b="1">
                <a:solidFill>
                  <a:srgbClr val="002060"/>
                </a:solidFill>
              </a:rPr>
              <a:t>%';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39BBAF-AF0D-7C2E-5AF1-B219A8794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25" y="3254375"/>
            <a:ext cx="10512425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* FROM student WHERE sname LIKE '%</a:t>
            </a:r>
            <a:r>
              <a:rPr lang="zh-CN" altLang="en-US" sz="2800" b="1">
                <a:solidFill>
                  <a:srgbClr val="002060"/>
                </a:solidFill>
              </a:rPr>
              <a:t>林</a:t>
            </a:r>
            <a:r>
              <a:rPr lang="en-US" altLang="zh-CN" sz="2800" b="1">
                <a:solidFill>
                  <a:srgbClr val="002060"/>
                </a:solidFill>
              </a:rPr>
              <a:t>%';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1DAC06C-2449-97FB-2B58-DDE5D424C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25" y="5137150"/>
            <a:ext cx="10512425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2060"/>
                </a:solidFill>
              </a:rPr>
              <a:t>SELECT * FROM student WHERE sname LIKE '%</a:t>
            </a:r>
            <a:r>
              <a:rPr lang="zh-CN" altLang="en-US" sz="2800" b="1">
                <a:solidFill>
                  <a:srgbClr val="002060"/>
                </a:solidFill>
              </a:rPr>
              <a:t>林</a:t>
            </a:r>
            <a:r>
              <a:rPr lang="en-US" altLang="zh-CN" sz="2800" b="1">
                <a:solidFill>
                  <a:srgbClr val="002060"/>
                </a:solidFill>
              </a:rPr>
              <a:t>_';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18EFD2E-4202-9C40-7292-9662C176B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9850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模糊查询运算符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5F91C75-DDB7-5EBA-FF46-44AEC41B4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1341438"/>
            <a:ext cx="10799762" cy="316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Aft>
                <a:spcPct val="40000"/>
              </a:spcAft>
              <a:buFont typeface="Arial" charset="0"/>
              <a:buNone/>
              <a:defRPr/>
            </a:pPr>
            <a:r>
              <a:rPr kumimoji="1" lang="en-US" altLang="zh-CN" sz="32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使用换码字符</a:t>
            </a:r>
            <a:r>
              <a:rPr kumimoji="1" lang="en-US" altLang="zh-CN" sz="36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'</a:t>
            </a:r>
            <a:r>
              <a:rPr kumimoji="1" lang="zh-CN" altLang="en-US" sz="36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＼</a:t>
            </a:r>
            <a:r>
              <a:rPr kumimoji="1" lang="en-US" altLang="zh-CN" sz="36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'</a:t>
            </a:r>
            <a:r>
              <a:rPr kumimoji="1"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将通配符转义为普通字符</a:t>
            </a:r>
          </a:p>
          <a:p>
            <a:pPr marL="342900" indent="-342900" eaLnBrk="1" hangingPunct="1">
              <a:lnSpc>
                <a:spcPct val="110000"/>
              </a:lnSpc>
              <a:spcAft>
                <a:spcPct val="40000"/>
              </a:spcAft>
              <a:buFont typeface="Arial" charset="0"/>
              <a:buNone/>
              <a:defRPr/>
            </a:pPr>
            <a:r>
              <a:rPr kumimoji="1"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marL="342900" indent="-342900" eaLnBrk="1" hangingPunct="1">
              <a:lnSpc>
                <a:spcPct val="110000"/>
              </a:lnSpc>
              <a:spcAft>
                <a:spcPct val="40000"/>
              </a:spcAft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1: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在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course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表中插入新记录。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342900" indent="-342900" eaLnBrk="1" hangingPunct="1">
              <a:lnSpc>
                <a:spcPct val="110000"/>
              </a:lnSpc>
              <a:spcAft>
                <a:spcPct val="40000"/>
              </a:spcAft>
              <a:buFont typeface="Arial" charset="0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342900" indent="-342900" eaLnBrk="1" hangingPunct="1">
              <a:lnSpc>
                <a:spcPct val="110000"/>
              </a:lnSpc>
              <a:spcAft>
                <a:spcPct val="40000"/>
              </a:spcAft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</a:t>
            </a:r>
          </a:p>
          <a:p>
            <a:pPr marL="342900" indent="-342900" eaLnBrk="1" hangingPunct="1">
              <a:lnSpc>
                <a:spcPct val="110000"/>
              </a:lnSpc>
              <a:spcAft>
                <a:spcPct val="40000"/>
              </a:spcAft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2: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查询以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"DB_"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开头的课程的详细情况。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378444-E861-614E-4445-FF21857A3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5157788"/>
            <a:ext cx="1159351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* FROM course WHERE cname LIKE 'DB\_%' 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179BBF-6C94-8CD9-E1BF-E3AD8C785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3141663"/>
            <a:ext cx="11593512" cy="115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INSERT INTO course(cno,cname) VALUES('401','DBDESIGN'),('402','DB_DESIGN');</a:t>
            </a:r>
            <a:endParaRPr kumimoji="1" lang="zh-CN" altLang="en-US" sz="2800" b="1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4EA030F-8714-7060-3CC6-BBE3DF68D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7691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空值运算符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192E15-4792-78BB-B28D-C6207577A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022350"/>
            <a:ext cx="12076112" cy="523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SzPct val="110000"/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NULL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表示空值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。空值是一种不存在的或者不知道、不可用的数据。</a:t>
            </a:r>
            <a:endParaRPr lang="zh-CN" altLang="en-US" sz="32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格式：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列名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IS 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[NOT]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NULL 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这里的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IS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不能用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=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替代。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数据库表的行中，未被赋值的字段自动被认为是空值。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0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长度的字符串自动解释为空值。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空值的赋值：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把连续两个单引号赋值给它；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把空值常量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NULL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赋值给它。</a:t>
            </a:r>
            <a:endParaRPr lang="en-US" altLang="zh-CN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空值不能参加任何计算，如要计算用函数：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IFNULL (expr1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expr2) 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。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Font typeface="Arial" charset="0"/>
              <a:buNone/>
              <a:defRPr/>
            </a:pP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    </a:t>
            </a:r>
            <a:r>
              <a:rPr lang="zh-CN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若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expr1</a:t>
            </a:r>
            <a:r>
              <a:rPr lang="zh-CN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非空，返回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expr1</a:t>
            </a:r>
            <a:r>
              <a:rPr lang="zh-CN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；若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expr1</a:t>
            </a:r>
            <a:r>
              <a:rPr lang="zh-CN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为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NULL</a:t>
            </a:r>
            <a:r>
              <a:rPr lang="zh-CN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，返回</a:t>
            </a:r>
            <a:r>
              <a:rPr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expr2</a:t>
            </a:r>
            <a:r>
              <a:rPr lang="zh-CN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。</a:t>
            </a:r>
            <a:endParaRPr lang="zh-CN" alt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97C2C17-D954-015B-029D-575A2CD9D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空值运算符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1026">
            <a:extLst>
              <a:ext uri="{FF2B5EF4-FFF2-40B4-BE49-F238E27FC236}">
                <a16:creationId xmlns:a16="http://schemas.microsoft.com/office/drawing/2014/main" id="{61D11700-BAD2-6371-3C17-688A4DAE8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1268413"/>
            <a:ext cx="11449050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：查询</a:t>
            </a:r>
            <a:r>
              <a:rPr kumimoji="1" lang="en-US" altLang="zh-CN" sz="2800" b="1" dirty="0">
                <a:latin typeface="Times New Roman" pitchFamily="18" charset="0"/>
                <a:ea typeface="宋体" charset="-122"/>
              </a:rPr>
              <a:t>course</a:t>
            </a:r>
            <a:r>
              <a:rPr kumimoji="1" lang="zh-CN" altLang="en-US" sz="2800" b="1" dirty="0">
                <a:latin typeface="Times New Roman" pitchFamily="18" charset="0"/>
                <a:ea typeface="宋体" charset="-122"/>
              </a:rPr>
              <a:t>表中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学分为空的记录。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</a:t>
            </a:r>
            <a:r>
              <a:rPr kumimoji="1" lang="en-US" altLang="zh-CN" sz="2800" b="1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800" b="1" dirty="0">
                <a:latin typeface="Times New Roman" pitchFamily="18" charset="0"/>
                <a:ea typeface="宋体" charset="-122"/>
              </a:rPr>
              <a:t>将</a:t>
            </a:r>
            <a:r>
              <a:rPr kumimoji="1" lang="en-US" altLang="zh-CN" sz="2800" b="1" dirty="0">
                <a:latin typeface="Times New Roman" pitchFamily="18" charset="0"/>
                <a:ea typeface="宋体" charset="-122"/>
              </a:rPr>
              <a:t>course</a:t>
            </a:r>
            <a:r>
              <a:rPr kumimoji="1" lang="zh-CN" altLang="en-US" sz="2800" b="1" dirty="0">
                <a:latin typeface="Times New Roman" pitchFamily="18" charset="0"/>
                <a:ea typeface="宋体" charset="-122"/>
              </a:rPr>
              <a:t>表中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学分为空的记录的学分加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10</a:t>
            </a: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C6921-AC4A-6D1E-B425-E5137A820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833563"/>
            <a:ext cx="11593512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* FROM course WHERE credit IS NULL;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16B9AFE-1CE6-28C1-3E7B-F1996AE71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4797425"/>
            <a:ext cx="11591925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注意：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在定义表时可以用 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default </a:t>
            </a: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定义一个默认值来替代空值。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9BDCEB-F59A-F951-1540-429D28583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3390900"/>
            <a:ext cx="11593512" cy="109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UPDATE course SET credit = IFNULL(credit,0) + 10 WHERE credit IS NULL ;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DD1D72ED-FBB3-16AE-9F08-530CC079D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7129462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多重条件组合查询 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5DD003A3-CD0C-2D6B-4DFA-77CAAD37B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1196975"/>
            <a:ext cx="11088687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FF0000"/>
              </a:buClr>
              <a:buSzPct val="110000"/>
              <a:buFont typeface="Arial" charset="0"/>
              <a:buNone/>
              <a:defRPr/>
            </a:pP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当查询条件涉及到多个时，可将若干条件通过逻辑运算符构成一个更复杂的条件进行查询。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2C9454-778E-3C87-B10F-A7125CD2D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" y="2276475"/>
            <a:ext cx="10721975" cy="56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spcAft>
                <a:spcPct val="10000"/>
              </a:spcAft>
              <a:buFont typeface="Arial" charset="0"/>
              <a:buNone/>
              <a:defRPr/>
            </a:pPr>
            <a:r>
              <a:rPr lang="en-US" altLang="zh-CN" sz="3200" dirty="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运算符的优先顺序如下：</a:t>
            </a:r>
          </a:p>
        </p:txBody>
      </p:sp>
      <p:graphicFrame>
        <p:nvGraphicFramePr>
          <p:cNvPr id="20485" name="对象 1">
            <a:extLst>
              <a:ext uri="{FF2B5EF4-FFF2-40B4-BE49-F238E27FC236}">
                <a16:creationId xmlns:a16="http://schemas.microsoft.com/office/drawing/2014/main" id="{AC199FB1-D26F-959D-273A-FA62708CFF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575" y="3279775"/>
          <a:ext cx="10594975" cy="296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443923" imgH="1524701" progId="Word.Document.12">
                  <p:embed/>
                </p:oleObj>
              </mc:Choice>
              <mc:Fallback>
                <p:oleObj name="文档" r:id="rId3" imgW="5443923" imgH="1524701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" y="3279775"/>
                        <a:ext cx="10594975" cy="296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1E528FB-61BA-902A-2D3A-8C62F3B51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7691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条件查询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多重条件组合查询 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E5715CE-3B17-FDC8-0411-D94FFC879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1365250"/>
            <a:ext cx="11161712" cy="54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：求计算机系或通信工程系，学分大于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50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的学生姓名、系和学分。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8341B-CF30-B700-3D13-E770082E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3573463"/>
            <a:ext cx="11161712" cy="166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：求选修课程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(‘101’)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或课程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(‘102’)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，成绩在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85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95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之间的学生的学号、课程与成绩。</a:t>
            </a: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83187E9-86D0-72EC-3EEC-8F2C001C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2133600"/>
            <a:ext cx="11593512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sname,dept,totalcredit FROM student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WHERE dept IN ('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计算机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','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通信工程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') AND totalcredit &gt; 50;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73D48BC-9EAB-1F1C-16AF-77A2AB6CC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4724400"/>
            <a:ext cx="11736388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sno,cno,grade FROM score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WHERE cno IN ('101','102') AND grade BETWEEN 85 AND 95;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997AEC7-0955-EA7A-B7F2-4C7DA56F3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组函数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graphicFrame>
        <p:nvGraphicFramePr>
          <p:cNvPr id="22531" name="对象 1">
            <a:extLst>
              <a:ext uri="{FF2B5EF4-FFF2-40B4-BE49-F238E27FC236}">
                <a16:creationId xmlns:a16="http://schemas.microsoft.com/office/drawing/2014/main" id="{915C18F4-E3DE-EDB6-672B-D8E795EBFF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950" y="2632075"/>
          <a:ext cx="10688638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443923" imgH="1471802" progId="Word.Document.12">
                  <p:embed/>
                </p:oleObj>
              </mc:Choice>
              <mc:Fallback>
                <p:oleObj name="文档" r:id="rId3" imgW="5443923" imgH="1471802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632075"/>
                        <a:ext cx="10688638" cy="288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F0ED8A0-B3C5-AA57-A341-B697CD832878}"/>
              </a:ext>
            </a:extLst>
          </p:cNvPr>
          <p:cNvSpPr/>
          <p:nvPr/>
        </p:nvSpPr>
        <p:spPr>
          <a:xfrm>
            <a:off x="914400" y="1341438"/>
            <a:ext cx="10369550" cy="522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charset="-122"/>
              </a:rPr>
              <a:t>SQL</a:t>
            </a:r>
            <a:r>
              <a:rPr lang="zh-CN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charset="-122"/>
              </a:rPr>
              <a:t>提供了组函数（聚合函数），用于对一组值执行统计</a:t>
            </a:r>
            <a:endParaRPr lang="zh-CN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DE74797-0EB5-76C0-7EA6-BA2787009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组函数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B735A9-FEF3-720D-B64A-888E8F352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1341438"/>
            <a:ext cx="8999537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：求学生总人数。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6178DDC-0AF9-CE57-2D51-F8988739E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2554288"/>
            <a:ext cx="8999537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：求选修了课程的学生人数。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0EC209-BA7D-2591-8F5D-EEB2B15F0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3676650"/>
            <a:ext cx="89995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3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：求计算机系学生的平均学分。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33D2489-0357-0DFA-86AA-74AE53CA0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4868863"/>
            <a:ext cx="8999537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4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：求选修了课程‘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101’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的最高、最低与平均成绩。</a:t>
            </a:r>
            <a:r>
              <a:rPr lang="zh-CN" altLang="en-US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32CC7A9-0938-7684-F2CB-AFED37F3E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890713"/>
            <a:ext cx="11593512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COUNT(*) AS 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总人数 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FROM student;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DC62163-30DE-E412-4056-C6F3D673A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3" y="3071813"/>
            <a:ext cx="11591925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COUNT(DISTINCT sno) FROM score;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E1760E5-3BFB-4393-C044-6DC57B5E8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81475"/>
            <a:ext cx="12076113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AVG(totalcredit) FROM student WHERE dept='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计算机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';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B1A859E-190B-2E2D-6B9B-4AE81F226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5516563"/>
            <a:ext cx="11593512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MAX(grade), MIN(grade), AVG(grade) FROM score WHERE cno='101';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387EA9D-266C-6C0D-BCC3-62F70C69B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分组查询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9B4E9CE-8934-017E-BB47-75ECBBE3B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1341438"/>
            <a:ext cx="10896600" cy="444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Arial" charset="0"/>
              <a:buNone/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分组查询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的语法格式为：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Arial" charset="0"/>
              <a:buNone/>
              <a:defRPr/>
            </a:pP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GROUP BY &lt;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用于分组的列名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 [HAVING &lt;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条件表达式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&gt;]</a:t>
            </a:r>
          </a:p>
          <a:p>
            <a:pPr marL="457200" indent="-457200"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将查询结果表按某一列或多列值分组，值相等的为一组；</a:t>
            </a:r>
            <a:endParaRPr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当对多列进行分组时，所有的组函数统计都是对最后的分组列进行的；</a:t>
            </a:r>
            <a:endParaRPr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在包含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GROUP BY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子句的查询语句中，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SELECT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子句后面的所有字段列表（除组函数外），均应该包含在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GROUP BY 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子句中，即选项与分组应具有一致性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。</a:t>
            </a:r>
          </a:p>
        </p:txBody>
      </p:sp>
    </p:spTree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98C36310-8D65-7DFD-03B5-001E82C8B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分组查询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E6975-AE77-D86B-473B-2BE937B59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971550"/>
            <a:ext cx="758825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4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：求各门课程的平均成绩与总成绩。</a:t>
            </a:r>
            <a:r>
              <a:rPr lang="zh-CN" altLang="en-US" sz="2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EF5BAA-820E-731D-ED61-6DBA882BB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025" y="2790825"/>
            <a:ext cx="7588250" cy="54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：求各专业的人数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74CCB29-B3BA-27C6-66AC-5B6836248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628775"/>
            <a:ext cx="12004675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cno,AVG(grade),SUM(grade) FROM score GROUP BY cno;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7E93CE-3671-E1D0-F1F2-30D4EF52B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8" y="3335338"/>
            <a:ext cx="11593512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dept,COUNT(*) FROM student GROUP BY dept;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A382F19-A84C-B17C-7A7B-1B4CA06B5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分组查询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-HAVING 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子句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817549-ECC1-F26D-D7C7-DB8503DD1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196975"/>
            <a:ext cx="10436225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30000"/>
              </a:spcBef>
              <a:buClr>
                <a:srgbClr val="0000FF"/>
              </a:buClr>
              <a:buFont typeface="Arial" charset="0"/>
              <a:buNone/>
              <a:defRPr/>
            </a:pP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如果分组后还要按一定的条件对这些分组进行筛选，只输出满足条件的组，则应该使用</a:t>
            </a: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HAVING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短语指定筛选条件。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A11F5A-638D-EE7A-F961-C14E26796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875" y="2636838"/>
            <a:ext cx="7588250" cy="54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例：求人数在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人以上专业及人数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49FD7F-BB1F-E55E-2AEA-516243CFA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3429000"/>
            <a:ext cx="11593513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dept,COUNT(*) FROM student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GROUP BY dept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HAVING COUNT(*)&gt;10;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683A494-1488-418D-AC7D-840189E2D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分组查询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-HAVING 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子句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0ABDE-148A-454F-C573-C12615D20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196975"/>
            <a:ext cx="10436225" cy="192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WHERE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与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HAVING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的区别：</a:t>
            </a:r>
            <a:endParaRPr lang="en-US" altLang="zh-CN" sz="32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WHERE 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作用于基本表或视图，从中选择满足条件的元组；</a:t>
            </a:r>
            <a:endParaRPr lang="en-US" altLang="zh-CN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457200" indent="-457200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HAVING</a:t>
            </a:r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短语作用于组，从中选择满足条件的组。</a:t>
            </a:r>
            <a:endParaRPr lang="zh-CN" altLang="en-US" sz="28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E9E9821-3935-0A9C-85ED-518BB56EA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588" y="3357563"/>
            <a:ext cx="7588250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40000"/>
              </a:spcBef>
              <a:buFont typeface="Arial" charset="0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例：求计算机专业的男女生人数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3F99523-6BED-971C-37D1-6AD4ACC8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8" y="4076700"/>
            <a:ext cx="11593512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dept,sex,COUNT(*) FROM student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WHERE dept='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计算机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'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GROUP BY dept,sex;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6009405-A423-D98F-8EE2-0F4119FFE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排序查询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DCCE59-20AE-209A-82ED-6CEC38FDF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341438"/>
            <a:ext cx="11161712" cy="293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10000"/>
              </a:spcAft>
              <a:buFont typeface="Arial" charset="0"/>
              <a:buNone/>
              <a:defRPr/>
            </a:pPr>
            <a:r>
              <a:rPr kumimoji="1"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排序的语法格式为：</a:t>
            </a:r>
          </a:p>
          <a:p>
            <a:pPr>
              <a:spcBef>
                <a:spcPct val="50000"/>
              </a:spcBef>
              <a:spcAft>
                <a:spcPct val="10000"/>
              </a:spcAft>
              <a:buFont typeface="Arial" charset="0"/>
              <a:buNone/>
              <a:defRPr/>
            </a:pPr>
            <a:r>
              <a:rPr kumimoji="1"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              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ORDER BY &lt;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用于排序的列名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&gt;[ASC|DESC]</a:t>
            </a: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，</a:t>
            </a:r>
            <a:r>
              <a:rPr kumimoji="1"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…</a:t>
            </a:r>
          </a:p>
          <a:p>
            <a:pPr marL="457200" indent="-457200"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ASC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升序排序（默认值），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DESC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降序排序；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457200" indent="-457200"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可以选择多列进行排序；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 marL="457200" indent="-457200"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如果排序列含有空值时，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ASC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排序时，含有空值的行位于最前面。</a:t>
            </a:r>
          </a:p>
        </p:txBody>
      </p:sp>
    </p:spTree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F919C4-0D3A-3E69-71EB-9421DC276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1603375"/>
            <a:ext cx="1080135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例：求选修课程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(‘101’)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或课程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(‘102’)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学生的学号、课程号与成绩，结果按学号升序、课程号降序排序。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5DDE8E-7A9E-8F77-775F-B1DDC23D0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903538"/>
            <a:ext cx="11593512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sno,cno,grade FROM score ORDER BY sno ,grade DESC;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C63A28E-E207-48AE-6280-3F62716E8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排序查询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4E2606D-B7AD-CF2F-6B14-07DF5C19D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1196975"/>
            <a:ext cx="10801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C00000"/>
                </a:solidFill>
              </a:rPr>
              <a:t>1. </a:t>
            </a:r>
            <a:r>
              <a:rPr lang="zh-CN" altLang="zh-CN" sz="2800" b="1">
                <a:solidFill>
                  <a:srgbClr val="C00000"/>
                </a:solidFill>
              </a:rPr>
              <a:t>限制返回结果的记录数</a:t>
            </a:r>
            <a:endParaRPr lang="zh-CN" altLang="zh-CN" sz="280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E6F9AB-EF2E-083C-996D-AD3169B68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844675"/>
            <a:ext cx="11593512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Arial" charset="0"/>
              <a:buNone/>
              <a:defRPr/>
            </a:pPr>
            <a:r>
              <a:rPr kumimoji="1" lang="zh-CN" altLang="en-US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对于一次性查询出的大量记录，不仅不便于阅读查看，还会浪费系统效率。为此，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MySQL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中提供了一个关键字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LIMIT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，可以限定查询结果的数量，也可以指定查询从哪一条记录开始。基本语法格式如下：</a:t>
            </a:r>
          </a:p>
          <a:p>
            <a:pPr lvl="2" algn="ctr" eaLnBrk="1" hangingPunct="1">
              <a:spcBef>
                <a:spcPct val="200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LIMIT[OFFSET,]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记录数；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“记录数”表示限定获取的最大记录数量；当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LIMT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后仅含有此参数时，表示从第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条记录开始获取；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  <a:p>
            <a:pPr marL="457200" indent="-457200" eaLnBrk="1" hangingPunct="1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可选项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OFFSET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表示偏移量，用于设置从哪条记录开始，默认第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条记录的偏移量值为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0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，第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条记录的偏移量值为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，依此类推。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758D916-F73B-7E26-EBE5-39AA486C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限制查询结果数量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DDB21C-F9D9-13F8-753C-70F69192A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1603375"/>
            <a:ext cx="10801350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101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课程的成绩排前三名学生的学号、课程号、成绩。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108BE-4327-256F-C85E-9A6582E3D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" y="2300288"/>
            <a:ext cx="11593513" cy="112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sno,cno,grade FROM score WHERE cno='101'  ORDER BY grade DESC LIMIT 3;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33F7347-7E01-CB42-570E-746FD5DFB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限制查询结果数量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51BE50-1140-3528-F3D8-5E3665A4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3408363"/>
            <a:ext cx="10801350" cy="54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：求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101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课程的成绩排前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6-10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名学生的学号、课程号、成绩。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2C4BBEC-8ACC-11B9-2C75-978114283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" y="4105275"/>
            <a:ext cx="11593513" cy="112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sno,cno,grade FROM score WHERE cno='101' ORDER BY grade DESC LIMIT 5,5;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707238C-3DE3-FA44-1033-E4055D38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1196975"/>
            <a:ext cx="10801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C00000"/>
                </a:solidFill>
              </a:rPr>
              <a:t>2. </a:t>
            </a:r>
            <a:r>
              <a:rPr lang="zh-CN" altLang="en-US" sz="2800" b="1">
                <a:solidFill>
                  <a:srgbClr val="C00000"/>
                </a:solidFill>
              </a:rPr>
              <a:t>分页显示</a:t>
            </a:r>
            <a:endParaRPr lang="zh-CN" altLang="zh-CN" sz="280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1F622-75EA-593C-F227-80F8D8A00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844675"/>
            <a:ext cx="11593512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            使用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limit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实现数据的分页显示，每页显示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pageSize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条记录，此时显示第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pageNo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页的公式为：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LIMIT (pageNo-1) * pageSize, pageSize;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65CB4DA-BE75-F5E5-E2D8-208267198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限制查询结果数量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5BD48A-C7A6-2302-F0CE-3D69CF600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1603375"/>
            <a:ext cx="10801350" cy="54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例：分页显示学生表的所有记录，每页显示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10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条记录。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C452D5-43C0-99ED-9101-1F11533F4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" y="2300288"/>
            <a:ext cx="11593513" cy="364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-- 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页显示的记录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* FROM student LIMIT 0,10;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-- 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页显示的记录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* FROM student LIMIT 10,10;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-- 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页显示的记录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SELECT * FROM student LIMIT 20,10;</a:t>
            </a: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FB47C01-1855-7B6B-A4B6-D054DBCEB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限制查询结果数量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AA2A00-D95E-0274-0727-92181CE8D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1303338"/>
            <a:ext cx="1118235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导入某省某年高校质量工程项目数据（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excel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表）到当前数据库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mytest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中的表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zlgc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，并完成以下操作：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581FB-B4B5-16E3-CD9C-9B1BC7A2D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2300288"/>
            <a:ext cx="10963275" cy="444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）哪个学校获得的项目最多？</a:t>
            </a:r>
            <a:endParaRPr kumimoji="1" lang="en-US" altLang="zh-CN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</a:pP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</a:pP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）每个学校在不同的项目上分别获得了多少个？</a:t>
            </a:r>
            <a:endParaRPr kumimoji="1" lang="en-US" altLang="zh-CN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</a:pP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</a:pP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）课程思政示范课程项目哪个学校获得最多？</a:t>
            </a:r>
            <a:endParaRPr kumimoji="1" lang="en-US" altLang="zh-CN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</a:pPr>
            <a:endParaRPr kumimoji="1" lang="zh-CN" altLang="en-US" sz="2800" b="1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</a:pP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）获得课程思政示范课程项目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</a:rPr>
              <a:t>50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</a:rPr>
              <a:t>项以上的学校有哪些？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7559AD02-D9BB-D9C7-58A1-76BDEB061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sym typeface="Impact" pitchFamily="34" charset="0"/>
              </a:rPr>
              <a:t>综合练习</a:t>
            </a:r>
            <a:endParaRPr lang="en-US" altLang="zh-CN" sz="4000" b="1" dirty="0">
              <a:solidFill>
                <a:schemeClr val="bg1"/>
              </a:solidFill>
              <a:latin typeface="+mn-ea"/>
              <a:sym typeface="Impact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979E5B2-832C-9C39-F2F0-783A818C2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77788"/>
            <a:ext cx="60483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buFont typeface="Arial" charset="0"/>
              <a:buNone/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本讲内容回顾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062E21D-8904-B115-CEA3-946E137C2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1773238"/>
            <a:ext cx="10972800" cy="388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SELECT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目标列表达式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 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Arial" charset="0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 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FROM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表名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WHERE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条件表达式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GROUP BY 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列名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1&gt;[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HAVING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条件表达式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&gt;]]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ORDER BY 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&lt;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列名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2&gt;[ASC|DESC]]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[</a:t>
            </a:r>
            <a:r>
              <a:rPr kumimoji="1"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LIMIT n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]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；</a:t>
            </a:r>
          </a:p>
        </p:txBody>
      </p:sp>
    </p:spTree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3">
            <a:extLst>
              <a:ext uri="{FF2B5EF4-FFF2-40B4-BE49-F238E27FC236}">
                <a16:creationId xmlns:a16="http://schemas.microsoft.com/office/drawing/2014/main" id="{988F87E7-1639-1ABD-F59E-EEBB518BFA26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2498725" y="3235325"/>
            <a:ext cx="7683500" cy="863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i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chemeClr val="tx2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Thank You !</a:t>
            </a:r>
            <a:endParaRPr lang="zh-CN" altLang="en-US" sz="3600" b="1" i="1" kern="1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chemeClr val="tx2">
                    <a:alpha val="50000"/>
                  </a:scheme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1F06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anchor="ctr"/>
      <a:lstStyle>
        <a:defPPr algn="ctr">
          <a:defRPr sz="3200" b="1" dirty="0">
            <a:solidFill>
              <a:schemeClr val="bg1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12095</TotalTime>
  <Pages>0</Pages>
  <Words>2412</Words>
  <Characters>0</Characters>
  <Application>Microsoft Office PowerPoint</Application>
  <DocSecurity>0</DocSecurity>
  <PresentationFormat>自定义</PresentationFormat>
  <Lines>0</Lines>
  <Paragraphs>283</Paragraphs>
  <Slides>34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1" baseType="lpstr">
      <vt:lpstr>Arial</vt:lpstr>
      <vt:lpstr>宋体</vt:lpstr>
      <vt:lpstr>Franklin Gothic Medium</vt:lpstr>
      <vt:lpstr>微软雅黑</vt:lpstr>
      <vt:lpstr>Calibri</vt:lpstr>
      <vt:lpstr>Franklin Gothic Book</vt:lpstr>
      <vt:lpstr>黑体</vt:lpstr>
      <vt:lpstr>Aharoni</vt:lpstr>
      <vt:lpstr>华文行楷</vt:lpstr>
      <vt:lpstr>Impact</vt:lpstr>
      <vt:lpstr>Times New Roman</vt:lpstr>
      <vt:lpstr>仿宋_GB2312</vt:lpstr>
      <vt:lpstr>Wingdings</vt:lpstr>
      <vt:lpstr>Arial Black</vt:lpstr>
      <vt:lpstr>楷体_GB2312</vt:lpstr>
      <vt:lpstr>Office 主题</vt:lpstr>
      <vt:lpstr>Microsoft Word 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zhuigz Lc</cp:lastModifiedBy>
  <cp:revision>477</cp:revision>
  <dcterms:created xsi:type="dcterms:W3CDTF">2014-10-24T14:22:44Z</dcterms:created>
  <dcterms:modified xsi:type="dcterms:W3CDTF">2026-09-22T11:11:23Z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