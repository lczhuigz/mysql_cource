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handoutMasterIdLst>
    <p:handoutMasterId r:id="rId39"/>
  </p:handoutMasterIdLst>
  <p:sldIdLst>
    <p:sldId id="652" r:id="rId2"/>
    <p:sldId id="257" r:id="rId3"/>
    <p:sldId id="625" r:id="rId4"/>
    <p:sldId id="627" r:id="rId5"/>
    <p:sldId id="628" r:id="rId6"/>
    <p:sldId id="629" r:id="rId7"/>
    <p:sldId id="633" r:id="rId8"/>
    <p:sldId id="653" r:id="rId9"/>
    <p:sldId id="654" r:id="rId10"/>
    <p:sldId id="655" r:id="rId11"/>
    <p:sldId id="656" r:id="rId12"/>
    <p:sldId id="657" r:id="rId13"/>
    <p:sldId id="658" r:id="rId14"/>
    <p:sldId id="636" r:id="rId15"/>
    <p:sldId id="662" r:id="rId16"/>
    <p:sldId id="663" r:id="rId17"/>
    <p:sldId id="664" r:id="rId18"/>
    <p:sldId id="666" r:id="rId19"/>
    <p:sldId id="670" r:id="rId20"/>
    <p:sldId id="671" r:id="rId21"/>
    <p:sldId id="672" r:id="rId22"/>
    <p:sldId id="673" r:id="rId23"/>
    <p:sldId id="649" r:id="rId24"/>
    <p:sldId id="650" r:id="rId25"/>
    <p:sldId id="674" r:id="rId26"/>
    <p:sldId id="675" r:id="rId27"/>
    <p:sldId id="676" r:id="rId28"/>
    <p:sldId id="677" r:id="rId29"/>
    <p:sldId id="679" r:id="rId30"/>
    <p:sldId id="678" r:id="rId31"/>
    <p:sldId id="680" r:id="rId32"/>
    <p:sldId id="681" r:id="rId33"/>
    <p:sldId id="682" r:id="rId34"/>
    <p:sldId id="684" r:id="rId35"/>
    <p:sldId id="683" r:id="rId36"/>
    <p:sldId id="608" r:id="rId37"/>
  </p:sldIdLst>
  <p:sldSz cx="12198350" cy="6858000"/>
  <p:notesSz cx="6858000" cy="9144000"/>
  <p:defaultTex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02">
          <p15:clr>
            <a:srgbClr val="A4A3A4"/>
          </p15:clr>
        </p15:guide>
        <p15:guide id="2" pos="384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9E47"/>
    <a:srgbClr val="3366FF"/>
    <a:srgbClr val="8AC739"/>
    <a:srgbClr val="FF9933"/>
    <a:srgbClr val="FF9900"/>
    <a:srgbClr val="CC9900"/>
    <a:srgbClr val="3399F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4" autoAdjust="0"/>
    <p:restoredTop sz="92818" autoAdjust="0"/>
  </p:normalViewPr>
  <p:slideViewPr>
    <p:cSldViewPr>
      <p:cViewPr varScale="1">
        <p:scale>
          <a:sx n="102" d="100"/>
          <a:sy n="102" d="100"/>
        </p:scale>
        <p:origin x="894" y="114"/>
      </p:cViewPr>
      <p:guideLst>
        <p:guide orient="horz" pos="2102"/>
        <p:guide pos="3841"/>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54" d="100"/>
          <a:sy n="54" d="100"/>
        </p:scale>
        <p:origin x="-2880" y="-84"/>
      </p:cViewPr>
      <p:guideLst>
        <p:guide orient="horz" pos="2880"/>
        <p:guide pos="2160"/>
      </p:guideLst>
    </p:cSldViewPr>
  </p:notesViewPr>
  <p:gridSpacing cx="72005" cy="72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72EDD7D-65D1-FF40-454F-169DB01DFD23}"/>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buFont typeface="Arial" charset="0"/>
              <a:buNone/>
              <a:defRPr sz="1200">
                <a:latin typeface="Arial" charset="0"/>
                <a:ea typeface="宋体" pitchFamily="2" charset="-122"/>
              </a:defRPr>
            </a:lvl1pPr>
          </a:lstStyle>
          <a:p>
            <a:pPr>
              <a:defRPr/>
            </a:pPr>
            <a:endParaRPr lang="zh-CN" altLang="en-US"/>
          </a:p>
        </p:txBody>
      </p:sp>
      <p:sp>
        <p:nvSpPr>
          <p:cNvPr id="3" name="日期占位符 2">
            <a:extLst>
              <a:ext uri="{FF2B5EF4-FFF2-40B4-BE49-F238E27FC236}">
                <a16:creationId xmlns:a16="http://schemas.microsoft.com/office/drawing/2014/main" id="{5BF88E8A-E197-CC9F-AD93-7E0F69EF8C67}"/>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buFont typeface="Arial" charset="0"/>
              <a:buNone/>
              <a:defRPr sz="1200">
                <a:latin typeface="Arial" charset="0"/>
                <a:ea typeface="宋体" pitchFamily="2" charset="-122"/>
              </a:defRPr>
            </a:lvl1pPr>
          </a:lstStyle>
          <a:p>
            <a:pPr>
              <a:defRPr/>
            </a:pPr>
            <a:fld id="{2CD0493E-F833-49CA-BBC3-8E9C5E0B37CB}" type="datetimeFigureOut">
              <a:rPr lang="zh-CN" altLang="en-US"/>
              <a:pPr>
                <a:defRPr/>
              </a:pPr>
              <a:t>2026/9/22</a:t>
            </a:fld>
            <a:endParaRPr lang="zh-CN" altLang="en-US"/>
          </a:p>
        </p:txBody>
      </p:sp>
      <p:sp>
        <p:nvSpPr>
          <p:cNvPr id="4" name="页脚占位符 3">
            <a:extLst>
              <a:ext uri="{FF2B5EF4-FFF2-40B4-BE49-F238E27FC236}">
                <a16:creationId xmlns:a16="http://schemas.microsoft.com/office/drawing/2014/main" id="{1B7DBBE1-E934-66B3-71A8-919DEA679392}"/>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buFont typeface="Arial" charset="0"/>
              <a:buNone/>
              <a:defRPr sz="1200">
                <a:latin typeface="Arial" charset="0"/>
                <a:ea typeface="宋体" pitchFamily="2" charset="-122"/>
              </a:defRPr>
            </a:lvl1pPr>
          </a:lstStyle>
          <a:p>
            <a:pPr>
              <a:defRPr/>
            </a:pPr>
            <a:endParaRPr lang="zh-CN" altLang="en-US"/>
          </a:p>
        </p:txBody>
      </p:sp>
      <p:sp>
        <p:nvSpPr>
          <p:cNvPr id="5" name="灯片编号占位符 4">
            <a:extLst>
              <a:ext uri="{FF2B5EF4-FFF2-40B4-BE49-F238E27FC236}">
                <a16:creationId xmlns:a16="http://schemas.microsoft.com/office/drawing/2014/main" id="{36E4BFAC-4E30-FFDD-C74B-4394AF62E265}"/>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0ED9B7B0-C4F1-4EDF-9CD7-A844C9B94817}" type="slidenum">
              <a:rPr lang="zh-CN" altLang="en-US"/>
              <a:pPr/>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a:extLst>
              <a:ext uri="{FF2B5EF4-FFF2-40B4-BE49-F238E27FC236}">
                <a16:creationId xmlns:a16="http://schemas.microsoft.com/office/drawing/2014/main" id="{7665D58B-74FA-6217-5DD9-C7F54B8A5ED7}"/>
              </a:ext>
            </a:extLst>
          </p:cNvPr>
          <p:cNvSpPr>
            <a:spLocks noGrp="1" noChangeArrowheads="1"/>
          </p:cNvSpPr>
          <p:nvPr>
            <p:ph type="hdr" sz="quarter" idx="4294967295"/>
          </p:nvPr>
        </p:nvSpPr>
        <p:spPr bwMode="auto">
          <a:xfrm>
            <a:off x="0"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buFont typeface="Arial" pitchFamily="34" charset="0"/>
              <a:buNone/>
              <a:defRPr sz="1200">
                <a:latin typeface="Arial" pitchFamily="34" charset="0"/>
                <a:ea typeface="宋体" pitchFamily="2" charset="-122"/>
              </a:defRPr>
            </a:lvl1pPr>
          </a:lstStyle>
          <a:p>
            <a:pPr>
              <a:defRPr/>
            </a:pPr>
            <a:endParaRPr lang="zh-CN" altLang="en-US"/>
          </a:p>
        </p:txBody>
      </p:sp>
      <p:sp>
        <p:nvSpPr>
          <p:cNvPr id="2051" name="日期占位符 2">
            <a:extLst>
              <a:ext uri="{FF2B5EF4-FFF2-40B4-BE49-F238E27FC236}">
                <a16:creationId xmlns:a16="http://schemas.microsoft.com/office/drawing/2014/main" id="{89A57FCA-E635-C1E2-50BB-18F59DE93A57}"/>
              </a:ext>
            </a:extLst>
          </p:cNvPr>
          <p:cNvSpPr>
            <a:spLocks noGrp="1" noChangeArrowheads="1"/>
          </p:cNvSpPr>
          <p:nvPr>
            <p:ph type="dt" idx="1"/>
          </p:nvPr>
        </p:nvSpPr>
        <p:spPr bwMode="auto">
          <a:xfrm>
            <a:off x="3884613"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a:buFont typeface="Arial" pitchFamily="34" charset="0"/>
              <a:buNone/>
              <a:defRPr>
                <a:latin typeface="Arial" pitchFamily="34" charset="0"/>
                <a:ea typeface="宋体" pitchFamily="2" charset="-122"/>
              </a:defRPr>
            </a:lvl1pPr>
          </a:lstStyle>
          <a:p>
            <a:pPr>
              <a:defRPr/>
            </a:pPr>
            <a:fld id="{D458DE21-CA1D-4229-AF9E-929EDA952A1F}" type="datetime1">
              <a:rPr lang="zh-CN" altLang="en-US"/>
              <a:pPr>
                <a:defRPr/>
              </a:pPr>
              <a:t>2026/9/22</a:t>
            </a:fld>
            <a:endParaRPr lang="en-US" altLang="zh-CN" sz="1200"/>
          </a:p>
        </p:txBody>
      </p:sp>
      <p:sp>
        <p:nvSpPr>
          <p:cNvPr id="39940" name="幻灯片图像占位符 3">
            <a:extLst>
              <a:ext uri="{FF2B5EF4-FFF2-40B4-BE49-F238E27FC236}">
                <a16:creationId xmlns:a16="http://schemas.microsoft.com/office/drawing/2014/main" id="{7A6BB41B-F56E-7276-E304-DFCA858C99E9}"/>
              </a:ext>
            </a:extLst>
          </p:cNvPr>
          <p:cNvSpPr>
            <a:spLocks noGrp="1" noRot="1" noChangeAspect="1" noChangeArrowheads="1"/>
          </p:cNvSpPr>
          <p:nvPr>
            <p:ph type="sldImg" idx="2"/>
          </p:nvPr>
        </p:nvSpPr>
        <p:spPr bwMode="auto">
          <a:xfrm>
            <a:off x="379413" y="685800"/>
            <a:ext cx="6099175"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25" name="备注占位符 4">
            <a:extLst>
              <a:ext uri="{FF2B5EF4-FFF2-40B4-BE49-F238E27FC236}">
                <a16:creationId xmlns:a16="http://schemas.microsoft.com/office/drawing/2014/main" id="{D47134CA-099C-E26A-E349-A8D8FB612623}"/>
              </a:ext>
            </a:extLst>
          </p:cNvPr>
          <p:cNvSpPr>
            <a:spLocks noGrp="1" noRot="1" noChangeAspect="1"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spcBef>
                <a:spcPct val="30000"/>
              </a:spcBef>
              <a:buFont typeface="Arial" charset="0"/>
              <a:buNone/>
              <a:defRPr/>
            </a:pPr>
            <a:r>
              <a:rPr lang="zh-CN" altLang="en-US" sz="1200">
                <a:solidFill>
                  <a:srgbClr val="000000"/>
                </a:solidFill>
              </a:rPr>
              <a:t>单击此处编辑母版文本样式</a:t>
            </a:r>
          </a:p>
          <a:p>
            <a:pPr>
              <a:spcBef>
                <a:spcPct val="30000"/>
              </a:spcBef>
              <a:buFont typeface="Arial" charset="0"/>
              <a:buNone/>
              <a:defRPr/>
            </a:pPr>
            <a:r>
              <a:rPr lang="zh-CN" altLang="en-US" sz="1200">
                <a:solidFill>
                  <a:srgbClr val="000000"/>
                </a:solidFill>
              </a:rPr>
              <a:t>第二级</a:t>
            </a:r>
          </a:p>
          <a:p>
            <a:pPr>
              <a:spcBef>
                <a:spcPct val="30000"/>
              </a:spcBef>
              <a:buFont typeface="Arial" charset="0"/>
              <a:buNone/>
              <a:defRPr/>
            </a:pPr>
            <a:r>
              <a:rPr lang="zh-CN" altLang="en-US" sz="1200">
                <a:solidFill>
                  <a:srgbClr val="000000"/>
                </a:solidFill>
              </a:rPr>
              <a:t>第三级</a:t>
            </a:r>
          </a:p>
          <a:p>
            <a:pPr>
              <a:spcBef>
                <a:spcPct val="30000"/>
              </a:spcBef>
              <a:buFont typeface="Arial" charset="0"/>
              <a:buNone/>
              <a:defRPr/>
            </a:pPr>
            <a:r>
              <a:rPr lang="zh-CN" altLang="en-US" sz="1200">
                <a:solidFill>
                  <a:srgbClr val="000000"/>
                </a:solidFill>
              </a:rPr>
              <a:t>第四级</a:t>
            </a:r>
          </a:p>
          <a:p>
            <a:pPr>
              <a:spcBef>
                <a:spcPct val="30000"/>
              </a:spcBef>
              <a:buFont typeface="Arial" charset="0"/>
              <a:buNone/>
              <a:defRPr/>
            </a:pPr>
            <a:r>
              <a:rPr lang="zh-CN" altLang="en-US" sz="1200">
                <a:solidFill>
                  <a:srgbClr val="000000"/>
                </a:solidFill>
              </a:rPr>
              <a:t>第五级</a:t>
            </a:r>
            <a:endParaRPr lang="zh-CN" altLang="en-US"/>
          </a:p>
        </p:txBody>
      </p:sp>
      <p:sp>
        <p:nvSpPr>
          <p:cNvPr id="2054" name="页脚占位符 5">
            <a:extLst>
              <a:ext uri="{FF2B5EF4-FFF2-40B4-BE49-F238E27FC236}">
                <a16:creationId xmlns:a16="http://schemas.microsoft.com/office/drawing/2014/main" id="{7EB145DA-2C8C-0C7F-FB53-1E3F8D5CF0D7}"/>
              </a:ext>
            </a:extLst>
          </p:cNvPr>
          <p:cNvSpPr>
            <a:spLocks noGrp="1" noChangeArrowheads="1"/>
          </p:cNvSpPr>
          <p:nvPr>
            <p:ph type="ftr" sz="quarter" idx="4"/>
          </p:nvPr>
        </p:nvSpPr>
        <p:spPr bwMode="auto">
          <a:xfrm>
            <a:off x="0" y="8685213"/>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buFont typeface="Arial" pitchFamily="34" charset="0"/>
              <a:buNone/>
              <a:defRPr sz="1200">
                <a:latin typeface="Arial" pitchFamily="34" charset="0"/>
                <a:ea typeface="宋体" pitchFamily="2" charset="-122"/>
              </a:defRPr>
            </a:lvl1pPr>
          </a:lstStyle>
          <a:p>
            <a:pPr>
              <a:defRPr/>
            </a:pPr>
            <a:endParaRPr lang="zh-CN" altLang="en-US"/>
          </a:p>
        </p:txBody>
      </p:sp>
      <p:sp>
        <p:nvSpPr>
          <p:cNvPr id="2055" name="灯片编号占位符 6">
            <a:extLst>
              <a:ext uri="{FF2B5EF4-FFF2-40B4-BE49-F238E27FC236}">
                <a16:creationId xmlns:a16="http://schemas.microsoft.com/office/drawing/2014/main" id="{ECF4EE0D-4514-53ED-EA69-007C8FF3BED3}"/>
              </a:ext>
            </a:extLst>
          </p:cNvPr>
          <p:cNvSpPr>
            <a:spLocks noGrp="1" noChangeArrowheads="1"/>
          </p:cNvSpPr>
          <p:nvPr>
            <p:ph type="sldNum" sz="quarter" idx="5"/>
          </p:nvPr>
        </p:nvSpPr>
        <p:spPr bwMode="auto">
          <a:xfrm>
            <a:off x="3884613" y="8685213"/>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lgn="r">
              <a:defRPr/>
            </a:lvl1pPr>
          </a:lstStyle>
          <a:p>
            <a:fld id="{DB32564D-D1EB-4A1C-97F2-704BD31B6EE9}" type="slidenum">
              <a:rPr lang="zh-CN" altLang="en-US"/>
              <a:pPr/>
              <a:t>‹#›</a:t>
            </a:fld>
            <a:endParaRPr lang="en-US" altLang="zh-CN" sz="1200"/>
          </a:p>
        </p:txBody>
      </p:sp>
    </p:spTree>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defTabSz="0"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defTabSz="0"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defTabSz="0"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defTabSz="0"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a:extLst>
              <a:ext uri="{FF2B5EF4-FFF2-40B4-BE49-F238E27FC236}">
                <a16:creationId xmlns:a16="http://schemas.microsoft.com/office/drawing/2014/main" id="{C689470C-03C9-64F1-1FB4-2BD48D92D083}"/>
              </a:ext>
            </a:extLst>
          </p:cNvPr>
          <p:cNvSpPr>
            <a:spLocks noGrp="1" noRot="1" noChangeAspect="1" noTextEdit="1"/>
          </p:cNvSpPr>
          <p:nvPr>
            <p:ph type="sldImg"/>
          </p:nvPr>
        </p:nvSpPr>
        <p:spPr/>
      </p:sp>
      <p:sp>
        <p:nvSpPr>
          <p:cNvPr id="40963" name="备注占位符 2">
            <a:extLst>
              <a:ext uri="{FF2B5EF4-FFF2-40B4-BE49-F238E27FC236}">
                <a16:creationId xmlns:a16="http://schemas.microsoft.com/office/drawing/2014/main" id="{5B9C2AE2-0153-F1ED-A213-B0553F4172A7}"/>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0964" name="日期占位符 3">
            <a:extLst>
              <a:ext uri="{FF2B5EF4-FFF2-40B4-BE49-F238E27FC236}">
                <a16:creationId xmlns:a16="http://schemas.microsoft.com/office/drawing/2014/main" id="{B4DE3FF9-4500-A5C6-50A1-E19A312C1215}"/>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81BEB355-B2FE-4E28-93D7-56BF7675F917}" type="datetime1">
              <a:rPr lang="zh-CN" altLang="en-US" smtClean="0"/>
              <a:pPr/>
              <a:t>2026/9/22</a:t>
            </a:fld>
            <a:endParaRPr lang="en-US" altLang="zh-CN" sz="1200"/>
          </a:p>
        </p:txBody>
      </p:sp>
      <p:sp>
        <p:nvSpPr>
          <p:cNvPr id="40965" name="灯片编号占位符 4">
            <a:extLst>
              <a:ext uri="{FF2B5EF4-FFF2-40B4-BE49-F238E27FC236}">
                <a16:creationId xmlns:a16="http://schemas.microsoft.com/office/drawing/2014/main" id="{3BDCD62B-E8C1-3195-5CAD-83C32972FD14}"/>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7EF2D69B-D2D0-47C0-AEFF-B5BAACB87C04}" type="slidenum">
              <a:rPr lang="zh-CN" altLang="en-US"/>
              <a:pPr/>
              <a:t>1</a:t>
            </a:fld>
            <a:endParaRPr lang="en-US" altLang="zh-CN"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a:extLst>
              <a:ext uri="{FF2B5EF4-FFF2-40B4-BE49-F238E27FC236}">
                <a16:creationId xmlns:a16="http://schemas.microsoft.com/office/drawing/2014/main" id="{5C786586-0D51-5A05-C1CD-C9590129DA94}"/>
              </a:ext>
            </a:extLst>
          </p:cNvPr>
          <p:cNvSpPr>
            <a:spLocks noGrp="1" noRot="1" noChangeAspect="1" noTextEdit="1"/>
          </p:cNvSpPr>
          <p:nvPr>
            <p:ph type="sldImg"/>
          </p:nvPr>
        </p:nvSpPr>
        <p:spPr/>
      </p:sp>
      <p:sp>
        <p:nvSpPr>
          <p:cNvPr id="41987" name="备注占位符 2">
            <a:extLst>
              <a:ext uri="{FF2B5EF4-FFF2-40B4-BE49-F238E27FC236}">
                <a16:creationId xmlns:a16="http://schemas.microsoft.com/office/drawing/2014/main" id="{96C7CE99-CB7A-476E-C0C0-E458591FBA25}"/>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1988" name="日期占位符 3">
            <a:extLst>
              <a:ext uri="{FF2B5EF4-FFF2-40B4-BE49-F238E27FC236}">
                <a16:creationId xmlns:a16="http://schemas.microsoft.com/office/drawing/2014/main" id="{3B005CBC-FBF2-FA21-9698-548B71DE2FA6}"/>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065E99DF-79CD-42C0-A04C-D2B39ABD54F1}" type="datetime1">
              <a:rPr lang="zh-CN" altLang="en-US" smtClean="0"/>
              <a:pPr/>
              <a:t>2026/9/22</a:t>
            </a:fld>
            <a:endParaRPr lang="en-US" altLang="zh-CN" sz="1200"/>
          </a:p>
        </p:txBody>
      </p:sp>
      <p:sp>
        <p:nvSpPr>
          <p:cNvPr id="41989" name="灯片编号占位符 4">
            <a:extLst>
              <a:ext uri="{FF2B5EF4-FFF2-40B4-BE49-F238E27FC236}">
                <a16:creationId xmlns:a16="http://schemas.microsoft.com/office/drawing/2014/main" id="{92B3F4CE-1531-7EDE-2210-7FA8413058CB}"/>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0E1C0020-A9BB-4802-B8A2-6C873A740930}" type="slidenum">
              <a:rPr lang="zh-CN" altLang="en-US"/>
              <a:pPr/>
              <a:t>4</a:t>
            </a:fld>
            <a:endParaRPr lang="en-US" altLang="zh-CN"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a:extLst>
              <a:ext uri="{FF2B5EF4-FFF2-40B4-BE49-F238E27FC236}">
                <a16:creationId xmlns:a16="http://schemas.microsoft.com/office/drawing/2014/main" id="{FF0C1109-6EB9-0FE5-D83F-81E572E2A7FA}"/>
              </a:ext>
            </a:extLst>
          </p:cNvPr>
          <p:cNvSpPr>
            <a:spLocks noGrp="1" noRot="1" noChangeAspect="1" noTextEdit="1"/>
          </p:cNvSpPr>
          <p:nvPr>
            <p:ph type="sldImg"/>
          </p:nvPr>
        </p:nvSpPr>
        <p:spPr/>
      </p:sp>
      <p:sp>
        <p:nvSpPr>
          <p:cNvPr id="43011" name="备注占位符 2">
            <a:extLst>
              <a:ext uri="{FF2B5EF4-FFF2-40B4-BE49-F238E27FC236}">
                <a16:creationId xmlns:a16="http://schemas.microsoft.com/office/drawing/2014/main" id="{ADB88DCB-8D6E-2406-550F-75E5BEE5F3A0}"/>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3012" name="日期占位符 3">
            <a:extLst>
              <a:ext uri="{FF2B5EF4-FFF2-40B4-BE49-F238E27FC236}">
                <a16:creationId xmlns:a16="http://schemas.microsoft.com/office/drawing/2014/main" id="{1E8AC95F-7D7B-57B5-FDAB-4456CA093098}"/>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1E09A211-681E-4397-9A66-2E6B11DDF738}" type="datetime1">
              <a:rPr lang="zh-CN" altLang="en-US" smtClean="0"/>
              <a:pPr/>
              <a:t>2026/9/22</a:t>
            </a:fld>
            <a:endParaRPr lang="en-US" altLang="zh-CN" sz="1200"/>
          </a:p>
        </p:txBody>
      </p:sp>
      <p:sp>
        <p:nvSpPr>
          <p:cNvPr id="43013" name="灯片编号占位符 4">
            <a:extLst>
              <a:ext uri="{FF2B5EF4-FFF2-40B4-BE49-F238E27FC236}">
                <a16:creationId xmlns:a16="http://schemas.microsoft.com/office/drawing/2014/main" id="{8C205512-5E12-2C55-BA18-F2B3BCA3AE1C}"/>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93D389DD-2475-443A-B23B-B050EB4E0BC8}" type="slidenum">
              <a:rPr lang="zh-CN" altLang="en-US"/>
              <a:pPr/>
              <a:t>5</a:t>
            </a:fld>
            <a:endParaRPr lang="en-US" altLang="zh-CN"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a:extLst>
              <a:ext uri="{FF2B5EF4-FFF2-40B4-BE49-F238E27FC236}">
                <a16:creationId xmlns:a16="http://schemas.microsoft.com/office/drawing/2014/main" id="{63844AF4-529D-6B91-8727-712881D0CE00}"/>
              </a:ext>
            </a:extLst>
          </p:cNvPr>
          <p:cNvSpPr>
            <a:spLocks noGrp="1" noRot="1" noChangeAspect="1" noTextEdit="1"/>
          </p:cNvSpPr>
          <p:nvPr>
            <p:ph type="sldImg"/>
          </p:nvPr>
        </p:nvSpPr>
        <p:spPr/>
      </p:sp>
      <p:sp>
        <p:nvSpPr>
          <p:cNvPr id="44035" name="备注占位符 2">
            <a:extLst>
              <a:ext uri="{FF2B5EF4-FFF2-40B4-BE49-F238E27FC236}">
                <a16:creationId xmlns:a16="http://schemas.microsoft.com/office/drawing/2014/main" id="{6A13E15B-8B2E-538D-70C2-340E2F5298AA}"/>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4036" name="日期占位符 3">
            <a:extLst>
              <a:ext uri="{FF2B5EF4-FFF2-40B4-BE49-F238E27FC236}">
                <a16:creationId xmlns:a16="http://schemas.microsoft.com/office/drawing/2014/main" id="{B7217351-B88D-2D90-E4A0-3BFEC5A72697}"/>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CF133767-750C-492B-9EAC-8E84EFA9A153}" type="datetime1">
              <a:rPr lang="zh-CN" altLang="en-US" smtClean="0"/>
              <a:pPr/>
              <a:t>2026/9/22</a:t>
            </a:fld>
            <a:endParaRPr lang="en-US" altLang="zh-CN" sz="1200"/>
          </a:p>
        </p:txBody>
      </p:sp>
      <p:sp>
        <p:nvSpPr>
          <p:cNvPr id="44037" name="灯片编号占位符 4">
            <a:extLst>
              <a:ext uri="{FF2B5EF4-FFF2-40B4-BE49-F238E27FC236}">
                <a16:creationId xmlns:a16="http://schemas.microsoft.com/office/drawing/2014/main" id="{1879DCCA-49B9-B28A-0037-B462A3596335}"/>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FAA12579-FD2A-489C-ADA7-3FD12F75586F}" type="slidenum">
              <a:rPr lang="zh-CN" altLang="en-US"/>
              <a:pPr/>
              <a:t>6</a:t>
            </a:fld>
            <a:endParaRPr lang="en-US" altLang="zh-CN"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CBC9A863-315E-1823-569E-3E9FD890EC31}"/>
              </a:ext>
            </a:extLst>
          </p:cNvPr>
          <p:cNvSpPr>
            <a:spLocks noGrp="1" noRot="1" noChangeAspect="1" noTextEdit="1"/>
          </p:cNvSpPr>
          <p:nvPr>
            <p:ph type="sldImg"/>
          </p:nvPr>
        </p:nvSpPr>
        <p:spPr/>
      </p:sp>
      <p:sp>
        <p:nvSpPr>
          <p:cNvPr id="45059" name="备注占位符 2">
            <a:extLst>
              <a:ext uri="{FF2B5EF4-FFF2-40B4-BE49-F238E27FC236}">
                <a16:creationId xmlns:a16="http://schemas.microsoft.com/office/drawing/2014/main" id="{526A0A03-992E-BD12-06EA-0A5DD35E06C8}"/>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5060" name="日期占位符 3">
            <a:extLst>
              <a:ext uri="{FF2B5EF4-FFF2-40B4-BE49-F238E27FC236}">
                <a16:creationId xmlns:a16="http://schemas.microsoft.com/office/drawing/2014/main" id="{C696C047-A28A-22F9-0709-5D0F715C15B6}"/>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4AFD6D87-0E63-41E4-9E06-52D6998CE539}" type="datetime1">
              <a:rPr lang="zh-CN" altLang="en-US" smtClean="0"/>
              <a:pPr/>
              <a:t>2026/9/22</a:t>
            </a:fld>
            <a:endParaRPr lang="en-US" altLang="zh-CN" sz="1200"/>
          </a:p>
        </p:txBody>
      </p:sp>
      <p:sp>
        <p:nvSpPr>
          <p:cNvPr id="45061" name="灯片编号占位符 4">
            <a:extLst>
              <a:ext uri="{FF2B5EF4-FFF2-40B4-BE49-F238E27FC236}">
                <a16:creationId xmlns:a16="http://schemas.microsoft.com/office/drawing/2014/main" id="{ABDFAA13-0A70-CB25-D51F-F90CEABB1B32}"/>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36133FD3-8CEF-4633-B963-7297C1CC91E9}" type="slidenum">
              <a:rPr lang="zh-CN" altLang="en-US"/>
              <a:pPr/>
              <a:t>7</a:t>
            </a:fld>
            <a:endParaRPr lang="en-US" altLang="zh-CN"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a:extLst>
              <a:ext uri="{FF2B5EF4-FFF2-40B4-BE49-F238E27FC236}">
                <a16:creationId xmlns:a16="http://schemas.microsoft.com/office/drawing/2014/main" id="{9E8AD818-BD46-3B5F-DF38-2601D12EC244}"/>
              </a:ext>
            </a:extLst>
          </p:cNvPr>
          <p:cNvSpPr>
            <a:spLocks noGrp="1" noRot="1" noChangeAspect="1" noTextEdit="1"/>
          </p:cNvSpPr>
          <p:nvPr>
            <p:ph type="sldImg"/>
          </p:nvPr>
        </p:nvSpPr>
        <p:spPr/>
      </p:sp>
      <p:sp>
        <p:nvSpPr>
          <p:cNvPr id="46083" name="备注占位符 2">
            <a:extLst>
              <a:ext uri="{FF2B5EF4-FFF2-40B4-BE49-F238E27FC236}">
                <a16:creationId xmlns:a16="http://schemas.microsoft.com/office/drawing/2014/main" id="{18AC1D45-E17D-C8A8-0B99-1917D5681C8B}"/>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6084" name="日期占位符 3">
            <a:extLst>
              <a:ext uri="{FF2B5EF4-FFF2-40B4-BE49-F238E27FC236}">
                <a16:creationId xmlns:a16="http://schemas.microsoft.com/office/drawing/2014/main" id="{35A2DE88-5E53-231B-DC07-A7A074324770}"/>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DD3B7DFB-EE28-497A-A54C-3029F00453EA}" type="datetime1">
              <a:rPr lang="zh-CN" altLang="en-US" smtClean="0"/>
              <a:pPr/>
              <a:t>2026/9/22</a:t>
            </a:fld>
            <a:endParaRPr lang="en-US" altLang="zh-CN" sz="1200"/>
          </a:p>
        </p:txBody>
      </p:sp>
      <p:sp>
        <p:nvSpPr>
          <p:cNvPr id="46085" name="灯片编号占位符 4">
            <a:extLst>
              <a:ext uri="{FF2B5EF4-FFF2-40B4-BE49-F238E27FC236}">
                <a16:creationId xmlns:a16="http://schemas.microsoft.com/office/drawing/2014/main" id="{CBFCE527-9654-E618-133D-A9F35932D4F6}"/>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7B6FFD2D-AF18-4E53-8D2B-E294705CCD26}" type="slidenum">
              <a:rPr lang="zh-CN" altLang="en-US"/>
              <a:pPr/>
              <a:t>8</a:t>
            </a:fld>
            <a:endParaRPr lang="en-US" altLang="zh-CN"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a:extLst>
              <a:ext uri="{FF2B5EF4-FFF2-40B4-BE49-F238E27FC236}">
                <a16:creationId xmlns:a16="http://schemas.microsoft.com/office/drawing/2014/main" id="{43CC92FF-0B4F-6450-9D47-C72B74FB9B7C}"/>
              </a:ext>
            </a:extLst>
          </p:cNvPr>
          <p:cNvSpPr>
            <a:spLocks noGrp="1" noRot="1" noChangeAspect="1" noTextEdit="1"/>
          </p:cNvSpPr>
          <p:nvPr>
            <p:ph type="sldImg"/>
          </p:nvPr>
        </p:nvSpPr>
        <p:spPr/>
      </p:sp>
      <p:sp>
        <p:nvSpPr>
          <p:cNvPr id="47107" name="备注占位符 2">
            <a:extLst>
              <a:ext uri="{FF2B5EF4-FFF2-40B4-BE49-F238E27FC236}">
                <a16:creationId xmlns:a16="http://schemas.microsoft.com/office/drawing/2014/main" id="{1E28E636-165F-3191-DD76-90917733CC1C}"/>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7108" name="日期占位符 3">
            <a:extLst>
              <a:ext uri="{FF2B5EF4-FFF2-40B4-BE49-F238E27FC236}">
                <a16:creationId xmlns:a16="http://schemas.microsoft.com/office/drawing/2014/main" id="{038C1ECB-721E-CE1E-90F5-0E4FFE32F3AA}"/>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70036715-74ED-4411-9BFA-A9A7B42A8731}" type="datetime1">
              <a:rPr lang="zh-CN" altLang="en-US" smtClean="0"/>
              <a:pPr/>
              <a:t>2026/9/22</a:t>
            </a:fld>
            <a:endParaRPr lang="en-US" altLang="zh-CN" sz="1200"/>
          </a:p>
        </p:txBody>
      </p:sp>
      <p:sp>
        <p:nvSpPr>
          <p:cNvPr id="47109" name="灯片编号占位符 4">
            <a:extLst>
              <a:ext uri="{FF2B5EF4-FFF2-40B4-BE49-F238E27FC236}">
                <a16:creationId xmlns:a16="http://schemas.microsoft.com/office/drawing/2014/main" id="{BDE04A7F-1FF4-1562-6ED8-EC00B1F110A7}"/>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1C25019D-9EAC-4690-B24C-DC0F0C503296}" type="slidenum">
              <a:rPr lang="zh-CN" altLang="en-US"/>
              <a:pPr/>
              <a:t>9</a:t>
            </a:fld>
            <a:endParaRPr lang="en-US" altLang="zh-CN"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a:extLst>
              <a:ext uri="{FF2B5EF4-FFF2-40B4-BE49-F238E27FC236}">
                <a16:creationId xmlns:a16="http://schemas.microsoft.com/office/drawing/2014/main" id="{B5268925-B39D-326E-7FA8-1AB9C4AA1137}"/>
              </a:ext>
            </a:extLst>
          </p:cNvPr>
          <p:cNvSpPr>
            <a:spLocks noGrp="1" noRot="1" noChangeAspect="1" noTextEdit="1"/>
          </p:cNvSpPr>
          <p:nvPr>
            <p:ph type="sldImg"/>
          </p:nvPr>
        </p:nvSpPr>
        <p:spPr/>
      </p:sp>
      <p:sp>
        <p:nvSpPr>
          <p:cNvPr id="48131" name="备注占位符 2">
            <a:extLst>
              <a:ext uri="{FF2B5EF4-FFF2-40B4-BE49-F238E27FC236}">
                <a16:creationId xmlns:a16="http://schemas.microsoft.com/office/drawing/2014/main" id="{B502DDEF-212E-362E-D296-115C834323D4}"/>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8132" name="日期占位符 3">
            <a:extLst>
              <a:ext uri="{FF2B5EF4-FFF2-40B4-BE49-F238E27FC236}">
                <a16:creationId xmlns:a16="http://schemas.microsoft.com/office/drawing/2014/main" id="{7E8788F5-808B-7893-AACB-FAF4701E6710}"/>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1E7255CA-ED0C-4023-9293-140FFB45808E}" type="datetime1">
              <a:rPr lang="zh-CN" altLang="en-US" smtClean="0"/>
              <a:pPr/>
              <a:t>2026/9/22</a:t>
            </a:fld>
            <a:endParaRPr lang="en-US" altLang="zh-CN" sz="1200"/>
          </a:p>
        </p:txBody>
      </p:sp>
      <p:sp>
        <p:nvSpPr>
          <p:cNvPr id="48133" name="灯片编号占位符 4">
            <a:extLst>
              <a:ext uri="{FF2B5EF4-FFF2-40B4-BE49-F238E27FC236}">
                <a16:creationId xmlns:a16="http://schemas.microsoft.com/office/drawing/2014/main" id="{930C4BEB-51AE-6FC7-376B-491BCD9ADBE6}"/>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7D672641-0A10-4126-B976-DFA05A04FB55}" type="slidenum">
              <a:rPr lang="zh-CN" altLang="en-US"/>
              <a:pPr/>
              <a:t>10</a:t>
            </a:fld>
            <a:endParaRPr lang="en-US" altLang="zh-CN"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a:extLst>
              <a:ext uri="{FF2B5EF4-FFF2-40B4-BE49-F238E27FC236}">
                <a16:creationId xmlns:a16="http://schemas.microsoft.com/office/drawing/2014/main" id="{F0F3C5C7-8FCD-2F4D-412C-42F540409233}"/>
              </a:ext>
            </a:extLst>
          </p:cNvPr>
          <p:cNvSpPr>
            <a:spLocks noGrp="1" noRot="1" noChangeAspect="1" noTextEdit="1"/>
          </p:cNvSpPr>
          <p:nvPr>
            <p:ph type="sldImg"/>
          </p:nvPr>
        </p:nvSpPr>
        <p:spPr/>
      </p:sp>
      <p:sp>
        <p:nvSpPr>
          <p:cNvPr id="49155" name="备注占位符 2">
            <a:extLst>
              <a:ext uri="{FF2B5EF4-FFF2-40B4-BE49-F238E27FC236}">
                <a16:creationId xmlns:a16="http://schemas.microsoft.com/office/drawing/2014/main" id="{62D6D4F2-255A-0FF8-58C2-16ACEDD8F5BB}"/>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9156" name="日期占位符 3">
            <a:extLst>
              <a:ext uri="{FF2B5EF4-FFF2-40B4-BE49-F238E27FC236}">
                <a16:creationId xmlns:a16="http://schemas.microsoft.com/office/drawing/2014/main" id="{32A7C228-C561-1344-9183-D725A70DFF6B}"/>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32054010-5A81-48E6-9634-D26BE793B2F6}" type="datetime1">
              <a:rPr lang="zh-CN" altLang="en-US" smtClean="0"/>
              <a:pPr/>
              <a:t>2026/9/22</a:t>
            </a:fld>
            <a:endParaRPr lang="en-US" altLang="zh-CN" sz="1200"/>
          </a:p>
        </p:txBody>
      </p:sp>
      <p:sp>
        <p:nvSpPr>
          <p:cNvPr id="49157" name="灯片编号占位符 4">
            <a:extLst>
              <a:ext uri="{FF2B5EF4-FFF2-40B4-BE49-F238E27FC236}">
                <a16:creationId xmlns:a16="http://schemas.microsoft.com/office/drawing/2014/main" id="{D384C91C-0AE7-685C-2700-BAFA09A51448}"/>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4D891F8E-4C7C-4BB3-9985-C6EE37B4EA64}" type="slidenum">
              <a:rPr lang="zh-CN" altLang="en-US"/>
              <a:pPr/>
              <a:t>11</a:t>
            </a:fld>
            <a:endParaRPr lang="en-US" altLang="zh-CN"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a:extLst>
              <a:ext uri="{FF2B5EF4-FFF2-40B4-BE49-F238E27FC236}">
                <a16:creationId xmlns:a16="http://schemas.microsoft.com/office/drawing/2014/main" id="{3FB8A810-A40E-705C-8816-AA7A4C483A9E}"/>
              </a:ext>
            </a:extLst>
          </p:cNvPr>
          <p:cNvSpPr>
            <a:spLocks noGrp="1" noRot="1" noChangeAspect="1" noTextEdit="1"/>
          </p:cNvSpPr>
          <p:nvPr>
            <p:ph type="sldImg"/>
          </p:nvPr>
        </p:nvSpPr>
        <p:spPr/>
      </p:sp>
      <p:sp>
        <p:nvSpPr>
          <p:cNvPr id="50179" name="备注占位符 2">
            <a:extLst>
              <a:ext uri="{FF2B5EF4-FFF2-40B4-BE49-F238E27FC236}">
                <a16:creationId xmlns:a16="http://schemas.microsoft.com/office/drawing/2014/main" id="{376680C9-15A8-98AB-B3F7-3296FE9416C0}"/>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180" name="日期占位符 3">
            <a:extLst>
              <a:ext uri="{FF2B5EF4-FFF2-40B4-BE49-F238E27FC236}">
                <a16:creationId xmlns:a16="http://schemas.microsoft.com/office/drawing/2014/main" id="{0D37BD15-6DA9-1CC8-F8DA-36515C3E356E}"/>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8E99D629-B0A4-441A-91CB-434560095E84}" type="datetime1">
              <a:rPr lang="zh-CN" altLang="en-US" smtClean="0"/>
              <a:pPr/>
              <a:t>2026/9/22</a:t>
            </a:fld>
            <a:endParaRPr lang="en-US" altLang="zh-CN" sz="1200"/>
          </a:p>
        </p:txBody>
      </p:sp>
      <p:sp>
        <p:nvSpPr>
          <p:cNvPr id="50181" name="灯片编号占位符 4">
            <a:extLst>
              <a:ext uri="{FF2B5EF4-FFF2-40B4-BE49-F238E27FC236}">
                <a16:creationId xmlns:a16="http://schemas.microsoft.com/office/drawing/2014/main" id="{73B0DF5E-A845-93AF-8101-F6A99B55E4D3}"/>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C2DF3B6D-392B-45DA-92A1-AB79952FFC1A}" type="slidenum">
              <a:rPr lang="zh-CN" altLang="en-US"/>
              <a:pPr/>
              <a:t>12</a:t>
            </a:fld>
            <a:endParaRPr lang="en-US" altLang="zh-CN"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a:extLst>
              <a:ext uri="{FF2B5EF4-FFF2-40B4-BE49-F238E27FC236}">
                <a16:creationId xmlns:a16="http://schemas.microsoft.com/office/drawing/2014/main" id="{96054E72-0C14-D23F-2604-664AF15C1453}"/>
              </a:ext>
            </a:extLst>
          </p:cNvPr>
          <p:cNvSpPr>
            <a:spLocks noGrp="1" noRot="1" noChangeAspect="1" noTextEdit="1"/>
          </p:cNvSpPr>
          <p:nvPr>
            <p:ph type="sldImg"/>
          </p:nvPr>
        </p:nvSpPr>
        <p:spPr/>
      </p:sp>
      <p:sp>
        <p:nvSpPr>
          <p:cNvPr id="51203" name="备注占位符 2">
            <a:extLst>
              <a:ext uri="{FF2B5EF4-FFF2-40B4-BE49-F238E27FC236}">
                <a16:creationId xmlns:a16="http://schemas.microsoft.com/office/drawing/2014/main" id="{0483E82A-E875-AB00-777C-AA9ED03CF00C}"/>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204" name="日期占位符 3">
            <a:extLst>
              <a:ext uri="{FF2B5EF4-FFF2-40B4-BE49-F238E27FC236}">
                <a16:creationId xmlns:a16="http://schemas.microsoft.com/office/drawing/2014/main" id="{163F089A-2551-818B-103C-9B8D83664C68}"/>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97B87F2A-9ABB-44EE-B774-0CDE4C1794F2}" type="datetime1">
              <a:rPr lang="zh-CN" altLang="en-US" smtClean="0"/>
              <a:pPr/>
              <a:t>2026/9/22</a:t>
            </a:fld>
            <a:endParaRPr lang="en-US" altLang="zh-CN" sz="1200"/>
          </a:p>
        </p:txBody>
      </p:sp>
      <p:sp>
        <p:nvSpPr>
          <p:cNvPr id="51205" name="灯片编号占位符 4">
            <a:extLst>
              <a:ext uri="{FF2B5EF4-FFF2-40B4-BE49-F238E27FC236}">
                <a16:creationId xmlns:a16="http://schemas.microsoft.com/office/drawing/2014/main" id="{94BAC8DC-0158-02BC-848C-95C37B7784E4}"/>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6B37E0DB-EE23-4DC1-9F41-C4D01718D2EE}" type="slidenum">
              <a:rPr lang="zh-CN" altLang="en-US"/>
              <a:pPr/>
              <a:t>13</a:t>
            </a:fld>
            <a:endParaRPr lang="en-US" altLang="zh-CN"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a:extLst>
              <a:ext uri="{FF2B5EF4-FFF2-40B4-BE49-F238E27FC236}">
                <a16:creationId xmlns:a16="http://schemas.microsoft.com/office/drawing/2014/main" id="{5909F7F6-8FDD-0A8F-C1E1-D0F488316CAB}"/>
              </a:ext>
            </a:extLst>
          </p:cNvPr>
          <p:cNvSpPr>
            <a:spLocks noGrp="1" noRot="1" noChangeAspect="1" noTextEdit="1"/>
          </p:cNvSpPr>
          <p:nvPr>
            <p:ph type="sldImg"/>
          </p:nvPr>
        </p:nvSpPr>
        <p:spPr/>
      </p:sp>
      <p:sp>
        <p:nvSpPr>
          <p:cNvPr id="52227" name="备注占位符 2">
            <a:extLst>
              <a:ext uri="{FF2B5EF4-FFF2-40B4-BE49-F238E27FC236}">
                <a16:creationId xmlns:a16="http://schemas.microsoft.com/office/drawing/2014/main" id="{144A1FBE-1B77-044E-DB7E-D41519211DE1}"/>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2228" name="日期占位符 3">
            <a:extLst>
              <a:ext uri="{FF2B5EF4-FFF2-40B4-BE49-F238E27FC236}">
                <a16:creationId xmlns:a16="http://schemas.microsoft.com/office/drawing/2014/main" id="{54D66D97-DA96-7F6D-461D-E9E127A28F35}"/>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1E58BBC8-4AEA-4F6D-9AB1-55CBFE35D556}" type="datetime1">
              <a:rPr lang="zh-CN" altLang="en-US" smtClean="0"/>
              <a:pPr/>
              <a:t>2026/9/22</a:t>
            </a:fld>
            <a:endParaRPr lang="en-US" altLang="zh-CN" sz="1200"/>
          </a:p>
        </p:txBody>
      </p:sp>
      <p:sp>
        <p:nvSpPr>
          <p:cNvPr id="52229" name="灯片编号占位符 4">
            <a:extLst>
              <a:ext uri="{FF2B5EF4-FFF2-40B4-BE49-F238E27FC236}">
                <a16:creationId xmlns:a16="http://schemas.microsoft.com/office/drawing/2014/main" id="{772CEEA7-80CD-E6CE-10FA-BCE3E13D15C8}"/>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6B9D5BEF-EB78-46BC-8874-057380D9558A}" type="slidenum">
              <a:rPr lang="zh-CN" altLang="en-US"/>
              <a:pPr/>
              <a:t>14</a:t>
            </a:fld>
            <a:endParaRPr lang="en-US" altLang="zh-CN"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a:extLst>
              <a:ext uri="{FF2B5EF4-FFF2-40B4-BE49-F238E27FC236}">
                <a16:creationId xmlns:a16="http://schemas.microsoft.com/office/drawing/2014/main" id="{B2709530-57EC-D269-6255-050495BB22AE}"/>
              </a:ext>
            </a:extLst>
          </p:cNvPr>
          <p:cNvSpPr>
            <a:spLocks noGrp="1" noRot="1" noChangeAspect="1" noTextEdit="1"/>
          </p:cNvSpPr>
          <p:nvPr>
            <p:ph type="sldImg"/>
          </p:nvPr>
        </p:nvSpPr>
        <p:spPr/>
      </p:sp>
      <p:sp>
        <p:nvSpPr>
          <p:cNvPr id="53251" name="备注占位符 2">
            <a:extLst>
              <a:ext uri="{FF2B5EF4-FFF2-40B4-BE49-F238E27FC236}">
                <a16:creationId xmlns:a16="http://schemas.microsoft.com/office/drawing/2014/main" id="{98ED4F0D-9FA9-2ED7-3171-20012154AD73}"/>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3252" name="日期占位符 3">
            <a:extLst>
              <a:ext uri="{FF2B5EF4-FFF2-40B4-BE49-F238E27FC236}">
                <a16:creationId xmlns:a16="http://schemas.microsoft.com/office/drawing/2014/main" id="{7DE67BBF-D24C-A0FF-43D9-BC286415FB93}"/>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40BD334E-6AA7-4A3D-9A2D-C9214D49D841}" type="datetime1">
              <a:rPr lang="zh-CN" altLang="en-US" smtClean="0"/>
              <a:pPr/>
              <a:t>2026/9/22</a:t>
            </a:fld>
            <a:endParaRPr lang="en-US" altLang="zh-CN" sz="1200"/>
          </a:p>
        </p:txBody>
      </p:sp>
      <p:sp>
        <p:nvSpPr>
          <p:cNvPr id="53253" name="灯片编号占位符 4">
            <a:extLst>
              <a:ext uri="{FF2B5EF4-FFF2-40B4-BE49-F238E27FC236}">
                <a16:creationId xmlns:a16="http://schemas.microsoft.com/office/drawing/2014/main" id="{AD6CE211-3913-7626-E75B-68F4AEAF2791}"/>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0087481F-D029-4A11-8695-29CAB07D42D1}" type="slidenum">
              <a:rPr lang="zh-CN" altLang="en-US"/>
              <a:pPr/>
              <a:t>15</a:t>
            </a:fld>
            <a:endParaRPr lang="en-US" altLang="zh-CN"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a:extLst>
              <a:ext uri="{FF2B5EF4-FFF2-40B4-BE49-F238E27FC236}">
                <a16:creationId xmlns:a16="http://schemas.microsoft.com/office/drawing/2014/main" id="{7AD24EF0-12BB-89BC-916F-CE521D5DF6F3}"/>
              </a:ext>
            </a:extLst>
          </p:cNvPr>
          <p:cNvSpPr>
            <a:spLocks noGrp="1" noRot="1" noChangeAspect="1" noTextEdit="1"/>
          </p:cNvSpPr>
          <p:nvPr>
            <p:ph type="sldImg"/>
          </p:nvPr>
        </p:nvSpPr>
        <p:spPr/>
      </p:sp>
      <p:sp>
        <p:nvSpPr>
          <p:cNvPr id="54275" name="备注占位符 2">
            <a:extLst>
              <a:ext uri="{FF2B5EF4-FFF2-40B4-BE49-F238E27FC236}">
                <a16:creationId xmlns:a16="http://schemas.microsoft.com/office/drawing/2014/main" id="{72FDC2E5-3E16-5B07-C271-11AA1568C29A}"/>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4276" name="日期占位符 3">
            <a:extLst>
              <a:ext uri="{FF2B5EF4-FFF2-40B4-BE49-F238E27FC236}">
                <a16:creationId xmlns:a16="http://schemas.microsoft.com/office/drawing/2014/main" id="{6C56E1E3-EC6F-20F2-197B-F00A33384627}"/>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6CFCC4D3-FDF8-452F-8602-3637DBEA6631}" type="datetime1">
              <a:rPr lang="zh-CN" altLang="en-US" smtClean="0"/>
              <a:pPr/>
              <a:t>2026/9/22</a:t>
            </a:fld>
            <a:endParaRPr lang="en-US" altLang="zh-CN" sz="1200"/>
          </a:p>
        </p:txBody>
      </p:sp>
      <p:sp>
        <p:nvSpPr>
          <p:cNvPr id="54277" name="灯片编号占位符 4">
            <a:extLst>
              <a:ext uri="{FF2B5EF4-FFF2-40B4-BE49-F238E27FC236}">
                <a16:creationId xmlns:a16="http://schemas.microsoft.com/office/drawing/2014/main" id="{AB4D7DF7-6793-E331-963E-3BD0E38570E6}"/>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F9FFC402-6779-4E7B-8639-6D2FC6CDFA8C}" type="slidenum">
              <a:rPr lang="zh-CN" altLang="en-US"/>
              <a:pPr/>
              <a:t>16</a:t>
            </a:fld>
            <a:endParaRPr lang="en-US" altLang="zh-CN"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a:extLst>
              <a:ext uri="{FF2B5EF4-FFF2-40B4-BE49-F238E27FC236}">
                <a16:creationId xmlns:a16="http://schemas.microsoft.com/office/drawing/2014/main" id="{799B2CBE-5110-535E-3624-799116D1038E}"/>
              </a:ext>
            </a:extLst>
          </p:cNvPr>
          <p:cNvSpPr>
            <a:spLocks noGrp="1" noRot="1" noChangeAspect="1" noTextEdit="1"/>
          </p:cNvSpPr>
          <p:nvPr>
            <p:ph type="sldImg"/>
          </p:nvPr>
        </p:nvSpPr>
        <p:spPr/>
      </p:sp>
      <p:sp>
        <p:nvSpPr>
          <p:cNvPr id="55299" name="备注占位符 2">
            <a:extLst>
              <a:ext uri="{FF2B5EF4-FFF2-40B4-BE49-F238E27FC236}">
                <a16:creationId xmlns:a16="http://schemas.microsoft.com/office/drawing/2014/main" id="{1083C096-E712-8EC8-6EA1-92B2C88C858B}"/>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5300" name="日期占位符 3">
            <a:extLst>
              <a:ext uri="{FF2B5EF4-FFF2-40B4-BE49-F238E27FC236}">
                <a16:creationId xmlns:a16="http://schemas.microsoft.com/office/drawing/2014/main" id="{7173E38A-37FA-230B-DDD9-80BEAD75393E}"/>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39545F49-D41F-47C8-AA71-CEE2426FEBFE}" type="datetime1">
              <a:rPr lang="zh-CN" altLang="en-US" smtClean="0"/>
              <a:pPr/>
              <a:t>2026/9/22</a:t>
            </a:fld>
            <a:endParaRPr lang="en-US" altLang="zh-CN" sz="1200"/>
          </a:p>
        </p:txBody>
      </p:sp>
      <p:sp>
        <p:nvSpPr>
          <p:cNvPr id="55301" name="灯片编号占位符 4">
            <a:extLst>
              <a:ext uri="{FF2B5EF4-FFF2-40B4-BE49-F238E27FC236}">
                <a16:creationId xmlns:a16="http://schemas.microsoft.com/office/drawing/2014/main" id="{C4FBC71D-794F-2F49-0A12-8663B3F11302}"/>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C13BC3A1-2858-43D9-B623-37651C2FE528}" type="slidenum">
              <a:rPr lang="zh-CN" altLang="en-US"/>
              <a:pPr/>
              <a:t>17</a:t>
            </a:fld>
            <a:endParaRPr lang="en-US" altLang="zh-CN"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a:extLst>
              <a:ext uri="{FF2B5EF4-FFF2-40B4-BE49-F238E27FC236}">
                <a16:creationId xmlns:a16="http://schemas.microsoft.com/office/drawing/2014/main" id="{E6D2DBBC-0702-269C-ACFC-C4E83C87E062}"/>
              </a:ext>
            </a:extLst>
          </p:cNvPr>
          <p:cNvSpPr>
            <a:spLocks noGrp="1" noRot="1" noChangeAspect="1" noTextEdit="1"/>
          </p:cNvSpPr>
          <p:nvPr>
            <p:ph type="sldImg"/>
          </p:nvPr>
        </p:nvSpPr>
        <p:spPr/>
      </p:sp>
      <p:sp>
        <p:nvSpPr>
          <p:cNvPr id="56323" name="备注占位符 2">
            <a:extLst>
              <a:ext uri="{FF2B5EF4-FFF2-40B4-BE49-F238E27FC236}">
                <a16:creationId xmlns:a16="http://schemas.microsoft.com/office/drawing/2014/main" id="{CD7052F5-2251-4683-EB6C-A17BD7A51E1B}"/>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6324" name="日期占位符 3">
            <a:extLst>
              <a:ext uri="{FF2B5EF4-FFF2-40B4-BE49-F238E27FC236}">
                <a16:creationId xmlns:a16="http://schemas.microsoft.com/office/drawing/2014/main" id="{F622A43D-E04E-1FD6-432E-351EEB47E602}"/>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609B1FFC-B4B4-4FE1-8194-2DC54B5DEFA1}" type="datetime1">
              <a:rPr lang="zh-CN" altLang="en-US" smtClean="0"/>
              <a:pPr/>
              <a:t>2026/9/22</a:t>
            </a:fld>
            <a:endParaRPr lang="en-US" altLang="zh-CN" sz="1200"/>
          </a:p>
        </p:txBody>
      </p:sp>
      <p:sp>
        <p:nvSpPr>
          <p:cNvPr id="56325" name="灯片编号占位符 4">
            <a:extLst>
              <a:ext uri="{FF2B5EF4-FFF2-40B4-BE49-F238E27FC236}">
                <a16:creationId xmlns:a16="http://schemas.microsoft.com/office/drawing/2014/main" id="{8FB82498-7BB0-4544-CFAD-D5BEB3DCC975}"/>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65D6E1EE-69AB-47A4-83B5-10B3A197EE27}" type="slidenum">
              <a:rPr lang="zh-CN" altLang="en-US"/>
              <a:pPr/>
              <a:t>18</a:t>
            </a:fld>
            <a:endParaRPr lang="en-US" altLang="zh-CN"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a:extLst>
              <a:ext uri="{FF2B5EF4-FFF2-40B4-BE49-F238E27FC236}">
                <a16:creationId xmlns:a16="http://schemas.microsoft.com/office/drawing/2014/main" id="{FD3664E5-7193-2C86-E9FF-EC6836491D54}"/>
              </a:ext>
            </a:extLst>
          </p:cNvPr>
          <p:cNvSpPr>
            <a:spLocks noGrp="1" noRot="1" noChangeAspect="1" noTextEdit="1"/>
          </p:cNvSpPr>
          <p:nvPr>
            <p:ph type="sldImg"/>
          </p:nvPr>
        </p:nvSpPr>
        <p:spPr/>
      </p:sp>
      <p:sp>
        <p:nvSpPr>
          <p:cNvPr id="57347" name="备注占位符 2">
            <a:extLst>
              <a:ext uri="{FF2B5EF4-FFF2-40B4-BE49-F238E27FC236}">
                <a16:creationId xmlns:a16="http://schemas.microsoft.com/office/drawing/2014/main" id="{8B235D74-B072-9BBC-2630-0C681E576530}"/>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7348" name="日期占位符 3">
            <a:extLst>
              <a:ext uri="{FF2B5EF4-FFF2-40B4-BE49-F238E27FC236}">
                <a16:creationId xmlns:a16="http://schemas.microsoft.com/office/drawing/2014/main" id="{D9F4CF8D-3101-6EAD-915B-A98E350CFE9C}"/>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B0817510-1E84-4962-BF61-10BA9607421D}" type="datetime1">
              <a:rPr lang="zh-CN" altLang="en-US" smtClean="0"/>
              <a:pPr/>
              <a:t>2026/9/22</a:t>
            </a:fld>
            <a:endParaRPr lang="en-US" altLang="zh-CN" sz="1200"/>
          </a:p>
        </p:txBody>
      </p:sp>
      <p:sp>
        <p:nvSpPr>
          <p:cNvPr id="57349" name="灯片编号占位符 4">
            <a:extLst>
              <a:ext uri="{FF2B5EF4-FFF2-40B4-BE49-F238E27FC236}">
                <a16:creationId xmlns:a16="http://schemas.microsoft.com/office/drawing/2014/main" id="{A0F8BBEF-BDFC-B9F6-27A7-CCAD801C96EC}"/>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C30BB3E1-2233-4CF8-96F7-EEB551E44CAA}" type="slidenum">
              <a:rPr lang="zh-CN" altLang="en-US"/>
              <a:pPr/>
              <a:t>19</a:t>
            </a:fld>
            <a:endParaRPr lang="en-US" altLang="zh-CN"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a:extLst>
              <a:ext uri="{FF2B5EF4-FFF2-40B4-BE49-F238E27FC236}">
                <a16:creationId xmlns:a16="http://schemas.microsoft.com/office/drawing/2014/main" id="{B5F03270-71EC-A580-CB93-C163DFFBFCF4}"/>
              </a:ext>
            </a:extLst>
          </p:cNvPr>
          <p:cNvSpPr>
            <a:spLocks noGrp="1" noRot="1" noChangeAspect="1" noTextEdit="1"/>
          </p:cNvSpPr>
          <p:nvPr>
            <p:ph type="sldImg"/>
          </p:nvPr>
        </p:nvSpPr>
        <p:spPr/>
      </p:sp>
      <p:sp>
        <p:nvSpPr>
          <p:cNvPr id="58371" name="备注占位符 2">
            <a:extLst>
              <a:ext uri="{FF2B5EF4-FFF2-40B4-BE49-F238E27FC236}">
                <a16:creationId xmlns:a16="http://schemas.microsoft.com/office/drawing/2014/main" id="{2B8A8A6B-D0EA-0C60-7F87-CD18AE5D7F97}"/>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8372" name="日期占位符 3">
            <a:extLst>
              <a:ext uri="{FF2B5EF4-FFF2-40B4-BE49-F238E27FC236}">
                <a16:creationId xmlns:a16="http://schemas.microsoft.com/office/drawing/2014/main" id="{4BC13D84-03C8-D2B9-667B-1242C471B4C3}"/>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D64E27B8-1EB8-4FEA-80A0-E85D8CC5659C}" type="datetime1">
              <a:rPr lang="zh-CN" altLang="en-US" smtClean="0"/>
              <a:pPr/>
              <a:t>2026/9/22</a:t>
            </a:fld>
            <a:endParaRPr lang="en-US" altLang="zh-CN" sz="1200"/>
          </a:p>
        </p:txBody>
      </p:sp>
      <p:sp>
        <p:nvSpPr>
          <p:cNvPr id="58373" name="灯片编号占位符 4">
            <a:extLst>
              <a:ext uri="{FF2B5EF4-FFF2-40B4-BE49-F238E27FC236}">
                <a16:creationId xmlns:a16="http://schemas.microsoft.com/office/drawing/2014/main" id="{65C73E96-30B4-C021-9478-F2101D05500A}"/>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32263281-52A5-4188-9BD9-5CB682CC709A}" type="slidenum">
              <a:rPr lang="zh-CN" altLang="en-US"/>
              <a:pPr/>
              <a:t>20</a:t>
            </a:fld>
            <a:endParaRPr lang="en-US" altLang="zh-CN"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a:extLst>
              <a:ext uri="{FF2B5EF4-FFF2-40B4-BE49-F238E27FC236}">
                <a16:creationId xmlns:a16="http://schemas.microsoft.com/office/drawing/2014/main" id="{C952B33F-0AFC-BF74-F49F-564EDA5617E5}"/>
              </a:ext>
            </a:extLst>
          </p:cNvPr>
          <p:cNvSpPr>
            <a:spLocks noGrp="1" noRot="1" noChangeAspect="1" noTextEdit="1"/>
          </p:cNvSpPr>
          <p:nvPr>
            <p:ph type="sldImg"/>
          </p:nvPr>
        </p:nvSpPr>
        <p:spPr/>
      </p:sp>
      <p:sp>
        <p:nvSpPr>
          <p:cNvPr id="59395" name="备注占位符 2">
            <a:extLst>
              <a:ext uri="{FF2B5EF4-FFF2-40B4-BE49-F238E27FC236}">
                <a16:creationId xmlns:a16="http://schemas.microsoft.com/office/drawing/2014/main" id="{2B32455D-DF30-4C43-23A1-0CFF352B2020}"/>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9396" name="日期占位符 3">
            <a:extLst>
              <a:ext uri="{FF2B5EF4-FFF2-40B4-BE49-F238E27FC236}">
                <a16:creationId xmlns:a16="http://schemas.microsoft.com/office/drawing/2014/main" id="{5E3F5EAD-1A2D-6A70-B60D-F15D8AAE3F72}"/>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C56ED950-2EFE-4C3E-AB47-D083F837177D}" type="datetime1">
              <a:rPr lang="zh-CN" altLang="en-US" smtClean="0"/>
              <a:pPr/>
              <a:t>2026/9/22</a:t>
            </a:fld>
            <a:endParaRPr lang="en-US" altLang="zh-CN" sz="1200"/>
          </a:p>
        </p:txBody>
      </p:sp>
      <p:sp>
        <p:nvSpPr>
          <p:cNvPr id="59397" name="灯片编号占位符 4">
            <a:extLst>
              <a:ext uri="{FF2B5EF4-FFF2-40B4-BE49-F238E27FC236}">
                <a16:creationId xmlns:a16="http://schemas.microsoft.com/office/drawing/2014/main" id="{03A4942E-A328-9649-5FB4-C9DF64BD4B92}"/>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C8BCE05E-1D5B-44C8-B9F4-F466E4C2483F}" type="slidenum">
              <a:rPr lang="zh-CN" altLang="en-US"/>
              <a:pPr/>
              <a:t>21</a:t>
            </a:fld>
            <a:endParaRPr lang="en-US" altLang="zh-CN"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a:extLst>
              <a:ext uri="{FF2B5EF4-FFF2-40B4-BE49-F238E27FC236}">
                <a16:creationId xmlns:a16="http://schemas.microsoft.com/office/drawing/2014/main" id="{33C4FDCC-E789-7914-4862-DEAE7B591DCC}"/>
              </a:ext>
            </a:extLst>
          </p:cNvPr>
          <p:cNvSpPr>
            <a:spLocks noGrp="1" noRot="1" noChangeAspect="1" noTextEdit="1"/>
          </p:cNvSpPr>
          <p:nvPr>
            <p:ph type="sldImg"/>
          </p:nvPr>
        </p:nvSpPr>
        <p:spPr/>
      </p:sp>
      <p:sp>
        <p:nvSpPr>
          <p:cNvPr id="60419" name="备注占位符 2">
            <a:extLst>
              <a:ext uri="{FF2B5EF4-FFF2-40B4-BE49-F238E27FC236}">
                <a16:creationId xmlns:a16="http://schemas.microsoft.com/office/drawing/2014/main" id="{737CD11D-5B45-139C-6125-D460DFC62BA7}"/>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0420" name="日期占位符 3">
            <a:extLst>
              <a:ext uri="{FF2B5EF4-FFF2-40B4-BE49-F238E27FC236}">
                <a16:creationId xmlns:a16="http://schemas.microsoft.com/office/drawing/2014/main" id="{6E6C2DDB-49DB-E942-2148-66A7E8FC418B}"/>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F61C6258-817C-4FB7-9FC3-C8CBB87E8868}" type="datetime1">
              <a:rPr lang="zh-CN" altLang="en-US" smtClean="0"/>
              <a:pPr/>
              <a:t>2026/9/22</a:t>
            </a:fld>
            <a:endParaRPr lang="en-US" altLang="zh-CN" sz="1200"/>
          </a:p>
        </p:txBody>
      </p:sp>
      <p:sp>
        <p:nvSpPr>
          <p:cNvPr id="60421" name="灯片编号占位符 4">
            <a:extLst>
              <a:ext uri="{FF2B5EF4-FFF2-40B4-BE49-F238E27FC236}">
                <a16:creationId xmlns:a16="http://schemas.microsoft.com/office/drawing/2014/main" id="{C638B5DA-E0C4-4B92-2D36-6772F4BBFDAE}"/>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45959AAC-F1EF-4B2A-809C-39D23DD10D1B}" type="slidenum">
              <a:rPr lang="zh-CN" altLang="en-US"/>
              <a:pPr/>
              <a:t>22</a:t>
            </a:fld>
            <a:endParaRPr lang="en-US" altLang="zh-CN"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a:extLst>
              <a:ext uri="{FF2B5EF4-FFF2-40B4-BE49-F238E27FC236}">
                <a16:creationId xmlns:a16="http://schemas.microsoft.com/office/drawing/2014/main" id="{860EE682-9476-B271-C021-A9CF6A4104E2}"/>
              </a:ext>
            </a:extLst>
          </p:cNvPr>
          <p:cNvSpPr>
            <a:spLocks noGrp="1" noRot="1" noChangeAspect="1" noTextEdit="1"/>
          </p:cNvSpPr>
          <p:nvPr>
            <p:ph type="sldImg"/>
          </p:nvPr>
        </p:nvSpPr>
        <p:spPr/>
      </p:sp>
      <p:sp>
        <p:nvSpPr>
          <p:cNvPr id="61443" name="备注占位符 2">
            <a:extLst>
              <a:ext uri="{FF2B5EF4-FFF2-40B4-BE49-F238E27FC236}">
                <a16:creationId xmlns:a16="http://schemas.microsoft.com/office/drawing/2014/main" id="{5362BFDD-662A-E7B4-9E96-A479702EEE1D}"/>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1444" name="日期占位符 3">
            <a:extLst>
              <a:ext uri="{FF2B5EF4-FFF2-40B4-BE49-F238E27FC236}">
                <a16:creationId xmlns:a16="http://schemas.microsoft.com/office/drawing/2014/main" id="{C67D14F1-2BD8-6C94-8059-1E8E8C3CC9EB}"/>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48494149-10AE-4FB0-9AF4-DDC4FA9906CA}" type="datetime1">
              <a:rPr lang="zh-CN" altLang="en-US" smtClean="0"/>
              <a:pPr/>
              <a:t>2026/9/22</a:t>
            </a:fld>
            <a:endParaRPr lang="en-US" altLang="zh-CN" sz="1200"/>
          </a:p>
        </p:txBody>
      </p:sp>
      <p:sp>
        <p:nvSpPr>
          <p:cNvPr id="61445" name="灯片编号占位符 4">
            <a:extLst>
              <a:ext uri="{FF2B5EF4-FFF2-40B4-BE49-F238E27FC236}">
                <a16:creationId xmlns:a16="http://schemas.microsoft.com/office/drawing/2014/main" id="{A785A957-EB9A-AFCF-B81D-606AD7BC867C}"/>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D12EC2C9-3330-4C1B-9297-BA88765150B4}" type="slidenum">
              <a:rPr lang="zh-CN" altLang="en-US"/>
              <a:pPr/>
              <a:t>23</a:t>
            </a:fld>
            <a:endParaRPr lang="en-US" altLang="zh-CN"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a:extLst>
              <a:ext uri="{FF2B5EF4-FFF2-40B4-BE49-F238E27FC236}">
                <a16:creationId xmlns:a16="http://schemas.microsoft.com/office/drawing/2014/main" id="{9D889913-E3F4-7216-D801-24C9D9B8763B}"/>
              </a:ext>
            </a:extLst>
          </p:cNvPr>
          <p:cNvSpPr>
            <a:spLocks noGrp="1" noRot="1" noChangeAspect="1" noTextEdit="1"/>
          </p:cNvSpPr>
          <p:nvPr>
            <p:ph type="sldImg"/>
          </p:nvPr>
        </p:nvSpPr>
        <p:spPr/>
      </p:sp>
      <p:sp>
        <p:nvSpPr>
          <p:cNvPr id="62467" name="备注占位符 2">
            <a:extLst>
              <a:ext uri="{FF2B5EF4-FFF2-40B4-BE49-F238E27FC236}">
                <a16:creationId xmlns:a16="http://schemas.microsoft.com/office/drawing/2014/main" id="{95F54518-64C2-9787-4A39-3158180D69C1}"/>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2468" name="日期占位符 3">
            <a:extLst>
              <a:ext uri="{FF2B5EF4-FFF2-40B4-BE49-F238E27FC236}">
                <a16:creationId xmlns:a16="http://schemas.microsoft.com/office/drawing/2014/main" id="{AF46FF33-644F-FC20-9CBD-9EEEE18DCF55}"/>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13D0952E-2C82-43C0-84BB-3EA2494B5DEF}" type="datetime1">
              <a:rPr lang="zh-CN" altLang="en-US" smtClean="0"/>
              <a:pPr/>
              <a:t>2026/9/22</a:t>
            </a:fld>
            <a:endParaRPr lang="en-US" altLang="zh-CN" sz="1200"/>
          </a:p>
        </p:txBody>
      </p:sp>
      <p:sp>
        <p:nvSpPr>
          <p:cNvPr id="62469" name="灯片编号占位符 4">
            <a:extLst>
              <a:ext uri="{FF2B5EF4-FFF2-40B4-BE49-F238E27FC236}">
                <a16:creationId xmlns:a16="http://schemas.microsoft.com/office/drawing/2014/main" id="{67574E4D-9410-F52F-A8BC-B153B1375237}"/>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4FC61C5D-CEA3-4F77-8148-E9EACE740205}" type="slidenum">
              <a:rPr lang="zh-CN" altLang="en-US"/>
              <a:pPr/>
              <a:t>24</a:t>
            </a:fld>
            <a:endParaRPr lang="en-US" altLang="zh-CN"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a:extLst>
              <a:ext uri="{FF2B5EF4-FFF2-40B4-BE49-F238E27FC236}">
                <a16:creationId xmlns:a16="http://schemas.microsoft.com/office/drawing/2014/main" id="{959CEEB8-D48C-2CCB-0A68-41C259DDA1A5}"/>
              </a:ext>
            </a:extLst>
          </p:cNvPr>
          <p:cNvSpPr>
            <a:spLocks noGrp="1" noRot="1" noChangeAspect="1" noTextEdit="1"/>
          </p:cNvSpPr>
          <p:nvPr>
            <p:ph type="sldImg"/>
          </p:nvPr>
        </p:nvSpPr>
        <p:spPr/>
      </p:sp>
      <p:sp>
        <p:nvSpPr>
          <p:cNvPr id="63491" name="备注占位符 2">
            <a:extLst>
              <a:ext uri="{FF2B5EF4-FFF2-40B4-BE49-F238E27FC236}">
                <a16:creationId xmlns:a16="http://schemas.microsoft.com/office/drawing/2014/main" id="{207A5685-AA7D-A6EE-EF91-B5929337E909}"/>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3492" name="日期占位符 3">
            <a:extLst>
              <a:ext uri="{FF2B5EF4-FFF2-40B4-BE49-F238E27FC236}">
                <a16:creationId xmlns:a16="http://schemas.microsoft.com/office/drawing/2014/main" id="{C1AE7F5D-74F9-BE0C-A545-8ABA18633BAF}"/>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E9EFF671-702F-4041-B7E8-5826629D9A9E}" type="datetime1">
              <a:rPr lang="zh-CN" altLang="en-US" smtClean="0"/>
              <a:pPr/>
              <a:t>2026/9/22</a:t>
            </a:fld>
            <a:endParaRPr lang="en-US" altLang="zh-CN" sz="1200"/>
          </a:p>
        </p:txBody>
      </p:sp>
      <p:sp>
        <p:nvSpPr>
          <p:cNvPr id="63493" name="灯片编号占位符 4">
            <a:extLst>
              <a:ext uri="{FF2B5EF4-FFF2-40B4-BE49-F238E27FC236}">
                <a16:creationId xmlns:a16="http://schemas.microsoft.com/office/drawing/2014/main" id="{B9422BB5-7982-DA8C-6699-5737775305D0}"/>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47BD5C44-9910-4C40-AEAE-3DC0EF6B936A}" type="slidenum">
              <a:rPr lang="zh-CN" altLang="en-US"/>
              <a:pPr/>
              <a:t>25</a:t>
            </a:fld>
            <a:endParaRPr lang="en-US" altLang="zh-CN"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a:extLst>
              <a:ext uri="{FF2B5EF4-FFF2-40B4-BE49-F238E27FC236}">
                <a16:creationId xmlns:a16="http://schemas.microsoft.com/office/drawing/2014/main" id="{0E50065B-CD48-E51A-E98A-3482A51413E8}"/>
              </a:ext>
            </a:extLst>
          </p:cNvPr>
          <p:cNvSpPr>
            <a:spLocks noGrp="1" noRot="1" noChangeAspect="1" noTextEdit="1"/>
          </p:cNvSpPr>
          <p:nvPr>
            <p:ph type="sldImg"/>
          </p:nvPr>
        </p:nvSpPr>
        <p:spPr/>
      </p:sp>
      <p:sp>
        <p:nvSpPr>
          <p:cNvPr id="64515" name="备注占位符 2">
            <a:extLst>
              <a:ext uri="{FF2B5EF4-FFF2-40B4-BE49-F238E27FC236}">
                <a16:creationId xmlns:a16="http://schemas.microsoft.com/office/drawing/2014/main" id="{698FD104-2F6A-73E6-5100-9C2E24E5EF11}"/>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4516" name="日期占位符 3">
            <a:extLst>
              <a:ext uri="{FF2B5EF4-FFF2-40B4-BE49-F238E27FC236}">
                <a16:creationId xmlns:a16="http://schemas.microsoft.com/office/drawing/2014/main" id="{23F6B7DB-91F2-7CC4-78B4-756FC9170747}"/>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9F0F28EF-CA6D-43CB-96F6-B344697D7CA1}" type="datetime1">
              <a:rPr lang="zh-CN" altLang="en-US" smtClean="0"/>
              <a:pPr/>
              <a:t>2026/9/22</a:t>
            </a:fld>
            <a:endParaRPr lang="en-US" altLang="zh-CN" sz="1200"/>
          </a:p>
        </p:txBody>
      </p:sp>
      <p:sp>
        <p:nvSpPr>
          <p:cNvPr id="64517" name="灯片编号占位符 4">
            <a:extLst>
              <a:ext uri="{FF2B5EF4-FFF2-40B4-BE49-F238E27FC236}">
                <a16:creationId xmlns:a16="http://schemas.microsoft.com/office/drawing/2014/main" id="{749BD183-5026-E355-DDD0-473457C916CB}"/>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D85ACB4A-8D2D-49A0-839D-2195F5D404FC}" type="slidenum">
              <a:rPr lang="zh-CN" altLang="en-US"/>
              <a:pPr/>
              <a:t>26</a:t>
            </a:fld>
            <a:endParaRPr lang="en-US" altLang="zh-CN"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a:extLst>
              <a:ext uri="{FF2B5EF4-FFF2-40B4-BE49-F238E27FC236}">
                <a16:creationId xmlns:a16="http://schemas.microsoft.com/office/drawing/2014/main" id="{B9F8C94E-AA60-75C0-3769-BEB46BFF1A2E}"/>
              </a:ext>
            </a:extLst>
          </p:cNvPr>
          <p:cNvSpPr>
            <a:spLocks noGrp="1" noRot="1" noChangeAspect="1" noTextEdit="1"/>
          </p:cNvSpPr>
          <p:nvPr>
            <p:ph type="sldImg"/>
          </p:nvPr>
        </p:nvSpPr>
        <p:spPr/>
      </p:sp>
      <p:sp>
        <p:nvSpPr>
          <p:cNvPr id="65539" name="备注占位符 2">
            <a:extLst>
              <a:ext uri="{FF2B5EF4-FFF2-40B4-BE49-F238E27FC236}">
                <a16:creationId xmlns:a16="http://schemas.microsoft.com/office/drawing/2014/main" id="{66E807C0-83C4-7084-B778-C4B5FE5CD713}"/>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5540" name="日期占位符 3">
            <a:extLst>
              <a:ext uri="{FF2B5EF4-FFF2-40B4-BE49-F238E27FC236}">
                <a16:creationId xmlns:a16="http://schemas.microsoft.com/office/drawing/2014/main" id="{1DCB9D47-5496-72BB-9548-928C9E54B8D2}"/>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E561CB11-0149-4DD9-9F09-1BD446011253}" type="datetime1">
              <a:rPr lang="zh-CN" altLang="en-US" smtClean="0"/>
              <a:pPr/>
              <a:t>2026/9/22</a:t>
            </a:fld>
            <a:endParaRPr lang="en-US" altLang="zh-CN" sz="1200"/>
          </a:p>
        </p:txBody>
      </p:sp>
      <p:sp>
        <p:nvSpPr>
          <p:cNvPr id="65541" name="灯片编号占位符 4">
            <a:extLst>
              <a:ext uri="{FF2B5EF4-FFF2-40B4-BE49-F238E27FC236}">
                <a16:creationId xmlns:a16="http://schemas.microsoft.com/office/drawing/2014/main" id="{3D232205-6AD1-1961-5AB5-3F523DE8CCE7}"/>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C7F6B9C3-2E7D-42C9-A20C-98C689ED2B85}" type="slidenum">
              <a:rPr lang="zh-CN" altLang="en-US"/>
              <a:pPr/>
              <a:t>27</a:t>
            </a:fld>
            <a:endParaRPr lang="en-US" altLang="zh-CN"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a:extLst>
              <a:ext uri="{FF2B5EF4-FFF2-40B4-BE49-F238E27FC236}">
                <a16:creationId xmlns:a16="http://schemas.microsoft.com/office/drawing/2014/main" id="{70BE0A3B-C4E3-0159-DD75-570063727F13}"/>
              </a:ext>
            </a:extLst>
          </p:cNvPr>
          <p:cNvSpPr>
            <a:spLocks noGrp="1" noRot="1" noChangeAspect="1" noTextEdit="1"/>
          </p:cNvSpPr>
          <p:nvPr>
            <p:ph type="sldImg"/>
          </p:nvPr>
        </p:nvSpPr>
        <p:spPr/>
      </p:sp>
      <p:sp>
        <p:nvSpPr>
          <p:cNvPr id="66563" name="备注占位符 2">
            <a:extLst>
              <a:ext uri="{FF2B5EF4-FFF2-40B4-BE49-F238E27FC236}">
                <a16:creationId xmlns:a16="http://schemas.microsoft.com/office/drawing/2014/main" id="{FD428DF7-6737-C225-1697-A102294CF399}"/>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6564" name="日期占位符 3">
            <a:extLst>
              <a:ext uri="{FF2B5EF4-FFF2-40B4-BE49-F238E27FC236}">
                <a16:creationId xmlns:a16="http://schemas.microsoft.com/office/drawing/2014/main" id="{FEDA3CA5-0663-AA34-87C9-0A5E6ABB55B0}"/>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5FE3DF35-E76B-4930-B1D9-6F9C3B8D8B68}" type="datetime1">
              <a:rPr lang="zh-CN" altLang="en-US" smtClean="0"/>
              <a:pPr/>
              <a:t>2026/9/22</a:t>
            </a:fld>
            <a:endParaRPr lang="en-US" altLang="zh-CN" sz="1200"/>
          </a:p>
        </p:txBody>
      </p:sp>
      <p:sp>
        <p:nvSpPr>
          <p:cNvPr id="66565" name="灯片编号占位符 4">
            <a:extLst>
              <a:ext uri="{FF2B5EF4-FFF2-40B4-BE49-F238E27FC236}">
                <a16:creationId xmlns:a16="http://schemas.microsoft.com/office/drawing/2014/main" id="{348BDD4F-DA67-BAE4-4830-C674B5EEB3DB}"/>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FAEA3200-4E4D-4CB4-B5DE-F37A4CA345B0}" type="slidenum">
              <a:rPr lang="zh-CN" altLang="en-US"/>
              <a:pPr/>
              <a:t>28</a:t>
            </a:fld>
            <a:endParaRPr lang="en-US" altLang="zh-CN" sz="12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a:extLst>
              <a:ext uri="{FF2B5EF4-FFF2-40B4-BE49-F238E27FC236}">
                <a16:creationId xmlns:a16="http://schemas.microsoft.com/office/drawing/2014/main" id="{BF4BC344-CAB7-FC45-9B3F-0A60393CBEE1}"/>
              </a:ext>
            </a:extLst>
          </p:cNvPr>
          <p:cNvSpPr>
            <a:spLocks noGrp="1" noRot="1" noChangeAspect="1" noTextEdit="1"/>
          </p:cNvSpPr>
          <p:nvPr>
            <p:ph type="sldImg"/>
          </p:nvPr>
        </p:nvSpPr>
        <p:spPr/>
      </p:sp>
      <p:sp>
        <p:nvSpPr>
          <p:cNvPr id="67587" name="备注占位符 2">
            <a:extLst>
              <a:ext uri="{FF2B5EF4-FFF2-40B4-BE49-F238E27FC236}">
                <a16:creationId xmlns:a16="http://schemas.microsoft.com/office/drawing/2014/main" id="{136D3394-5DF6-2870-6168-44BD73A9CEE6}"/>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7588" name="日期占位符 3">
            <a:extLst>
              <a:ext uri="{FF2B5EF4-FFF2-40B4-BE49-F238E27FC236}">
                <a16:creationId xmlns:a16="http://schemas.microsoft.com/office/drawing/2014/main" id="{7A99FADC-86FB-2258-1C95-F747D2F47BAA}"/>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53509AEE-C337-45F0-8A83-978DE3A990C4}" type="datetime1">
              <a:rPr lang="zh-CN" altLang="en-US" smtClean="0"/>
              <a:pPr/>
              <a:t>2026/9/22</a:t>
            </a:fld>
            <a:endParaRPr lang="en-US" altLang="zh-CN" sz="1200"/>
          </a:p>
        </p:txBody>
      </p:sp>
      <p:sp>
        <p:nvSpPr>
          <p:cNvPr id="67589" name="灯片编号占位符 4">
            <a:extLst>
              <a:ext uri="{FF2B5EF4-FFF2-40B4-BE49-F238E27FC236}">
                <a16:creationId xmlns:a16="http://schemas.microsoft.com/office/drawing/2014/main" id="{590BCB1D-562A-3A84-4D97-00EB8B82A2F2}"/>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E5BB76BE-7FB4-475A-9241-B96BED53C72B}" type="slidenum">
              <a:rPr lang="zh-CN" altLang="en-US"/>
              <a:pPr/>
              <a:t>29</a:t>
            </a:fld>
            <a:endParaRPr lang="en-US" altLang="zh-CN" sz="12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a:extLst>
              <a:ext uri="{FF2B5EF4-FFF2-40B4-BE49-F238E27FC236}">
                <a16:creationId xmlns:a16="http://schemas.microsoft.com/office/drawing/2014/main" id="{338B08D9-390B-7007-654C-5FEBF3263960}"/>
              </a:ext>
            </a:extLst>
          </p:cNvPr>
          <p:cNvSpPr>
            <a:spLocks noGrp="1" noRot="1" noChangeAspect="1" noTextEdit="1"/>
          </p:cNvSpPr>
          <p:nvPr>
            <p:ph type="sldImg"/>
          </p:nvPr>
        </p:nvSpPr>
        <p:spPr/>
      </p:sp>
      <p:sp>
        <p:nvSpPr>
          <p:cNvPr id="68611" name="备注占位符 2">
            <a:extLst>
              <a:ext uri="{FF2B5EF4-FFF2-40B4-BE49-F238E27FC236}">
                <a16:creationId xmlns:a16="http://schemas.microsoft.com/office/drawing/2014/main" id="{C49C57D9-85CC-8734-628F-DECA3D536B83}"/>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612" name="日期占位符 3">
            <a:extLst>
              <a:ext uri="{FF2B5EF4-FFF2-40B4-BE49-F238E27FC236}">
                <a16:creationId xmlns:a16="http://schemas.microsoft.com/office/drawing/2014/main" id="{BCE22E74-93E8-DA6A-ED50-ACB5F6386E4A}"/>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BE7ABFA4-2829-4A61-BB91-7503504ADD41}" type="datetime1">
              <a:rPr lang="zh-CN" altLang="en-US" smtClean="0"/>
              <a:pPr/>
              <a:t>2026/9/22</a:t>
            </a:fld>
            <a:endParaRPr lang="en-US" altLang="zh-CN" sz="1200"/>
          </a:p>
        </p:txBody>
      </p:sp>
      <p:sp>
        <p:nvSpPr>
          <p:cNvPr id="68613" name="灯片编号占位符 4">
            <a:extLst>
              <a:ext uri="{FF2B5EF4-FFF2-40B4-BE49-F238E27FC236}">
                <a16:creationId xmlns:a16="http://schemas.microsoft.com/office/drawing/2014/main" id="{DCC83E0A-8C67-6839-2DB7-BA2FA5CB6E17}"/>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593FB91E-CB02-414B-95C0-4D9A81CBA039}" type="slidenum">
              <a:rPr lang="zh-CN" altLang="en-US"/>
              <a:pPr/>
              <a:t>30</a:t>
            </a:fld>
            <a:endParaRPr lang="en-US" altLang="zh-CN"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a:extLst>
              <a:ext uri="{FF2B5EF4-FFF2-40B4-BE49-F238E27FC236}">
                <a16:creationId xmlns:a16="http://schemas.microsoft.com/office/drawing/2014/main" id="{DEAE52D5-1472-214C-C403-6CAE4D7B67F0}"/>
              </a:ext>
            </a:extLst>
          </p:cNvPr>
          <p:cNvSpPr>
            <a:spLocks noGrp="1" noRot="1" noChangeAspect="1" noTextEdit="1"/>
          </p:cNvSpPr>
          <p:nvPr>
            <p:ph type="sldImg"/>
          </p:nvPr>
        </p:nvSpPr>
        <p:spPr/>
      </p:sp>
      <p:sp>
        <p:nvSpPr>
          <p:cNvPr id="69635" name="备注占位符 2">
            <a:extLst>
              <a:ext uri="{FF2B5EF4-FFF2-40B4-BE49-F238E27FC236}">
                <a16:creationId xmlns:a16="http://schemas.microsoft.com/office/drawing/2014/main" id="{B88656C6-6ED0-94F3-CE69-694955389EFB}"/>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636" name="日期占位符 3">
            <a:extLst>
              <a:ext uri="{FF2B5EF4-FFF2-40B4-BE49-F238E27FC236}">
                <a16:creationId xmlns:a16="http://schemas.microsoft.com/office/drawing/2014/main" id="{B41163B9-22E4-C02B-22D6-2E3413CA56F6}"/>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5E2F434A-A715-4AA4-A638-03A2E2D4922A}" type="datetime1">
              <a:rPr lang="zh-CN" altLang="en-US" smtClean="0"/>
              <a:pPr/>
              <a:t>2026/9/22</a:t>
            </a:fld>
            <a:endParaRPr lang="en-US" altLang="zh-CN" sz="1200"/>
          </a:p>
        </p:txBody>
      </p:sp>
      <p:sp>
        <p:nvSpPr>
          <p:cNvPr id="69637" name="灯片编号占位符 4">
            <a:extLst>
              <a:ext uri="{FF2B5EF4-FFF2-40B4-BE49-F238E27FC236}">
                <a16:creationId xmlns:a16="http://schemas.microsoft.com/office/drawing/2014/main" id="{45C31945-0D60-401B-896C-C86FACE0619C}"/>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E807C9A2-034D-411E-A2A0-A89401508E1E}" type="slidenum">
              <a:rPr lang="zh-CN" altLang="en-US"/>
              <a:pPr/>
              <a:t>31</a:t>
            </a:fld>
            <a:endParaRPr lang="en-US" altLang="zh-CN"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a:extLst>
              <a:ext uri="{FF2B5EF4-FFF2-40B4-BE49-F238E27FC236}">
                <a16:creationId xmlns:a16="http://schemas.microsoft.com/office/drawing/2014/main" id="{835E7F82-F16A-CE35-CA04-9B3EC8E5F269}"/>
              </a:ext>
            </a:extLst>
          </p:cNvPr>
          <p:cNvSpPr>
            <a:spLocks noGrp="1" noRot="1" noChangeAspect="1" noTextEdit="1"/>
          </p:cNvSpPr>
          <p:nvPr>
            <p:ph type="sldImg"/>
          </p:nvPr>
        </p:nvSpPr>
        <p:spPr/>
      </p:sp>
      <p:sp>
        <p:nvSpPr>
          <p:cNvPr id="70659" name="备注占位符 2">
            <a:extLst>
              <a:ext uri="{FF2B5EF4-FFF2-40B4-BE49-F238E27FC236}">
                <a16:creationId xmlns:a16="http://schemas.microsoft.com/office/drawing/2014/main" id="{BD45F009-7A92-D948-A430-5F2FEF969D87}"/>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660" name="日期占位符 3">
            <a:extLst>
              <a:ext uri="{FF2B5EF4-FFF2-40B4-BE49-F238E27FC236}">
                <a16:creationId xmlns:a16="http://schemas.microsoft.com/office/drawing/2014/main" id="{ACE6CE62-D617-4605-57D9-102C818C5829}"/>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B5FACAD3-8BA0-4CCD-84A3-B472407E11D7}" type="datetime1">
              <a:rPr lang="zh-CN" altLang="en-US" smtClean="0"/>
              <a:pPr/>
              <a:t>2026/9/22</a:t>
            </a:fld>
            <a:endParaRPr lang="en-US" altLang="zh-CN" sz="1200"/>
          </a:p>
        </p:txBody>
      </p:sp>
      <p:sp>
        <p:nvSpPr>
          <p:cNvPr id="70661" name="灯片编号占位符 4">
            <a:extLst>
              <a:ext uri="{FF2B5EF4-FFF2-40B4-BE49-F238E27FC236}">
                <a16:creationId xmlns:a16="http://schemas.microsoft.com/office/drawing/2014/main" id="{CFBB663A-6BE5-D2BF-FAFB-B7A157F8B2CB}"/>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AC82ADD8-98DA-4E56-8E63-D095792C17DA}" type="slidenum">
              <a:rPr lang="zh-CN" altLang="en-US"/>
              <a:pPr/>
              <a:t>32</a:t>
            </a:fld>
            <a:endParaRPr lang="en-US" altLang="zh-CN"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a:extLst>
              <a:ext uri="{FF2B5EF4-FFF2-40B4-BE49-F238E27FC236}">
                <a16:creationId xmlns:a16="http://schemas.microsoft.com/office/drawing/2014/main" id="{83C9BC93-7F1C-971E-82F0-2E2357AFD43D}"/>
              </a:ext>
            </a:extLst>
          </p:cNvPr>
          <p:cNvSpPr>
            <a:spLocks noGrp="1" noRot="1" noChangeAspect="1" noTextEdit="1"/>
          </p:cNvSpPr>
          <p:nvPr>
            <p:ph type="sldImg"/>
          </p:nvPr>
        </p:nvSpPr>
        <p:spPr/>
      </p:sp>
      <p:sp>
        <p:nvSpPr>
          <p:cNvPr id="71683" name="备注占位符 2">
            <a:extLst>
              <a:ext uri="{FF2B5EF4-FFF2-40B4-BE49-F238E27FC236}">
                <a16:creationId xmlns:a16="http://schemas.microsoft.com/office/drawing/2014/main" id="{1EDA43BB-F334-4B60-93B4-33E43017E811}"/>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684" name="日期占位符 3">
            <a:extLst>
              <a:ext uri="{FF2B5EF4-FFF2-40B4-BE49-F238E27FC236}">
                <a16:creationId xmlns:a16="http://schemas.microsoft.com/office/drawing/2014/main" id="{C8978277-3C3C-0EEB-1CA7-59E92054A584}"/>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8F4E08F8-A867-4593-8F60-B707624BFE3E}" type="datetime1">
              <a:rPr lang="zh-CN" altLang="en-US" smtClean="0"/>
              <a:pPr/>
              <a:t>2026/9/22</a:t>
            </a:fld>
            <a:endParaRPr lang="en-US" altLang="zh-CN" sz="1200"/>
          </a:p>
        </p:txBody>
      </p:sp>
      <p:sp>
        <p:nvSpPr>
          <p:cNvPr id="71685" name="灯片编号占位符 4">
            <a:extLst>
              <a:ext uri="{FF2B5EF4-FFF2-40B4-BE49-F238E27FC236}">
                <a16:creationId xmlns:a16="http://schemas.microsoft.com/office/drawing/2014/main" id="{C9705C7A-4099-3208-C5D3-81C462D951BE}"/>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D3DE748D-3759-4C02-9562-4876E7B7E40C}" type="slidenum">
              <a:rPr lang="zh-CN" altLang="en-US"/>
              <a:pPr/>
              <a:t>33</a:t>
            </a:fld>
            <a:endParaRPr lang="en-US" altLang="zh-CN"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a:extLst>
              <a:ext uri="{FF2B5EF4-FFF2-40B4-BE49-F238E27FC236}">
                <a16:creationId xmlns:a16="http://schemas.microsoft.com/office/drawing/2014/main" id="{AD1F2861-CC90-766D-7FF9-D8D16FFB5CD8}"/>
              </a:ext>
            </a:extLst>
          </p:cNvPr>
          <p:cNvSpPr>
            <a:spLocks noGrp="1" noRot="1" noChangeAspect="1" noTextEdit="1"/>
          </p:cNvSpPr>
          <p:nvPr>
            <p:ph type="sldImg"/>
          </p:nvPr>
        </p:nvSpPr>
        <p:spPr/>
      </p:sp>
      <p:sp>
        <p:nvSpPr>
          <p:cNvPr id="72707" name="备注占位符 2">
            <a:extLst>
              <a:ext uri="{FF2B5EF4-FFF2-40B4-BE49-F238E27FC236}">
                <a16:creationId xmlns:a16="http://schemas.microsoft.com/office/drawing/2014/main" id="{3C9F10BD-3D75-8DE6-6E66-E7159C2DCD4B}"/>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708" name="日期占位符 3">
            <a:extLst>
              <a:ext uri="{FF2B5EF4-FFF2-40B4-BE49-F238E27FC236}">
                <a16:creationId xmlns:a16="http://schemas.microsoft.com/office/drawing/2014/main" id="{A7F19078-B6E1-31EE-98C5-564680264076}"/>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549B5371-DF8E-4E21-A7F2-C423A69DFED1}" type="datetime1">
              <a:rPr lang="zh-CN" altLang="en-US" smtClean="0"/>
              <a:pPr/>
              <a:t>2026/9/22</a:t>
            </a:fld>
            <a:endParaRPr lang="en-US" altLang="zh-CN" sz="1200"/>
          </a:p>
        </p:txBody>
      </p:sp>
      <p:sp>
        <p:nvSpPr>
          <p:cNvPr id="72709" name="灯片编号占位符 4">
            <a:extLst>
              <a:ext uri="{FF2B5EF4-FFF2-40B4-BE49-F238E27FC236}">
                <a16:creationId xmlns:a16="http://schemas.microsoft.com/office/drawing/2014/main" id="{FC8B619F-5F89-6DF1-C710-322886D2FD9C}"/>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16B50D20-4E7E-4620-AFC6-BD181ADB2743}" type="slidenum">
              <a:rPr lang="zh-CN" altLang="en-US"/>
              <a:pPr/>
              <a:t>34</a:t>
            </a:fld>
            <a:endParaRPr lang="en-US" altLang="zh-CN"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a:extLst>
              <a:ext uri="{FF2B5EF4-FFF2-40B4-BE49-F238E27FC236}">
                <a16:creationId xmlns:a16="http://schemas.microsoft.com/office/drawing/2014/main" id="{D433B88C-24C6-7BC8-7E0A-F27DDB41B391}"/>
              </a:ext>
            </a:extLst>
          </p:cNvPr>
          <p:cNvSpPr>
            <a:spLocks noGrp="1" noRot="1" noChangeAspect="1" noTextEdit="1"/>
          </p:cNvSpPr>
          <p:nvPr>
            <p:ph type="sldImg"/>
          </p:nvPr>
        </p:nvSpPr>
        <p:spPr/>
      </p:sp>
      <p:sp>
        <p:nvSpPr>
          <p:cNvPr id="73731" name="备注占位符 2">
            <a:extLst>
              <a:ext uri="{FF2B5EF4-FFF2-40B4-BE49-F238E27FC236}">
                <a16:creationId xmlns:a16="http://schemas.microsoft.com/office/drawing/2014/main" id="{A1499633-C403-C71B-D36F-91F765B8DC47}"/>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32" name="日期占位符 3">
            <a:extLst>
              <a:ext uri="{FF2B5EF4-FFF2-40B4-BE49-F238E27FC236}">
                <a16:creationId xmlns:a16="http://schemas.microsoft.com/office/drawing/2014/main" id="{3C4E8412-7B4E-0B34-1AB5-6231A39D030B}"/>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A8FB1A75-32FD-4F08-ABD0-95A66D0A72A1}" type="datetime1">
              <a:rPr lang="zh-CN" altLang="en-US" smtClean="0"/>
              <a:pPr/>
              <a:t>2026/9/22</a:t>
            </a:fld>
            <a:endParaRPr lang="en-US" altLang="zh-CN" sz="1200"/>
          </a:p>
        </p:txBody>
      </p:sp>
      <p:sp>
        <p:nvSpPr>
          <p:cNvPr id="73733" name="灯片编号占位符 4">
            <a:extLst>
              <a:ext uri="{FF2B5EF4-FFF2-40B4-BE49-F238E27FC236}">
                <a16:creationId xmlns:a16="http://schemas.microsoft.com/office/drawing/2014/main" id="{414FA888-A263-289E-5393-37E1B05171BC}"/>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3252EBE9-8030-4752-8986-1CE393940DDE}" type="slidenum">
              <a:rPr lang="zh-CN" altLang="en-US"/>
              <a:pPr/>
              <a:t>35</a:t>
            </a:fld>
            <a:endParaRPr lang="en-US" altLang="zh-CN"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955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30388" y="3886200"/>
            <a:ext cx="8537575"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4126134395"/>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00" y="1600200"/>
            <a:ext cx="1097915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33046557"/>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7962"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7962"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80963572"/>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41337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5375" y="1600200"/>
            <a:ext cx="541337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43847588"/>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956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956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6013" y="1535113"/>
            <a:ext cx="539273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6013" y="2174875"/>
            <a:ext cx="539273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11261367"/>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132057071"/>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0367327"/>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3200"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8850" y="273050"/>
            <a:ext cx="681990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3200"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621161241"/>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75" y="4800600"/>
            <a:ext cx="7319963"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775" y="612775"/>
            <a:ext cx="7319963"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sym typeface="Calibri" pitchFamily="34" charset="0"/>
            </a:endParaRPr>
          </a:p>
        </p:txBody>
      </p:sp>
      <p:sp>
        <p:nvSpPr>
          <p:cNvPr id="4" name="文本占位符 3"/>
          <p:cNvSpPr>
            <a:spLocks noGrp="1"/>
          </p:cNvSpPr>
          <p:nvPr>
            <p:ph type="body" sz="half" idx="2"/>
          </p:nvPr>
        </p:nvSpPr>
        <p:spPr>
          <a:xfrm>
            <a:off x="2390775" y="5367338"/>
            <a:ext cx="7319963"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955444203"/>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0"/>
            <a:ext cx="1097915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99705153"/>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274638"/>
            <a:ext cx="2744787"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81963"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68225127"/>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燕尾形 7">
            <a:extLst>
              <a:ext uri="{FF2B5EF4-FFF2-40B4-BE49-F238E27FC236}">
                <a16:creationId xmlns:a16="http://schemas.microsoft.com/office/drawing/2014/main" id="{5F9D25A8-4438-E52A-CEBE-A3A013B4F9D1}"/>
              </a:ext>
            </a:extLst>
          </p:cNvPr>
          <p:cNvSpPr>
            <a:spLocks noChangeArrowheads="1"/>
          </p:cNvSpPr>
          <p:nvPr userDrawn="1"/>
        </p:nvSpPr>
        <p:spPr bwMode="auto">
          <a:xfrm>
            <a:off x="1130300" y="0"/>
            <a:ext cx="7718425" cy="846138"/>
          </a:xfrm>
          <a:prstGeom prst="chevron">
            <a:avLst>
              <a:gd name="adj" fmla="val 24616"/>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defPPr>
              <a:defRPr lang="zh-CN"/>
            </a:defPPr>
            <a:lvl1pPr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a:defRPr/>
            </a:pPr>
            <a:endParaRPr lang="zh-CN" altLang="en-US" sz="3200" b="1" dirty="0">
              <a:solidFill>
                <a:schemeClr val="bg1"/>
              </a:solidFill>
              <a:latin typeface="微软雅黑" pitchFamily="34" charset="-122"/>
              <a:ea typeface="微软雅黑" pitchFamily="34" charset="-122"/>
            </a:endParaRPr>
          </a:p>
        </p:txBody>
      </p:sp>
      <p:pic>
        <p:nvPicPr>
          <p:cNvPr id="3" name="图片 2">
            <a:extLst>
              <a:ext uri="{FF2B5EF4-FFF2-40B4-BE49-F238E27FC236}">
                <a16:creationId xmlns:a16="http://schemas.microsoft.com/office/drawing/2014/main" id="{475ACADA-7A24-D445-7514-806D2DEE017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67520" y="101786"/>
            <a:ext cx="1014366" cy="642566"/>
          </a:xfrm>
          <a:prstGeom prst="rect">
            <a:avLst/>
          </a:prstGeom>
          <a:ln>
            <a:noFill/>
          </a:ln>
          <a:effectLst>
            <a:softEdge rad="112500"/>
          </a:effectLst>
        </p:spPr>
      </p:pic>
      <p:sp>
        <p:nvSpPr>
          <p:cNvPr id="4" name="矩形 3">
            <a:extLst>
              <a:ext uri="{FF2B5EF4-FFF2-40B4-BE49-F238E27FC236}">
                <a16:creationId xmlns:a16="http://schemas.microsoft.com/office/drawing/2014/main" id="{D7DA623C-AB9C-6DD4-06BA-C4E1C39FDAE6}"/>
              </a:ext>
            </a:extLst>
          </p:cNvPr>
          <p:cNvSpPr/>
          <p:nvPr userDrawn="1"/>
        </p:nvSpPr>
        <p:spPr>
          <a:xfrm>
            <a:off x="8848725" y="0"/>
            <a:ext cx="2484000" cy="707886"/>
          </a:xfrm>
          <a:prstGeom prst="rect">
            <a:avLst/>
          </a:prstGeom>
          <a:noFill/>
        </p:spPr>
        <p:txBody>
          <a:bodyPr>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buFont typeface="Arial" charset="0"/>
              <a:buNone/>
              <a:defRPr/>
            </a:pPr>
            <a:r>
              <a:rPr lang="zh-CN" altLang="en-US" sz="40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隶书" panose="02010509060101010101" pitchFamily="49" charset="-122"/>
                <a:ea typeface="隶书" panose="02010509060101010101" pitchFamily="49" charset="-122"/>
              </a:rPr>
              <a:t>数据库</a:t>
            </a:r>
          </a:p>
        </p:txBody>
      </p:sp>
    </p:spTree>
    <p:extLst>
      <p:ext uri="{BB962C8B-B14F-4D97-AF65-F5344CB8AC3E}">
        <p14:creationId xmlns:p14="http://schemas.microsoft.com/office/powerpoint/2010/main" val="824046052"/>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
        <p:nvSpPr>
          <p:cNvPr id="3" name="SmartArt 占位符 2"/>
          <p:cNvSpPr>
            <a:spLocks noGrp="1"/>
          </p:cNvSpPr>
          <p:nvPr>
            <p:ph type="dgm" idx="1"/>
          </p:nvPr>
        </p:nvSpPr>
        <p:spPr>
          <a:xfrm>
            <a:off x="609600" y="1600200"/>
            <a:ext cx="10979150" cy="4525963"/>
          </a:xfrm>
          <a:prstGeom prst="rect">
            <a:avLst/>
          </a:prstGeom>
        </p:spPr>
        <p:txBody>
          <a:bodyPr/>
          <a:lstStyle/>
          <a:p>
            <a:pPr lvl="0"/>
            <a:endParaRPr lang="zh-CN" altLang="en-US" noProof="0">
              <a:sym typeface="Calibri" pitchFamily="34" charset="0"/>
            </a:endParaRPr>
          </a:p>
        </p:txBody>
      </p:sp>
    </p:spTree>
    <p:extLst>
      <p:ext uri="{BB962C8B-B14F-4D97-AF65-F5344CB8AC3E}">
        <p14:creationId xmlns:p14="http://schemas.microsoft.com/office/powerpoint/2010/main" val="3892717089"/>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gradFill rotWithShape="1">
          <a:gsLst>
            <a:gs pos="0">
              <a:srgbClr val="FAFAFA"/>
            </a:gs>
            <a:gs pos="50000">
              <a:srgbClr val="FBFBFB"/>
            </a:gs>
            <a:gs pos="100000">
              <a:srgbClr val="FCFCFC"/>
            </a:gs>
          </a:gsLst>
          <a:lin ang="5400000" scaled="1"/>
        </a:gradFill>
        <a:effectLst/>
      </p:bgPr>
    </p:bg>
    <p:spTree>
      <p:nvGrpSpPr>
        <p:cNvPr id="1" name=""/>
        <p:cNvGrpSpPr/>
        <p:nvPr/>
      </p:nvGrpSpPr>
      <p:grpSpPr>
        <a:xfrm>
          <a:off x="0" y="0"/>
          <a:ext cx="0" cy="0"/>
          <a:chOff x="0" y="0"/>
          <a:chExt cx="0" cy="0"/>
        </a:xfrm>
      </p:grpSpPr>
      <p:sp>
        <p:nvSpPr>
          <p:cNvPr id="1026" name="矩形 2">
            <a:extLst>
              <a:ext uri="{FF2B5EF4-FFF2-40B4-BE49-F238E27FC236}">
                <a16:creationId xmlns:a16="http://schemas.microsoft.com/office/drawing/2014/main" id="{B7DAD08B-3ADD-60B4-B7E3-2EDBB58ED544}"/>
              </a:ext>
            </a:extLst>
          </p:cNvPr>
          <p:cNvSpPr>
            <a:spLocks noChangeArrowheads="1"/>
          </p:cNvSpPr>
          <p:nvPr/>
        </p:nvSpPr>
        <p:spPr bwMode="auto">
          <a:xfrm>
            <a:off x="0" y="854075"/>
            <a:ext cx="12198350" cy="115888"/>
          </a:xfrm>
          <a:prstGeom prst="rect">
            <a:avLst/>
          </a:prstGeom>
          <a:solidFill>
            <a:srgbClr val="A5A5A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gn="ctr">
              <a:buFont typeface="Arial" charset="0"/>
              <a:buNone/>
              <a:defRPr/>
            </a:pPr>
            <a:endParaRPr lang="zh-CN" altLang="en-US">
              <a:solidFill>
                <a:srgbClr val="FFFFFF"/>
              </a:solidFill>
              <a:latin typeface="宋体" pitchFamily="2" charset="-122"/>
              <a:sym typeface="宋体" pitchFamily="2" charset="-122"/>
            </a:endParaRPr>
          </a:p>
        </p:txBody>
      </p:sp>
      <p:sp>
        <p:nvSpPr>
          <p:cNvPr id="1027" name="椭圆 14">
            <a:extLst>
              <a:ext uri="{FF2B5EF4-FFF2-40B4-BE49-F238E27FC236}">
                <a16:creationId xmlns:a16="http://schemas.microsoft.com/office/drawing/2014/main" id="{5FC281D2-4AED-F0CB-259F-453C4063FF65}"/>
              </a:ext>
            </a:extLst>
          </p:cNvPr>
          <p:cNvSpPr>
            <a:spLocks noChangeArrowheads="1"/>
          </p:cNvSpPr>
          <p:nvPr/>
        </p:nvSpPr>
        <p:spPr bwMode="auto">
          <a:xfrm>
            <a:off x="804863" y="866775"/>
            <a:ext cx="85725" cy="87313"/>
          </a:xfrm>
          <a:prstGeom prst="ellipse">
            <a:avLst/>
          </a:prstGeom>
          <a:solidFill>
            <a:srgbClr val="F6F6F6"/>
          </a:solidFill>
          <a:ln>
            <a:noFill/>
          </a:ln>
          <a:extLst>
            <a:ext uri="{91240B29-F687-4F45-9708-019B960494DF}">
              <a14:hiddenLine xmlns:a14="http://schemas.microsoft.com/office/drawing/2010/main" w="9525">
                <a:solidFill>
                  <a:srgbClr val="000000"/>
                </a:solidFill>
                <a:bevel/>
                <a:headEnd/>
                <a:tailEnd/>
              </a14:hiddenLine>
            </a:ext>
          </a:extLst>
        </p:spPr>
        <p:txBody>
          <a:bodyPr anchor="ct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gn="ctr">
              <a:buFont typeface="Arial" charset="0"/>
              <a:buNone/>
              <a:defRPr/>
            </a:pPr>
            <a:endParaRPr lang="zh-CN" altLang="en-US">
              <a:solidFill>
                <a:srgbClr val="FFFFFF"/>
              </a:solidFill>
              <a:latin typeface="宋体" pitchFamily="2" charset="-122"/>
              <a:sym typeface="宋体" pitchFamily="2" charset="-122"/>
            </a:endParaRPr>
          </a:p>
        </p:txBody>
      </p:sp>
      <p:sp>
        <p:nvSpPr>
          <p:cNvPr id="1028" name="椭圆 14">
            <a:extLst>
              <a:ext uri="{FF2B5EF4-FFF2-40B4-BE49-F238E27FC236}">
                <a16:creationId xmlns:a16="http://schemas.microsoft.com/office/drawing/2014/main" id="{244FA8E5-32D1-6067-6C03-08C7BDCD70E0}"/>
              </a:ext>
            </a:extLst>
          </p:cNvPr>
          <p:cNvSpPr>
            <a:spLocks noChangeAspect="1" noChangeArrowheads="1"/>
          </p:cNvSpPr>
          <p:nvPr/>
        </p:nvSpPr>
        <p:spPr bwMode="auto">
          <a:xfrm>
            <a:off x="565150" y="188913"/>
            <a:ext cx="563563" cy="719137"/>
          </a:xfrm>
          <a:custGeom>
            <a:avLst/>
            <a:gdLst>
              <a:gd name="T0" fmla="*/ 10 w 683568"/>
              <a:gd name="T1" fmla="*/ 0 h 864094"/>
              <a:gd name="T2" fmla="*/ 21 w 683568"/>
              <a:gd name="T3" fmla="*/ 17 h 864094"/>
              <a:gd name="T4" fmla="*/ 17 w 683568"/>
              <a:gd name="T5" fmla="*/ 29 h 864094"/>
              <a:gd name="T6" fmla="*/ 10 w 683568"/>
              <a:gd name="T7" fmla="*/ 43 h 864094"/>
              <a:gd name="T8" fmla="*/ 3 w 683568"/>
              <a:gd name="T9" fmla="*/ 29 h 864094"/>
              <a:gd name="T10" fmla="*/ 2 w 683568"/>
              <a:gd name="T11" fmla="*/ 27 h 864094"/>
              <a:gd name="T12" fmla="*/ 2 w 683568"/>
              <a:gd name="T13" fmla="*/ 27 h 864094"/>
              <a:gd name="T14" fmla="*/ 2 w 683568"/>
              <a:gd name="T15" fmla="*/ 27 h 864094"/>
              <a:gd name="T16" fmla="*/ 0 w 683568"/>
              <a:gd name="T17" fmla="*/ 17 h 864094"/>
              <a:gd name="T18" fmla="*/ 10 w 683568"/>
              <a:gd name="T19" fmla="*/ 0 h 8640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83568"/>
              <a:gd name="T31" fmla="*/ 0 h 864094"/>
              <a:gd name="T32" fmla="*/ 683568 w 683568"/>
              <a:gd name="T33" fmla="*/ 864094 h 86409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83568" h="864094">
                <a:moveTo>
                  <a:pt x="341784" y="0"/>
                </a:moveTo>
                <a:cubicBezTo>
                  <a:pt x="530546" y="0"/>
                  <a:pt x="683568" y="153022"/>
                  <a:pt x="683568" y="341784"/>
                </a:cubicBezTo>
                <a:cubicBezTo>
                  <a:pt x="683568" y="439085"/>
                  <a:pt x="642909" y="526890"/>
                  <a:pt x="577183" y="588642"/>
                </a:cubicBezTo>
                <a:lnTo>
                  <a:pt x="341597" y="864094"/>
                </a:lnTo>
                <a:lnTo>
                  <a:pt x="105111" y="587591"/>
                </a:lnTo>
                <a:cubicBezTo>
                  <a:pt x="87976" y="571864"/>
                  <a:pt x="72869" y="554041"/>
                  <a:pt x="59857" y="534679"/>
                </a:cubicBezTo>
                <a:lnTo>
                  <a:pt x="59306" y="534035"/>
                </a:lnTo>
                <a:lnTo>
                  <a:pt x="59325" y="534035"/>
                </a:lnTo>
                <a:cubicBezTo>
                  <a:pt x="21845" y="479324"/>
                  <a:pt x="0" y="413105"/>
                  <a:pt x="0" y="341784"/>
                </a:cubicBezTo>
                <a:cubicBezTo>
                  <a:pt x="0" y="153022"/>
                  <a:pt x="153022" y="0"/>
                  <a:pt x="341784" y="0"/>
                </a:cubicBezTo>
                <a:close/>
              </a:path>
            </a:pathLst>
          </a:cu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1029" name="Text Box 7">
            <a:extLst>
              <a:ext uri="{FF2B5EF4-FFF2-40B4-BE49-F238E27FC236}">
                <a16:creationId xmlns:a16="http://schemas.microsoft.com/office/drawing/2014/main" id="{F6DDF0ED-F9B5-A7C0-644C-62F8A8C0E38C}"/>
              </a:ext>
            </a:extLst>
          </p:cNvPr>
          <p:cNvSpPr>
            <a:spLocks noChangeArrowheads="1"/>
          </p:cNvSpPr>
          <p:nvPr/>
        </p:nvSpPr>
        <p:spPr bwMode="auto">
          <a:xfrm>
            <a:off x="644525" y="288925"/>
            <a:ext cx="692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2E75754F-E7F2-4779-A4E5-95D1A0EFFFE7}" type="slidenum">
              <a:rPr lang="zh-CN" altLang="en-US">
                <a:solidFill>
                  <a:schemeClr val="bg1"/>
                </a:solidFill>
                <a:sym typeface="Calibri" panose="020F0502020204030204" pitchFamily="34" charset="0"/>
              </a:rPr>
              <a:pPr/>
              <a:t>‹#›</a:t>
            </a:fld>
            <a:endParaRPr lang="en-US" altLang="zh-CN">
              <a:solidFill>
                <a:schemeClr val="bg1"/>
              </a:solidFill>
              <a:sym typeface="Calibri" panose="020F0502020204030204" pitchFamily="34" charset="0"/>
            </a:endParaRPr>
          </a:p>
        </p:txBody>
      </p:sp>
      <p:sp>
        <p:nvSpPr>
          <p:cNvPr id="1030" name="燕尾形 1">
            <a:extLst>
              <a:ext uri="{FF2B5EF4-FFF2-40B4-BE49-F238E27FC236}">
                <a16:creationId xmlns:a16="http://schemas.microsoft.com/office/drawing/2014/main" id="{620C4C35-9223-6E62-0720-F62AC6C4CCF9}"/>
              </a:ext>
            </a:extLst>
          </p:cNvPr>
          <p:cNvSpPr>
            <a:spLocks noChangeArrowheads="1"/>
          </p:cNvSpPr>
          <p:nvPr/>
        </p:nvSpPr>
        <p:spPr bwMode="auto">
          <a:xfrm>
            <a:off x="11779250" y="692150"/>
            <a:ext cx="215900" cy="431800"/>
          </a:xfrm>
          <a:prstGeom prst="chevron">
            <a:avLst>
              <a:gd name="adj" fmla="val 50000"/>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gn="ctr">
              <a:buFont typeface="Arial" charset="0"/>
              <a:buNone/>
              <a:defRPr/>
            </a:pPr>
            <a:endParaRPr lang="zh-CN" altLang="en-US">
              <a:solidFill>
                <a:srgbClr val="FFFFFF"/>
              </a:solidFill>
              <a:latin typeface="宋体" pitchFamily="2" charset="-122"/>
              <a:sym typeface="宋体" pitchFamily="2" charset="-122"/>
            </a:endParaRPr>
          </a:p>
        </p:txBody>
      </p:sp>
      <p:sp>
        <p:nvSpPr>
          <p:cNvPr id="1031" name="燕尾形 9">
            <a:extLst>
              <a:ext uri="{FF2B5EF4-FFF2-40B4-BE49-F238E27FC236}">
                <a16:creationId xmlns:a16="http://schemas.microsoft.com/office/drawing/2014/main" id="{C3A84E51-3F10-63ED-3C2D-35FB2764BA74}"/>
              </a:ext>
            </a:extLst>
          </p:cNvPr>
          <p:cNvSpPr>
            <a:spLocks noChangeArrowheads="1"/>
          </p:cNvSpPr>
          <p:nvPr/>
        </p:nvSpPr>
        <p:spPr bwMode="auto">
          <a:xfrm>
            <a:off x="11931650" y="692150"/>
            <a:ext cx="215900" cy="431800"/>
          </a:xfrm>
          <a:prstGeom prst="chevron">
            <a:avLst>
              <a:gd name="adj" fmla="val 50000"/>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gn="ctr">
              <a:buFont typeface="Arial" charset="0"/>
              <a:buNone/>
              <a:defRPr/>
            </a:pPr>
            <a:endParaRPr lang="zh-CN" altLang="en-US">
              <a:solidFill>
                <a:srgbClr val="FFFFFF"/>
              </a:solidFill>
              <a:latin typeface="宋体" pitchFamily="2" charset="-122"/>
              <a:sym typeface="宋体" pitchFamily="2" charset="-122"/>
            </a:endParaRPr>
          </a:p>
        </p:txBody>
      </p:sp>
    </p:spTree>
  </p:cSld>
  <p:clrMap bg1="lt1" tx1="dk1" bg2="lt2" tx2="dk2" accent1="accent1" accent2="accent2" accent3="accent3" accent4="accent4" accent5="accent5" accent6="accent6" hlink="hlink" folHlink="folHlink"/>
  <p:sldLayoutIdLst>
    <p:sldLayoutId id="2147484335" r:id="rId1"/>
    <p:sldLayoutId id="2147484336" r:id="rId2"/>
    <p:sldLayoutId id="2147484337" r:id="rId3"/>
    <p:sldLayoutId id="2147484338" r:id="rId4"/>
    <p:sldLayoutId id="2147484339" r:id="rId5"/>
    <p:sldLayoutId id="2147484340" r:id="rId6"/>
    <p:sldLayoutId id="2147484341" r:id="rId7"/>
    <p:sldLayoutId id="2147484342" r:id="rId8"/>
    <p:sldLayoutId id="2147484343" r:id="rId9"/>
    <p:sldLayoutId id="2147484344" r:id="rId10"/>
    <p:sldLayoutId id="2147484345" r:id="rId11"/>
    <p:sldLayoutId id="2147484347" r:id="rId12"/>
    <p:sldLayoutId id="2147484346" r:id="rId13"/>
  </p:sldLayoutIdLst>
  <p:transition spd="slow"/>
  <p:txStyles>
    <p:titleStyle>
      <a:lvl1pPr marL="914400" indent="-914400" algn="ctr" defTabSz="0" rtl="0" eaLnBrk="0" fontAlgn="base" hangingPunct="0">
        <a:spcBef>
          <a:spcPct val="0"/>
        </a:spcBef>
        <a:spcAft>
          <a:spcPct val="0"/>
        </a:spcAft>
        <a:defRPr sz="4400">
          <a:solidFill>
            <a:schemeClr val="tx1"/>
          </a:solidFill>
          <a:latin typeface="+mj-lt"/>
          <a:ea typeface="+mj-ea"/>
          <a:cs typeface="+mj-cs"/>
          <a:sym typeface="Calibri" panose="020F0502020204030204" pitchFamily="34" charset="0"/>
        </a:defRPr>
      </a:lvl1pPr>
      <a:lvl2pPr marL="914400" indent="-914400" algn="ctr" defTabSz="0" rtl="0" eaLnBrk="0" fontAlgn="base" hangingPunct="0">
        <a:spcBef>
          <a:spcPct val="0"/>
        </a:spcBef>
        <a:spcAft>
          <a:spcPct val="0"/>
        </a:spcAft>
        <a:defRPr sz="4400">
          <a:solidFill>
            <a:schemeClr val="tx1"/>
          </a:solidFill>
          <a:latin typeface="Franklin Gothic Medium" pitchFamily="34" charset="0"/>
          <a:ea typeface="微软雅黑" pitchFamily="34" charset="-122"/>
          <a:sym typeface="Calibri" panose="020F0502020204030204" pitchFamily="34" charset="0"/>
        </a:defRPr>
      </a:lvl2pPr>
      <a:lvl3pPr marL="914400" indent="-914400" algn="ctr" defTabSz="0" rtl="0" eaLnBrk="0" fontAlgn="base" hangingPunct="0">
        <a:spcBef>
          <a:spcPct val="0"/>
        </a:spcBef>
        <a:spcAft>
          <a:spcPct val="0"/>
        </a:spcAft>
        <a:defRPr sz="4400">
          <a:solidFill>
            <a:schemeClr val="tx1"/>
          </a:solidFill>
          <a:latin typeface="Franklin Gothic Medium" pitchFamily="34" charset="0"/>
          <a:ea typeface="微软雅黑" pitchFamily="34" charset="-122"/>
          <a:sym typeface="Calibri" panose="020F0502020204030204" pitchFamily="34" charset="0"/>
        </a:defRPr>
      </a:lvl3pPr>
      <a:lvl4pPr marL="914400" indent="-914400" algn="ctr" defTabSz="0" rtl="0" eaLnBrk="0" fontAlgn="base" hangingPunct="0">
        <a:spcBef>
          <a:spcPct val="0"/>
        </a:spcBef>
        <a:spcAft>
          <a:spcPct val="0"/>
        </a:spcAft>
        <a:defRPr sz="4400">
          <a:solidFill>
            <a:schemeClr val="tx1"/>
          </a:solidFill>
          <a:latin typeface="Franklin Gothic Medium" pitchFamily="34" charset="0"/>
          <a:ea typeface="微软雅黑" pitchFamily="34" charset="-122"/>
          <a:sym typeface="Calibri" panose="020F0502020204030204" pitchFamily="34" charset="0"/>
        </a:defRPr>
      </a:lvl4pPr>
      <a:lvl5pPr marL="914400" indent="-914400" algn="ctr" defTabSz="0" rtl="0" eaLnBrk="0" fontAlgn="base" hangingPunct="0">
        <a:spcBef>
          <a:spcPct val="0"/>
        </a:spcBef>
        <a:spcAft>
          <a:spcPct val="0"/>
        </a:spcAft>
        <a:defRPr sz="4400">
          <a:solidFill>
            <a:schemeClr val="tx1"/>
          </a:solidFill>
          <a:latin typeface="Franklin Gothic Medium" pitchFamily="34" charset="0"/>
          <a:ea typeface="微软雅黑" pitchFamily="34" charset="-122"/>
          <a:sym typeface="Calibri" panose="020F0502020204030204" pitchFamily="34" charset="0"/>
        </a:defRPr>
      </a:lvl5pPr>
      <a:lvl6pPr marL="1371600" indent="-914400" algn="ctr" defTabSz="0"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6pPr>
      <a:lvl7pPr marL="1828800" indent="-914400" algn="ctr" defTabSz="0"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7pPr>
      <a:lvl8pPr marL="2286000" indent="-914400" algn="ctr" defTabSz="0"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8pPr>
      <a:lvl9pPr marL="2743200" indent="-914400" algn="ctr" defTabSz="0"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9pPr>
    </p:titleStyle>
    <p:body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Calibri" panose="020F050202020403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Calibri" panose="020F050202020403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3.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4.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fengmian">
            <a:extLst>
              <a:ext uri="{FF2B5EF4-FFF2-40B4-BE49-F238E27FC236}">
                <a16:creationId xmlns:a16="http://schemas.microsoft.com/office/drawing/2014/main" id="{A5CC0C9B-5CC7-8E6D-1D27-7F1DF15883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 y="0"/>
            <a:ext cx="12230100" cy="687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Box 5">
            <a:extLst>
              <a:ext uri="{FF2B5EF4-FFF2-40B4-BE49-F238E27FC236}">
                <a16:creationId xmlns:a16="http://schemas.microsoft.com/office/drawing/2014/main" id="{C1658864-A0EA-2CAA-7922-3766C28A1860}"/>
              </a:ext>
            </a:extLst>
          </p:cNvPr>
          <p:cNvSpPr>
            <a:spLocks noChangeArrowheads="1"/>
          </p:cNvSpPr>
          <p:nvPr/>
        </p:nvSpPr>
        <p:spPr bwMode="auto">
          <a:xfrm>
            <a:off x="1471613" y="4076700"/>
            <a:ext cx="7920037"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120000"/>
              </a:lnSpc>
            </a:pPr>
            <a:r>
              <a:rPr lang="zh-CN" altLang="en-US" sz="3200" b="1">
                <a:solidFill>
                  <a:srgbClr val="002060"/>
                </a:solidFill>
                <a:latin typeface="宋体" panose="02010600030101010101" pitchFamily="2" charset="-122"/>
                <a:cs typeface="Aharoni" panose="02010803020104030203" pitchFamily="2" charset="-79"/>
              </a:rPr>
              <a:t>数据库虚拟教研室 制作</a:t>
            </a:r>
            <a:endParaRPr lang="zh-CN" altLang="zh-CN" sz="3200" b="1">
              <a:solidFill>
                <a:srgbClr val="002060"/>
              </a:solidFill>
              <a:latin typeface="宋体" panose="02010600030101010101" pitchFamily="2" charset="-122"/>
              <a:cs typeface="Aharoni" panose="02010803020104030203" pitchFamily="2" charset="-79"/>
            </a:endParaRPr>
          </a:p>
        </p:txBody>
      </p:sp>
      <p:sp>
        <p:nvSpPr>
          <p:cNvPr id="11" name="矩形 10">
            <a:extLst>
              <a:ext uri="{FF2B5EF4-FFF2-40B4-BE49-F238E27FC236}">
                <a16:creationId xmlns:a16="http://schemas.microsoft.com/office/drawing/2014/main" id="{732B29C5-50AD-5E99-3864-F4A3870C48A2}"/>
              </a:ext>
            </a:extLst>
          </p:cNvPr>
          <p:cNvSpPr/>
          <p:nvPr/>
        </p:nvSpPr>
        <p:spPr>
          <a:xfrm>
            <a:off x="1130830" y="46256"/>
            <a:ext cx="2484000" cy="707886"/>
          </a:xfrm>
          <a:prstGeom prst="rect">
            <a:avLst/>
          </a:prstGeom>
          <a:noFill/>
        </p:spPr>
        <p:txBody>
          <a:bodyPr>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buFont typeface="Arial" charset="0"/>
              <a:buNone/>
              <a:defRPr/>
            </a:pPr>
            <a:r>
              <a:rPr lang="zh-CN" altLang="en-US" sz="40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隶书" panose="02010509060101010101" pitchFamily="49" charset="-122"/>
                <a:ea typeface="隶书" panose="02010509060101010101" pitchFamily="49" charset="-122"/>
              </a:rPr>
              <a:t>数据库</a:t>
            </a:r>
          </a:p>
        </p:txBody>
      </p:sp>
      <p:pic>
        <p:nvPicPr>
          <p:cNvPr id="12" name="图片 11">
            <a:extLst>
              <a:ext uri="{FF2B5EF4-FFF2-40B4-BE49-F238E27FC236}">
                <a16:creationId xmlns:a16="http://schemas.microsoft.com/office/drawing/2014/main" id="{4B6746E7-15F9-0DDE-6EE2-0AADF542E79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492" y="46256"/>
            <a:ext cx="1356121" cy="859057"/>
          </a:xfrm>
          <a:prstGeom prst="rect">
            <a:avLst/>
          </a:prstGeom>
          <a:ln>
            <a:noFill/>
          </a:ln>
          <a:effectLst>
            <a:softEdge rad="112500"/>
          </a:effectLst>
        </p:spPr>
      </p:pic>
      <p:sp>
        <p:nvSpPr>
          <p:cNvPr id="3078" name="TextBox 5">
            <a:extLst>
              <a:ext uri="{FF2B5EF4-FFF2-40B4-BE49-F238E27FC236}">
                <a16:creationId xmlns:a16="http://schemas.microsoft.com/office/drawing/2014/main" id="{2A90E3C6-C773-DFD4-554E-80D8B627704F}"/>
              </a:ext>
            </a:extLst>
          </p:cNvPr>
          <p:cNvSpPr>
            <a:spLocks noChangeArrowheads="1"/>
          </p:cNvSpPr>
          <p:nvPr/>
        </p:nvSpPr>
        <p:spPr bwMode="auto">
          <a:xfrm>
            <a:off x="1822450" y="1860550"/>
            <a:ext cx="7218363"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20000"/>
              </a:lnSpc>
            </a:pPr>
            <a:r>
              <a:rPr lang="en-US" altLang="zh-CN" sz="5400" b="1">
                <a:solidFill>
                  <a:srgbClr val="002060"/>
                </a:solidFill>
                <a:latin typeface="宋体" panose="02010600030101010101" pitchFamily="2" charset="-122"/>
                <a:cs typeface="Aharoni" panose="02010803020104030203" pitchFamily="2" charset="-79"/>
              </a:rPr>
              <a:t>《</a:t>
            </a:r>
            <a:r>
              <a:rPr lang="zh-CN" altLang="en-US" sz="5400" b="1">
                <a:solidFill>
                  <a:srgbClr val="002060"/>
                </a:solidFill>
                <a:latin typeface="华文行楷" panose="02010800040101010101" pitchFamily="2" charset="-122"/>
                <a:ea typeface="华文行楷" panose="02010800040101010101" pitchFamily="2" charset="-122"/>
                <a:cs typeface="Aharoni" panose="02010803020104030203" pitchFamily="2" charset="-79"/>
              </a:rPr>
              <a:t>数据库原理及应用</a:t>
            </a:r>
            <a:r>
              <a:rPr lang="en-US" altLang="zh-CN" sz="5400" b="1">
                <a:solidFill>
                  <a:srgbClr val="002060"/>
                </a:solidFill>
                <a:latin typeface="宋体" panose="02010600030101010101" pitchFamily="2" charset="-122"/>
                <a:cs typeface="Aharoni" panose="02010803020104030203" pitchFamily="2" charset="-79"/>
              </a:rPr>
              <a:t>》</a:t>
            </a:r>
            <a:endParaRPr lang="zh-CN" altLang="zh-CN" sz="5400" b="1">
              <a:solidFill>
                <a:srgbClr val="002060"/>
              </a:solidFill>
              <a:latin typeface="宋体" panose="02010600030101010101" pitchFamily="2" charset="-122"/>
              <a:cs typeface="Aharoni" panose="02010803020104030203" pitchFamily="2" charset="-79"/>
            </a:endParaRPr>
          </a:p>
        </p:txBody>
      </p:sp>
    </p:spTree>
  </p:cSld>
  <p:clrMapOvr>
    <a:masterClrMapping/>
  </p:clrMapOvr>
  <p:transition spd="slow">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6">
            <a:extLst>
              <a:ext uri="{FF2B5EF4-FFF2-40B4-BE49-F238E27FC236}">
                <a16:creationId xmlns:a16="http://schemas.microsoft.com/office/drawing/2014/main" id="{ADE3F23D-C597-09CE-6D34-A22449F60AD3}"/>
              </a:ext>
            </a:extLst>
          </p:cNvPr>
          <p:cNvSpPr>
            <a:spLocks noChangeArrowheads="1"/>
          </p:cNvSpPr>
          <p:nvPr/>
        </p:nvSpPr>
        <p:spPr bwMode="auto">
          <a:xfrm>
            <a:off x="-11113" y="1588"/>
            <a:ext cx="3003551" cy="6862762"/>
          </a:xfrm>
          <a:prstGeom prst="rect">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a:latin typeface="Calibri" panose="020F0502020204030204" pitchFamily="34" charset="0"/>
              <a:sym typeface="Calibri" panose="020F0502020204030204" pitchFamily="34" charset="0"/>
            </a:endParaRPr>
          </a:p>
        </p:txBody>
      </p:sp>
      <p:sp>
        <p:nvSpPr>
          <p:cNvPr id="4099" name="文本框 52">
            <a:extLst>
              <a:ext uri="{FF2B5EF4-FFF2-40B4-BE49-F238E27FC236}">
                <a16:creationId xmlns:a16="http://schemas.microsoft.com/office/drawing/2014/main" id="{A5BC47F6-8787-4537-D472-9591DEA50EC2}"/>
              </a:ext>
            </a:extLst>
          </p:cNvPr>
          <p:cNvSpPr>
            <a:spLocks noChangeArrowheads="1"/>
          </p:cNvSpPr>
          <p:nvPr/>
        </p:nvSpPr>
        <p:spPr bwMode="auto">
          <a:xfrm>
            <a:off x="301625" y="1408113"/>
            <a:ext cx="2376488" cy="378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buFont typeface="Arial" charset="0"/>
              <a:buNone/>
              <a:defRPr/>
            </a:pPr>
            <a:r>
              <a:rPr lang="zh-CN" altLang="en-US" sz="4000" b="1" dirty="0">
                <a:solidFill>
                  <a:schemeClr val="bg1"/>
                </a:solidFill>
                <a:latin typeface="+mn-ea"/>
                <a:ea typeface="+mn-ea"/>
              </a:rPr>
              <a:t>目</a:t>
            </a:r>
            <a:endParaRPr lang="en-US" altLang="zh-CN" sz="4000" b="1" dirty="0">
              <a:solidFill>
                <a:schemeClr val="bg1"/>
              </a:solidFill>
              <a:latin typeface="+mn-ea"/>
              <a:ea typeface="+mn-ea"/>
            </a:endParaRPr>
          </a:p>
          <a:p>
            <a:pPr algn="ctr">
              <a:buFont typeface="Arial" charset="0"/>
              <a:buNone/>
              <a:defRPr/>
            </a:pPr>
            <a:endParaRPr lang="en-US" altLang="zh-CN" sz="4000" b="1" dirty="0">
              <a:solidFill>
                <a:schemeClr val="bg1"/>
              </a:solidFill>
              <a:latin typeface="宋体" pitchFamily="2" charset="-122"/>
            </a:endParaRPr>
          </a:p>
          <a:p>
            <a:pPr algn="ctr">
              <a:buFont typeface="Arial" charset="0"/>
              <a:buNone/>
              <a:defRPr/>
            </a:pPr>
            <a:endParaRPr lang="en-US" altLang="zh-CN" sz="4000" b="1" dirty="0">
              <a:solidFill>
                <a:schemeClr val="bg1"/>
              </a:solidFill>
              <a:latin typeface="宋体" pitchFamily="2" charset="-122"/>
            </a:endParaRPr>
          </a:p>
          <a:p>
            <a:pPr algn="ctr">
              <a:buFont typeface="Arial" charset="0"/>
              <a:buNone/>
              <a:defRPr/>
            </a:pPr>
            <a:endParaRPr lang="en-US" altLang="zh-CN" sz="4000" b="1" dirty="0">
              <a:solidFill>
                <a:schemeClr val="bg1"/>
              </a:solidFill>
              <a:latin typeface="宋体" pitchFamily="2" charset="-122"/>
            </a:endParaRPr>
          </a:p>
          <a:p>
            <a:pPr algn="ctr">
              <a:buFont typeface="Arial" charset="0"/>
              <a:buNone/>
              <a:defRPr/>
            </a:pPr>
            <a:endParaRPr lang="en-US" altLang="zh-CN" sz="4000" b="1" dirty="0">
              <a:solidFill>
                <a:schemeClr val="bg1"/>
              </a:solidFill>
              <a:latin typeface="宋体" pitchFamily="2" charset="-122"/>
            </a:endParaRPr>
          </a:p>
          <a:p>
            <a:pPr algn="ctr">
              <a:buFont typeface="Arial" charset="0"/>
              <a:buNone/>
              <a:defRPr/>
            </a:pPr>
            <a:r>
              <a:rPr lang="zh-CN" altLang="en-US" sz="4000" b="1" dirty="0">
                <a:solidFill>
                  <a:schemeClr val="bg1"/>
                </a:solidFill>
                <a:latin typeface="+mn-ea"/>
                <a:ea typeface="+mn-ea"/>
              </a:rPr>
              <a:t>录</a:t>
            </a:r>
          </a:p>
        </p:txBody>
      </p:sp>
      <p:sp>
        <p:nvSpPr>
          <p:cNvPr id="4100" name="TextBox 10">
            <a:extLst>
              <a:ext uri="{FF2B5EF4-FFF2-40B4-BE49-F238E27FC236}">
                <a16:creationId xmlns:a16="http://schemas.microsoft.com/office/drawing/2014/main" id="{27F8C167-EA93-B6E8-6705-BEEE68E923E9}"/>
              </a:ext>
            </a:extLst>
          </p:cNvPr>
          <p:cNvSpPr>
            <a:spLocks noChangeArrowheads="1"/>
          </p:cNvSpPr>
          <p:nvPr/>
        </p:nvSpPr>
        <p:spPr bwMode="auto">
          <a:xfrm>
            <a:off x="3625850" y="1889125"/>
            <a:ext cx="6696075"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lnSpc>
                <a:spcPct val="200000"/>
              </a:lnSpc>
              <a:buFont typeface="Arial" charset="0"/>
              <a:buNone/>
              <a:defRPr/>
            </a:pPr>
            <a:r>
              <a:rPr lang="zh-CN" altLang="en-US" sz="3600" b="1" dirty="0">
                <a:solidFill>
                  <a:srgbClr val="CD1F06"/>
                </a:solidFill>
                <a:latin typeface="宋体" pitchFamily="2" charset="-122"/>
                <a:sym typeface="Impact" pitchFamily="34" charset="0"/>
              </a:rPr>
              <a:t>0</a:t>
            </a:r>
            <a:r>
              <a:rPr lang="en-US" altLang="zh-CN" sz="3600" b="1" dirty="0">
                <a:solidFill>
                  <a:srgbClr val="CD1F06"/>
                </a:solidFill>
                <a:latin typeface="宋体" pitchFamily="2" charset="-122"/>
                <a:sym typeface="Impact" pitchFamily="34" charset="0"/>
              </a:rPr>
              <a:t>1 </a:t>
            </a:r>
            <a:r>
              <a:rPr lang="zh-CN" altLang="en-US" sz="3600" b="1" dirty="0">
                <a:solidFill>
                  <a:srgbClr val="002060"/>
                </a:solidFill>
                <a:effectLst>
                  <a:outerShdw blurRad="38100" dist="38100" dir="2700000" algn="tl">
                    <a:srgbClr val="000000">
                      <a:alpha val="43137"/>
                    </a:srgbClr>
                  </a:outerShdw>
                </a:effectLst>
                <a:latin typeface="+mn-ea"/>
                <a:sym typeface="Impact" pitchFamily="34" charset="0"/>
              </a:rPr>
              <a:t>数据库故障</a:t>
            </a:r>
          </a:p>
          <a:p>
            <a:pPr>
              <a:lnSpc>
                <a:spcPct val="200000"/>
              </a:lnSpc>
              <a:buFont typeface="Arial" charset="0"/>
              <a:buNone/>
              <a:defRPr/>
            </a:pPr>
            <a:r>
              <a:rPr lang="zh-CN" altLang="en-US" sz="3600" b="1" dirty="0">
                <a:solidFill>
                  <a:srgbClr val="CD1F06"/>
                </a:solidFill>
                <a:latin typeface="宋体" pitchFamily="2" charset="-122"/>
                <a:sym typeface="Impact" pitchFamily="34" charset="0"/>
              </a:rPr>
              <a:t>0</a:t>
            </a:r>
            <a:r>
              <a:rPr lang="en-US" altLang="zh-CN" sz="3600" b="1" dirty="0">
                <a:solidFill>
                  <a:srgbClr val="CD1F06"/>
                </a:solidFill>
                <a:latin typeface="宋体" pitchFamily="2" charset="-122"/>
                <a:sym typeface="Impact" pitchFamily="34" charset="0"/>
              </a:rPr>
              <a:t>2 </a:t>
            </a:r>
            <a:r>
              <a:rPr lang="zh-CN" altLang="en-US" sz="3600" b="1" dirty="0">
                <a:solidFill>
                  <a:srgbClr val="002060"/>
                </a:solidFill>
                <a:effectLst>
                  <a:outerShdw blurRad="38100" dist="38100" dir="2700000" algn="tl">
                    <a:srgbClr val="000000">
                      <a:alpha val="43137"/>
                    </a:srgbClr>
                  </a:outerShdw>
                </a:effectLst>
                <a:latin typeface="宋体" pitchFamily="2" charset="-122"/>
                <a:sym typeface="Impact" pitchFamily="34" charset="0"/>
              </a:rPr>
              <a:t>数据库恢复的实现技术</a:t>
            </a:r>
          </a:p>
          <a:p>
            <a:pPr>
              <a:lnSpc>
                <a:spcPct val="200000"/>
              </a:lnSpc>
              <a:buFont typeface="Arial" charset="0"/>
              <a:buNone/>
              <a:defRPr/>
            </a:pPr>
            <a:r>
              <a:rPr lang="zh-CN" altLang="en-US" sz="3600" b="1" dirty="0">
                <a:solidFill>
                  <a:srgbClr val="CD1F06"/>
                </a:solidFill>
                <a:latin typeface="宋体" pitchFamily="2" charset="-122"/>
                <a:sym typeface="Impact" pitchFamily="34" charset="0"/>
              </a:rPr>
              <a:t>0</a:t>
            </a:r>
            <a:r>
              <a:rPr lang="en-US" altLang="zh-CN" sz="3600" b="1" dirty="0">
                <a:solidFill>
                  <a:srgbClr val="CD1F06"/>
                </a:solidFill>
                <a:latin typeface="宋体" pitchFamily="2" charset="-122"/>
                <a:sym typeface="Impact" pitchFamily="34" charset="0"/>
              </a:rPr>
              <a:t>3 </a:t>
            </a:r>
            <a:r>
              <a:rPr lang="zh-CN" altLang="en-US" sz="3600" b="1" dirty="0">
                <a:solidFill>
                  <a:srgbClr val="002060"/>
                </a:solidFill>
                <a:effectLst>
                  <a:outerShdw blurRad="38100" dist="38100" dir="2700000" algn="tl">
                    <a:srgbClr val="000000">
                      <a:alpha val="43137"/>
                    </a:srgbClr>
                  </a:outerShdw>
                </a:effectLst>
                <a:latin typeface="宋体" pitchFamily="2" charset="-122"/>
                <a:sym typeface="Impact" pitchFamily="34" charset="0"/>
              </a:rPr>
              <a:t>数据库恢复策略</a:t>
            </a:r>
          </a:p>
        </p:txBody>
      </p:sp>
      <p:sp>
        <p:nvSpPr>
          <p:cNvPr id="8" name="TextBox 6">
            <a:extLst>
              <a:ext uri="{FF2B5EF4-FFF2-40B4-BE49-F238E27FC236}">
                <a16:creationId xmlns:a16="http://schemas.microsoft.com/office/drawing/2014/main" id="{871839F8-9DDB-E753-5CE0-4B8B69A4740F}"/>
              </a:ext>
            </a:extLst>
          </p:cNvPr>
          <p:cNvSpPr>
            <a:spLocks noChangeArrowheads="1"/>
          </p:cNvSpPr>
          <p:nvPr/>
        </p:nvSpPr>
        <p:spPr bwMode="auto">
          <a:xfrm>
            <a:off x="1635125" y="131763"/>
            <a:ext cx="72009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第</a:t>
            </a:r>
            <a:r>
              <a:rPr lang="en-US" altLang="zh-CN" sz="4000" b="1" dirty="0">
                <a:solidFill>
                  <a:schemeClr val="bg1"/>
                </a:solidFill>
                <a:latin typeface="+mn-ea"/>
                <a:ea typeface="+mn-ea"/>
                <a:sym typeface="Impact" pitchFamily="34" charset="0"/>
              </a:rPr>
              <a:t>13</a:t>
            </a:r>
            <a:r>
              <a:rPr lang="zh-CN" altLang="en-US" sz="4000" b="1" dirty="0">
                <a:solidFill>
                  <a:schemeClr val="bg1"/>
                </a:solidFill>
                <a:latin typeface="+mn-ea"/>
                <a:ea typeface="+mn-ea"/>
                <a:sym typeface="Impact" pitchFamily="34" charset="0"/>
              </a:rPr>
              <a:t>章 数据库管理及优化技术</a:t>
            </a:r>
            <a:endParaRPr lang="zh-CN" altLang="en-US" sz="4000" b="1" dirty="0">
              <a:solidFill>
                <a:schemeClr val="bg1"/>
              </a:solidFill>
              <a:latin typeface="+mn-ea"/>
              <a:ea typeface="+mn-ea"/>
            </a:endParaRPr>
          </a:p>
        </p:txBody>
      </p:sp>
    </p:spTree>
  </p:cSld>
  <p:clrMapOvr>
    <a:masterClrMapping/>
  </p:clrMapOvr>
  <p:transition spd="slow">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AED1BC2B-C26B-83AC-617F-840CEC572501}"/>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数据库故障</a:t>
            </a:r>
          </a:p>
        </p:txBody>
      </p:sp>
      <p:sp>
        <p:nvSpPr>
          <p:cNvPr id="28" name="Text Box 5">
            <a:extLst>
              <a:ext uri="{FF2B5EF4-FFF2-40B4-BE49-F238E27FC236}">
                <a16:creationId xmlns:a16="http://schemas.microsoft.com/office/drawing/2014/main" id="{1D72F214-D751-BD7A-82F6-AAA46557521B}"/>
              </a:ext>
            </a:extLst>
          </p:cNvPr>
          <p:cNvSpPr txBox="1">
            <a:spLocks noChangeArrowheads="1"/>
          </p:cNvSpPr>
          <p:nvPr/>
        </p:nvSpPr>
        <p:spPr bwMode="auto">
          <a:xfrm>
            <a:off x="842963" y="1484313"/>
            <a:ext cx="10512425" cy="1989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尽管数据库系统中采取了多种保护措施来防止数据库的安全性和完整性被破坏，保障数据库系统的正常运行，但是故障仍不可避免，影响甚至是破坏数据库，造成数据丢失。同时还存在一些可能因素导致数据不一致。</a:t>
            </a:r>
          </a:p>
        </p:txBody>
      </p:sp>
      <p:sp>
        <p:nvSpPr>
          <p:cNvPr id="4" name="Text Box 5">
            <a:extLst>
              <a:ext uri="{FF2B5EF4-FFF2-40B4-BE49-F238E27FC236}">
                <a16:creationId xmlns:a16="http://schemas.microsoft.com/office/drawing/2014/main" id="{BDC4027E-E54B-4E95-83DC-C8ED64F450CD}"/>
              </a:ext>
            </a:extLst>
          </p:cNvPr>
          <p:cNvSpPr txBox="1">
            <a:spLocks noChangeArrowheads="1"/>
          </p:cNvSpPr>
          <p:nvPr/>
        </p:nvSpPr>
        <p:spPr bwMode="auto">
          <a:xfrm>
            <a:off x="823913" y="3860800"/>
            <a:ext cx="10512425" cy="982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zh-CN" altLang="en-US" sz="2800" b="1" dirty="0">
                <a:solidFill>
                  <a:srgbClr val="000066"/>
                </a:solidFill>
                <a:effectLst>
                  <a:outerShdw blurRad="38100" dist="38100" dir="2700000" algn="tl">
                    <a:srgbClr val="C0C0C0"/>
                  </a:outerShdw>
                </a:effectLst>
                <a:latin typeface="楷体_GB2312" pitchFamily="49" charset="-122"/>
                <a:ea typeface="楷体_GB2312" pitchFamily="49" charset="-122"/>
              </a:rPr>
              <a:t>从数据库恢复的角度，数据库系统运行过程中常见的故障可以分为：</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事务故障、系统故障、介质故障、计算机病毒</a:t>
            </a:r>
            <a:r>
              <a:rPr kumimoji="1" lang="zh-CN" altLang="en-US" sz="2800" b="1" dirty="0">
                <a:solidFill>
                  <a:srgbClr val="000066"/>
                </a:solidFill>
                <a:effectLst>
                  <a:outerShdw blurRad="38100" dist="38100" dir="2700000" algn="tl">
                    <a:srgbClr val="C0C0C0"/>
                  </a:outerShdw>
                </a:effectLst>
                <a:latin typeface="楷体_GB2312" pitchFamily="49" charset="-122"/>
                <a:ea typeface="楷体_GB2312" pitchFamily="49" charset="-122"/>
              </a:rPr>
              <a:t>。</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iterate type="lt">
                                    <p:tmPct val="0"/>
                                  </p:iterate>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7FCC29C5-457E-6EBC-FFDF-94FC516D852E}"/>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数据库故障</a:t>
            </a:r>
          </a:p>
        </p:txBody>
      </p:sp>
      <p:sp>
        <p:nvSpPr>
          <p:cNvPr id="28" name="Text Box 5">
            <a:extLst>
              <a:ext uri="{FF2B5EF4-FFF2-40B4-BE49-F238E27FC236}">
                <a16:creationId xmlns:a16="http://schemas.microsoft.com/office/drawing/2014/main" id="{FB3539AC-7B3E-DD5A-BA51-711F4E2BE074}"/>
              </a:ext>
            </a:extLst>
          </p:cNvPr>
          <p:cNvSpPr txBox="1">
            <a:spLocks noChangeArrowheads="1"/>
          </p:cNvSpPr>
          <p:nvPr/>
        </p:nvSpPr>
        <p:spPr bwMode="auto">
          <a:xfrm>
            <a:off x="842963" y="1268413"/>
            <a:ext cx="10512425" cy="434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eaLnBrk="1" hangingPunct="1">
              <a:lnSpc>
                <a:spcPct val="110000"/>
              </a:lnSpc>
              <a:spcBef>
                <a:spcPts val="600"/>
              </a:spcBef>
              <a:spcAft>
                <a:spcPts val="600"/>
              </a:spcAft>
              <a:buClr>
                <a:srgbClr val="32C6CA"/>
              </a:buClr>
              <a:buSzPct val="80000"/>
              <a:buFont typeface="Wingdings" panose="05000000000000000000" pitchFamily="2" charset="2"/>
              <a:buChar char="u"/>
              <a:defRPr/>
            </a:pPr>
            <a:r>
              <a:rPr kumimoji="1" lang="zh-CN" altLang="en-US" sz="2800" b="1" dirty="0">
                <a:solidFill>
                  <a:schemeClr val="accent2"/>
                </a:solidFill>
                <a:effectLst>
                  <a:outerShdw blurRad="38100" dist="38100" dir="2700000" algn="tl">
                    <a:srgbClr val="C0C0C0"/>
                  </a:outerShdw>
                </a:effectLst>
                <a:latin typeface="楷体_GB2312" pitchFamily="49" charset="-122"/>
                <a:ea typeface="楷体_GB2312" pitchFamily="49" charset="-122"/>
              </a:rPr>
              <a:t>事务故障：</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意味着事务没有达到预期的终点</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(COMMIT</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或者</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ROLLBACK)</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，因此数据库可能处于不正确状态。</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marL="457200" indent="-457200" eaLnBrk="1" hangingPunct="1">
              <a:lnSpc>
                <a:spcPct val="110000"/>
              </a:lnSpc>
              <a:spcBef>
                <a:spcPts val="600"/>
              </a:spcBef>
              <a:spcAft>
                <a:spcPts val="600"/>
              </a:spcAft>
              <a:buClr>
                <a:srgbClr val="32C6CA"/>
              </a:buClr>
              <a:buSzPct val="80000"/>
              <a:buFont typeface="Wingdings" panose="05000000000000000000" pitchFamily="2" charset="2"/>
              <a:buChar char="u"/>
              <a:defRPr/>
            </a:pPr>
            <a:r>
              <a:rPr kumimoji="1" lang="zh-CN" altLang="en-US" sz="2800" b="1" dirty="0">
                <a:solidFill>
                  <a:schemeClr val="accent2"/>
                </a:solidFill>
                <a:effectLst>
                  <a:outerShdw blurRad="38100" dist="38100" dir="2700000" algn="tl">
                    <a:srgbClr val="C0C0C0"/>
                  </a:outerShdw>
                </a:effectLst>
                <a:latin typeface="楷体_GB2312" pitchFamily="49" charset="-122"/>
                <a:ea typeface="楷体_GB2312" pitchFamily="49" charset="-122"/>
              </a:rPr>
              <a:t>系统故障：</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系统故障又称为软故障。系统故障是指造成系统停止运转的任何事情，使得系统要重新启动。</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marL="457200" indent="-457200" eaLnBrk="1" hangingPunct="1">
              <a:lnSpc>
                <a:spcPct val="110000"/>
              </a:lnSpc>
              <a:spcBef>
                <a:spcPts val="600"/>
              </a:spcBef>
              <a:spcAft>
                <a:spcPts val="600"/>
              </a:spcAft>
              <a:buClr>
                <a:srgbClr val="32C6CA"/>
              </a:buClr>
              <a:buSzPct val="80000"/>
              <a:buFont typeface="Wingdings" panose="05000000000000000000" pitchFamily="2" charset="2"/>
              <a:buChar char="u"/>
              <a:defRPr/>
            </a:pPr>
            <a:r>
              <a:rPr kumimoji="1" lang="zh-CN" altLang="en-US" sz="2800" b="1" dirty="0">
                <a:solidFill>
                  <a:schemeClr val="accent2"/>
                </a:solidFill>
                <a:effectLst>
                  <a:outerShdw blurRad="38100" dist="38100" dir="2700000" algn="tl">
                    <a:srgbClr val="C0C0C0"/>
                  </a:outerShdw>
                </a:effectLst>
                <a:latin typeface="楷体_GB2312" pitchFamily="49" charset="-122"/>
                <a:ea typeface="楷体_GB2312" pitchFamily="49" charset="-122"/>
              </a:rPr>
              <a:t>介质故障：</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使存储在外存上的数据部分损失或全部损失，称为介质故障。介质故障又称为硬故障。</a:t>
            </a:r>
          </a:p>
          <a:p>
            <a:pPr marL="457200" indent="-457200" eaLnBrk="1" hangingPunct="1">
              <a:lnSpc>
                <a:spcPct val="110000"/>
              </a:lnSpc>
              <a:spcBef>
                <a:spcPts val="600"/>
              </a:spcBef>
              <a:spcAft>
                <a:spcPts val="600"/>
              </a:spcAft>
              <a:buClr>
                <a:srgbClr val="32C6CA"/>
              </a:buClr>
              <a:buSzPct val="80000"/>
              <a:buFont typeface="Wingdings" panose="05000000000000000000" pitchFamily="2" charset="2"/>
              <a:buChar char="u"/>
              <a:defRPr/>
            </a:pPr>
            <a:r>
              <a:rPr kumimoji="1" lang="zh-CN" altLang="en-US" sz="2800" b="1" dirty="0">
                <a:solidFill>
                  <a:schemeClr val="accent2"/>
                </a:solidFill>
                <a:effectLst>
                  <a:outerShdw blurRad="38100" dist="38100" dir="2700000" algn="tl">
                    <a:srgbClr val="C0C0C0"/>
                  </a:outerShdw>
                </a:effectLst>
                <a:latin typeface="楷体_GB2312" pitchFamily="49" charset="-122"/>
                <a:ea typeface="楷体_GB2312" pitchFamily="49" charset="-122"/>
              </a:rPr>
              <a:t>计算机病毒：</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具有破坏性的、可以自我复制的计算机程序，会破坏计算机的软件和硬件系统。</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fade">
                                      <p:cBhvr>
                                        <p:cTn id="7" dur="500"/>
                                        <p:tgtEl>
                                          <p:spTgt spid="2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xEl>
                                              <p:pRg st="1" end="1"/>
                                            </p:txEl>
                                          </p:spTgt>
                                        </p:tgtEl>
                                        <p:attrNameLst>
                                          <p:attrName>style.visibility</p:attrName>
                                        </p:attrNameLst>
                                      </p:cBhvr>
                                      <p:to>
                                        <p:strVal val="visible"/>
                                      </p:to>
                                    </p:set>
                                    <p:animEffect transition="in" filter="fade">
                                      <p:cBhvr>
                                        <p:cTn id="12" dur="500"/>
                                        <p:tgtEl>
                                          <p:spTgt spid="2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xEl>
                                              <p:pRg st="2" end="2"/>
                                            </p:txEl>
                                          </p:spTgt>
                                        </p:tgtEl>
                                        <p:attrNameLst>
                                          <p:attrName>style.visibility</p:attrName>
                                        </p:attrNameLst>
                                      </p:cBhvr>
                                      <p:to>
                                        <p:strVal val="visible"/>
                                      </p:to>
                                    </p:set>
                                    <p:animEffect transition="in" filter="fade">
                                      <p:cBhvr>
                                        <p:cTn id="17" dur="500"/>
                                        <p:tgtEl>
                                          <p:spTgt spid="2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xEl>
                                              <p:pRg st="3" end="3"/>
                                            </p:txEl>
                                          </p:spTgt>
                                        </p:tgtEl>
                                        <p:attrNameLst>
                                          <p:attrName>style.visibility</p:attrName>
                                        </p:attrNameLst>
                                      </p:cBhvr>
                                      <p:to>
                                        <p:strVal val="visible"/>
                                      </p:to>
                                    </p:set>
                                    <p:animEffect transition="in" filter="fade">
                                      <p:cBhvr>
                                        <p:cTn id="22" dur="500"/>
                                        <p:tgtEl>
                                          <p:spTgt spid="2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9A404E18-FBF9-B641-7E42-F45D23B5BD96}"/>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数据库故障</a:t>
            </a:r>
          </a:p>
        </p:txBody>
      </p:sp>
      <p:sp>
        <p:nvSpPr>
          <p:cNvPr id="28" name="Text Box 5">
            <a:extLst>
              <a:ext uri="{FF2B5EF4-FFF2-40B4-BE49-F238E27FC236}">
                <a16:creationId xmlns:a16="http://schemas.microsoft.com/office/drawing/2014/main" id="{39575C63-244A-4007-EE59-322B990E1523}"/>
              </a:ext>
            </a:extLst>
          </p:cNvPr>
          <p:cNvSpPr txBox="1">
            <a:spLocks noChangeArrowheads="1"/>
          </p:cNvSpPr>
          <p:nvPr/>
        </p:nvSpPr>
        <p:spPr bwMode="auto">
          <a:xfrm>
            <a:off x="858838" y="1989138"/>
            <a:ext cx="10512425" cy="21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eaLnBrk="1" hangingPunct="1">
              <a:lnSpc>
                <a:spcPct val="110000"/>
              </a:lnSpc>
              <a:spcBef>
                <a:spcPts val="600"/>
              </a:spcBef>
              <a:spcAft>
                <a:spcPts val="600"/>
              </a:spcAft>
              <a:buClr>
                <a:srgbClr val="32C6CA"/>
              </a:buClr>
              <a:buSzPct val="80000"/>
              <a:buFont typeface="Wingdings" panose="05000000000000000000" pitchFamily="2" charset="2"/>
              <a:buChar char="u"/>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数据库已被破坏</a:t>
            </a:r>
            <a:r>
              <a:rPr kumimoji="1" lang="zh-CN" altLang="en-US" sz="2800" b="1" dirty="0">
                <a:solidFill>
                  <a:schemeClr val="accent2"/>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根本无法从数据库中读取数据，或者数据库中大部分数据都有错误。此时原有的数据库已不能使用。</a:t>
            </a:r>
          </a:p>
          <a:p>
            <a:pPr marL="457200" indent="-457200" eaLnBrk="1" hangingPunct="1">
              <a:lnSpc>
                <a:spcPct val="110000"/>
              </a:lnSpc>
              <a:spcBef>
                <a:spcPts val="600"/>
              </a:spcBef>
              <a:spcAft>
                <a:spcPts val="600"/>
              </a:spcAft>
              <a:buClr>
                <a:srgbClr val="32C6CA"/>
              </a:buClr>
              <a:buSzPct val="80000"/>
              <a:buFont typeface="Wingdings" panose="05000000000000000000" pitchFamily="2" charset="2"/>
              <a:buChar char="u"/>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某些数据可能不正确</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：这是因为事务的运行被非正常终止造成的。此时原有的数据库还能使用，但须改正错误数据。</a:t>
            </a:r>
          </a:p>
        </p:txBody>
      </p:sp>
      <p:sp>
        <p:nvSpPr>
          <p:cNvPr id="8196" name="Text Box 1027">
            <a:extLst>
              <a:ext uri="{FF2B5EF4-FFF2-40B4-BE49-F238E27FC236}">
                <a16:creationId xmlns:a16="http://schemas.microsoft.com/office/drawing/2014/main" id="{6CA4D8F0-E6A1-B8F5-A717-C764386065E9}"/>
              </a:ext>
            </a:extLst>
          </p:cNvPr>
          <p:cNvSpPr txBox="1">
            <a:spLocks noChangeArrowheads="1"/>
          </p:cNvSpPr>
          <p:nvPr/>
        </p:nvSpPr>
        <p:spPr bwMode="auto">
          <a:xfrm>
            <a:off x="858838" y="1163638"/>
            <a:ext cx="103457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eaLnBrk="1" hangingPunct="1">
              <a:buFont typeface="Arial" charset="0"/>
              <a:buNone/>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各类故障对数据库的影响有两种可能性：</a:t>
            </a:r>
            <a:endPar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ransition spd="slow">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40F1757D-6DBA-D797-A0BD-74D04A856611}"/>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数据库恢复</a:t>
            </a:r>
          </a:p>
        </p:txBody>
      </p:sp>
      <p:sp>
        <p:nvSpPr>
          <p:cNvPr id="28" name="Text Box 5">
            <a:extLst>
              <a:ext uri="{FF2B5EF4-FFF2-40B4-BE49-F238E27FC236}">
                <a16:creationId xmlns:a16="http://schemas.microsoft.com/office/drawing/2014/main" id="{FD7CE037-B612-BC09-0A8C-9CC96E7D6CAE}"/>
              </a:ext>
            </a:extLst>
          </p:cNvPr>
          <p:cNvSpPr txBox="1">
            <a:spLocks noChangeArrowheads="1"/>
          </p:cNvSpPr>
          <p:nvPr/>
        </p:nvSpPr>
        <p:spPr bwMode="auto">
          <a:xfrm>
            <a:off x="865188" y="1412875"/>
            <a:ext cx="10512425" cy="233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eaLnBrk="1" hangingPunct="1">
              <a:lnSpc>
                <a:spcPct val="130000"/>
              </a:lnSpc>
              <a:buClr>
                <a:srgbClr val="32C6CA"/>
              </a:buClr>
              <a:buSzPct val="80000"/>
              <a:buFont typeface="Wingdings" panose="05000000000000000000" pitchFamily="2" charset="2"/>
              <a:buChar char="u"/>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数据库恢复</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是指当数据库或数据遭到破坏时，通过技术手段快速准确地进行恢复的过程。</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marL="457200" indent="-457200" eaLnBrk="1" hangingPunct="1">
              <a:lnSpc>
                <a:spcPct val="130000"/>
              </a:lnSpc>
              <a:buClr>
                <a:srgbClr val="32C6CA"/>
              </a:buClr>
              <a:buSzPct val="80000"/>
              <a:buFont typeface="Wingdings" panose="05000000000000000000" pitchFamily="2" charset="2"/>
              <a:buChar char="u"/>
              <a:defRPr/>
            </a:pP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数据库恢复技术的核心是</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建立冗余数据。</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marL="457200" indent="-457200" eaLnBrk="1" hangingPunct="1">
              <a:lnSpc>
                <a:spcPct val="130000"/>
              </a:lnSpc>
              <a:buClr>
                <a:srgbClr val="32C6CA"/>
              </a:buClr>
              <a:buSzPct val="80000"/>
              <a:buFont typeface="Wingdings" panose="05000000000000000000" pitchFamily="2" charset="2"/>
              <a:buChar char="u"/>
              <a:defRPr/>
            </a:pP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建立冗余数据的方法有</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数据备份</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和</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登记日志文件</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p>
        </p:txBody>
      </p:sp>
    </p:spTree>
  </p:cSld>
  <p:clrMapOvr>
    <a:masterClrMapping/>
  </p:clrMapOvr>
  <p:transition spd="slow">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Box 5">
            <a:extLst>
              <a:ext uri="{FF2B5EF4-FFF2-40B4-BE49-F238E27FC236}">
                <a16:creationId xmlns:a16="http://schemas.microsoft.com/office/drawing/2014/main" id="{8F91265D-7739-EE56-1095-127562B24639}"/>
              </a:ext>
            </a:extLst>
          </p:cNvPr>
          <p:cNvSpPr txBox="1">
            <a:spLocks noChangeArrowheads="1"/>
          </p:cNvSpPr>
          <p:nvPr/>
        </p:nvSpPr>
        <p:spPr bwMode="auto">
          <a:xfrm>
            <a:off x="844550" y="1196975"/>
            <a:ext cx="10512425" cy="145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数据备份</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是指定期将数据库复制到另一个磁盘或其他存储介质上保存起来的过程。备用的数据称为后备副本。当数据库遭到破坏后，可以将后备副本重新载入。</a:t>
            </a:r>
          </a:p>
        </p:txBody>
      </p:sp>
      <p:sp>
        <p:nvSpPr>
          <p:cNvPr id="5" name="Text Box 5">
            <a:extLst>
              <a:ext uri="{FF2B5EF4-FFF2-40B4-BE49-F238E27FC236}">
                <a16:creationId xmlns:a16="http://schemas.microsoft.com/office/drawing/2014/main" id="{095EEC88-9C85-6002-8E52-30CCA33E9E73}"/>
              </a:ext>
            </a:extLst>
          </p:cNvPr>
          <p:cNvSpPr txBox="1">
            <a:spLocks noChangeArrowheads="1"/>
          </p:cNvSpPr>
          <p:nvPr/>
        </p:nvSpPr>
        <p:spPr bwMode="auto">
          <a:xfrm>
            <a:off x="844550" y="2686050"/>
            <a:ext cx="10512425" cy="3313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按备份的内容可将备份分为：</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物理备份</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和</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逻辑备份</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p>
          <a:p>
            <a:pPr eaLnBrk="1" hangingPunct="1">
              <a:lnSpc>
                <a:spcPct val="110000"/>
              </a:lnSpc>
              <a:spcAft>
                <a:spcPts val="1200"/>
              </a:spcAft>
              <a:buClr>
                <a:srgbClr val="32C6CA"/>
              </a:buClr>
              <a:buSzPct val="80000"/>
              <a:buFont typeface="Wingdings" pitchFamily="2" charset="2"/>
              <a:buNone/>
              <a:defRPr/>
            </a:pP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物理备份：</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直接复制数据库文件进行备份。与逻辑备份相比，其速度快，但占用的存储空间比较大。</a:t>
            </a:r>
          </a:p>
          <a:p>
            <a:pPr eaLnBrk="1" hangingPunct="1">
              <a:lnSpc>
                <a:spcPct val="110000"/>
              </a:lnSpc>
              <a:spcAft>
                <a:spcPts val="1200"/>
              </a:spcAft>
              <a:buClr>
                <a:srgbClr val="32C6CA"/>
              </a:buClr>
              <a:buSzPct val="80000"/>
              <a:buFont typeface="Wingdings" pitchFamily="2" charset="2"/>
              <a:buNone/>
              <a:defRPr/>
            </a:pP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逻辑备份：</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指利用工具从数据库中导出数据并写入一个文件。该文件格式与原数据库文件格式不同，通常备份的是</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SQL</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命令</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即</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DDL</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和</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INSERT</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命令</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。恢复时，执行备份文件中的</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SQL</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命令实现数据库的重现。因此，逻辑备份支持跨平台备份。</a:t>
            </a:r>
          </a:p>
        </p:txBody>
      </p:sp>
      <p:sp>
        <p:nvSpPr>
          <p:cNvPr id="7" name="TextBox 6">
            <a:extLst>
              <a:ext uri="{FF2B5EF4-FFF2-40B4-BE49-F238E27FC236}">
                <a16:creationId xmlns:a16="http://schemas.microsoft.com/office/drawing/2014/main" id="{67BF8371-BF44-6241-A8BF-87F2B5087F68}"/>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数据备份</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fade">
                                      <p:cBhvr>
                                        <p:cTn id="2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Box 5">
            <a:extLst>
              <a:ext uri="{FF2B5EF4-FFF2-40B4-BE49-F238E27FC236}">
                <a16:creationId xmlns:a16="http://schemas.microsoft.com/office/drawing/2014/main" id="{90FBA505-A431-BD3A-EAFA-018FA8001E68}"/>
              </a:ext>
            </a:extLst>
          </p:cNvPr>
          <p:cNvSpPr txBox="1">
            <a:spLocks noChangeArrowheads="1"/>
          </p:cNvSpPr>
          <p:nvPr/>
        </p:nvSpPr>
        <p:spPr bwMode="auto">
          <a:xfrm>
            <a:off x="846138" y="1144588"/>
            <a:ext cx="1051242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rPr>
              <a:t>1.</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使用</a:t>
            </a:r>
            <a:r>
              <a:rPr kumimoji="1" lang="en-US" altLang="zh-CN" sz="2800" b="1" dirty="0" err="1">
                <a:solidFill>
                  <a:srgbClr val="C00000"/>
                </a:solidFill>
                <a:effectLst>
                  <a:outerShdw blurRad="38100" dist="38100" dir="2700000" algn="tl">
                    <a:srgbClr val="C0C0C0"/>
                  </a:outerShdw>
                </a:effectLst>
                <a:latin typeface="楷体_GB2312" pitchFamily="49" charset="-122"/>
                <a:ea typeface="楷体_GB2312" pitchFamily="49" charset="-122"/>
              </a:rPr>
              <a:t>mysqldump</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命令数据备份</a:t>
            </a:r>
            <a:endPar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5" name="Text Box 5">
            <a:extLst>
              <a:ext uri="{FF2B5EF4-FFF2-40B4-BE49-F238E27FC236}">
                <a16:creationId xmlns:a16="http://schemas.microsoft.com/office/drawing/2014/main" id="{C2CB12C4-A4D7-1273-9507-968A925FF5F2}"/>
              </a:ext>
            </a:extLst>
          </p:cNvPr>
          <p:cNvSpPr txBox="1">
            <a:spLocks noChangeArrowheads="1"/>
          </p:cNvSpPr>
          <p:nvPr/>
        </p:nvSpPr>
        <p:spPr bwMode="auto">
          <a:xfrm>
            <a:off x="700088" y="1889125"/>
            <a:ext cx="10804525" cy="2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MySQL</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数据库使用</a:t>
            </a:r>
            <a:r>
              <a:rPr kumimoji="1"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mysqldump</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命令进行备份，属于逻辑备份。</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eaLnBrk="1" hangingPunct="1">
              <a:lnSpc>
                <a:spcPct val="110000"/>
              </a:lnSpc>
              <a:spcAft>
                <a:spcPts val="1200"/>
              </a:spcAft>
              <a:buClr>
                <a:srgbClr val="32C6CA"/>
              </a:buClr>
              <a:buSzPct val="80000"/>
              <a:buFont typeface="Wingdings" pitchFamily="2" charset="2"/>
              <a:buNone/>
              <a:defRPr/>
            </a:pP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基本语法格式如下：</a:t>
            </a:r>
          </a:p>
          <a:p>
            <a:pPr eaLnBrk="1" hangingPunct="1">
              <a:lnSpc>
                <a:spcPct val="110000"/>
              </a:lnSpc>
              <a:spcAft>
                <a:spcPts val="1200"/>
              </a:spcAft>
              <a:buClr>
                <a:srgbClr val="32C6CA"/>
              </a:buClr>
              <a:buSzPct val="80000"/>
              <a:buFont typeface="Wingdings" pitchFamily="2" charset="2"/>
              <a:buNone/>
              <a:defRPr/>
            </a:pPr>
            <a:r>
              <a:rPr kumimoji="1" lang="en-US" altLang="zh-CN" sz="2600" b="1" dirty="0" err="1">
                <a:solidFill>
                  <a:srgbClr val="7030A0"/>
                </a:solidFill>
                <a:effectLst>
                  <a:outerShdw blurRad="38100" dist="38100" dir="2700000" algn="tl">
                    <a:srgbClr val="C0C0C0"/>
                  </a:outerShdw>
                </a:effectLst>
                <a:latin typeface="楷体_GB2312" pitchFamily="49" charset="-122"/>
                <a:ea typeface="楷体_GB2312" pitchFamily="49" charset="-122"/>
              </a:rPr>
              <a:t>mysqldump</a:t>
            </a:r>
            <a:r>
              <a:rPr kumimoji="1" lang="en-US" altLang="zh-CN" sz="2600" b="1" dirty="0">
                <a:solidFill>
                  <a:srgbClr val="7030A0"/>
                </a:solidFill>
                <a:effectLst>
                  <a:outerShdw blurRad="38100" dist="38100" dir="2700000" algn="tl">
                    <a:srgbClr val="C0C0C0"/>
                  </a:outerShdw>
                </a:effectLst>
                <a:latin typeface="楷体_GB2312" pitchFamily="49" charset="-122"/>
                <a:ea typeface="楷体_GB2312" pitchFamily="49" charset="-122"/>
              </a:rPr>
              <a:t> –u username -h host –</a:t>
            </a:r>
            <a:r>
              <a:rPr kumimoji="1" lang="en-US" altLang="zh-CN" sz="2600" b="1" dirty="0" err="1">
                <a:solidFill>
                  <a:srgbClr val="7030A0"/>
                </a:solidFill>
                <a:effectLst>
                  <a:outerShdw blurRad="38100" dist="38100" dir="2700000" algn="tl">
                    <a:srgbClr val="C0C0C0"/>
                  </a:outerShdw>
                </a:effectLst>
                <a:latin typeface="楷体_GB2312" pitchFamily="49" charset="-122"/>
                <a:ea typeface="楷体_GB2312" pitchFamily="49" charset="-122"/>
              </a:rPr>
              <a:t>ppassword</a:t>
            </a:r>
            <a:r>
              <a:rPr kumimoji="1" lang="en-US" altLang="zh-CN" sz="2600" b="1" dirty="0">
                <a:solidFill>
                  <a:srgbClr val="7030A0"/>
                </a:solidFill>
                <a:effectLst>
                  <a:outerShdw blurRad="38100" dist="38100" dir="2700000" algn="tl">
                    <a:srgbClr val="C0C0C0"/>
                  </a:outerShdw>
                </a:effectLst>
                <a:latin typeface="楷体_GB2312" pitchFamily="49" charset="-122"/>
                <a:ea typeface="楷体_GB2312" pitchFamily="49" charset="-122"/>
              </a:rPr>
              <a:t> </a:t>
            </a:r>
            <a:r>
              <a:rPr kumimoji="1" lang="en-US" altLang="zh-CN" sz="2600" b="1" dirty="0" err="1">
                <a:solidFill>
                  <a:srgbClr val="7030A0"/>
                </a:solidFill>
                <a:effectLst>
                  <a:outerShdw blurRad="38100" dist="38100" dir="2700000" algn="tl">
                    <a:srgbClr val="C0C0C0"/>
                  </a:outerShdw>
                </a:effectLst>
                <a:latin typeface="楷体_GB2312" pitchFamily="49" charset="-122"/>
                <a:ea typeface="楷体_GB2312" pitchFamily="49" charset="-122"/>
              </a:rPr>
              <a:t>databasename</a:t>
            </a:r>
            <a:r>
              <a:rPr kumimoji="1" lang="en-US" altLang="zh-CN" sz="2600" b="1" dirty="0">
                <a:solidFill>
                  <a:srgbClr val="7030A0"/>
                </a:solidFill>
                <a:effectLst>
                  <a:outerShdw blurRad="38100" dist="38100" dir="2700000" algn="tl">
                    <a:srgbClr val="C0C0C0"/>
                  </a:outerShdw>
                </a:effectLst>
                <a:latin typeface="楷体_GB2312" pitchFamily="49" charset="-122"/>
                <a:ea typeface="楷体_GB2312" pitchFamily="49" charset="-122"/>
              </a:rPr>
              <a:t>[</a:t>
            </a:r>
            <a:r>
              <a:rPr kumimoji="1" lang="en-US" altLang="zh-CN" sz="2600" b="1" dirty="0" err="1">
                <a:solidFill>
                  <a:srgbClr val="7030A0"/>
                </a:solidFill>
                <a:effectLst>
                  <a:outerShdw blurRad="38100" dist="38100" dir="2700000" algn="tl">
                    <a:srgbClr val="C0C0C0"/>
                  </a:outerShdw>
                </a:effectLst>
                <a:latin typeface="楷体_GB2312" pitchFamily="49" charset="-122"/>
                <a:ea typeface="楷体_GB2312" pitchFamily="49" charset="-122"/>
              </a:rPr>
              <a:t>tablename</a:t>
            </a:r>
            <a:r>
              <a:rPr kumimoji="1" lang="en-US" altLang="zh-CN" sz="2600" b="1" dirty="0">
                <a:solidFill>
                  <a:srgbClr val="7030A0"/>
                </a:solidFill>
                <a:effectLst>
                  <a:outerShdw blurRad="38100" dist="38100" dir="2700000" algn="tl">
                    <a:srgbClr val="C0C0C0"/>
                  </a:outerShdw>
                </a:effectLst>
                <a:latin typeface="楷体_GB2312" pitchFamily="49" charset="-122"/>
                <a:ea typeface="楷体_GB2312" pitchFamily="49" charset="-122"/>
              </a:rPr>
              <a:t>…]&gt;</a:t>
            </a:r>
            <a:r>
              <a:rPr kumimoji="1" lang="en-US" altLang="zh-CN" sz="2600" b="1" dirty="0" err="1">
                <a:solidFill>
                  <a:srgbClr val="7030A0"/>
                </a:solidFill>
                <a:effectLst>
                  <a:outerShdw blurRad="38100" dist="38100" dir="2700000" algn="tl">
                    <a:srgbClr val="C0C0C0"/>
                  </a:outerShdw>
                </a:effectLst>
                <a:latin typeface="楷体_GB2312" pitchFamily="49" charset="-122"/>
                <a:ea typeface="楷体_GB2312" pitchFamily="49" charset="-122"/>
              </a:rPr>
              <a:t>filename.sql</a:t>
            </a:r>
            <a:r>
              <a:rPr kumimoji="1" lang="en-US" altLang="zh-CN" sz="2600" b="1" dirty="0">
                <a:solidFill>
                  <a:srgbClr val="7030A0"/>
                </a:solidFill>
                <a:effectLst>
                  <a:outerShdw blurRad="38100" dist="38100" dir="2700000" algn="tl">
                    <a:srgbClr val="C0C0C0"/>
                  </a:outerShdw>
                </a:effectLst>
                <a:latin typeface="楷体_GB2312" pitchFamily="49" charset="-122"/>
                <a:ea typeface="楷体_GB2312" pitchFamily="49" charset="-122"/>
              </a:rPr>
              <a:t> </a:t>
            </a:r>
            <a:endParaRPr kumimoji="1" lang="zh-CN" altLang="en-US" sz="2600" b="1" dirty="0">
              <a:solidFill>
                <a:srgbClr val="7030A0"/>
              </a:solidFill>
              <a:effectLst>
                <a:outerShdw blurRad="38100" dist="38100" dir="2700000" algn="tl">
                  <a:srgbClr val="C0C0C0"/>
                </a:outerShdw>
              </a:effectLst>
              <a:latin typeface="楷体_GB2312" pitchFamily="49" charset="-122"/>
              <a:ea typeface="楷体_GB2312" pitchFamily="49" charset="-122"/>
            </a:endParaRPr>
          </a:p>
        </p:txBody>
      </p:sp>
      <p:sp>
        <p:nvSpPr>
          <p:cNvPr id="6" name="TextBox 6">
            <a:extLst>
              <a:ext uri="{FF2B5EF4-FFF2-40B4-BE49-F238E27FC236}">
                <a16:creationId xmlns:a16="http://schemas.microsoft.com/office/drawing/2014/main" id="{07F5AB05-86E7-F04D-9C62-A78C8F6E4A9E}"/>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数据备份</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Box 5">
            <a:extLst>
              <a:ext uri="{FF2B5EF4-FFF2-40B4-BE49-F238E27FC236}">
                <a16:creationId xmlns:a16="http://schemas.microsoft.com/office/drawing/2014/main" id="{A23781EB-670A-005C-8DBB-D8A52A250E3C}"/>
              </a:ext>
            </a:extLst>
          </p:cNvPr>
          <p:cNvSpPr txBox="1">
            <a:spLocks noChangeArrowheads="1"/>
          </p:cNvSpPr>
          <p:nvPr/>
        </p:nvSpPr>
        <p:spPr bwMode="auto">
          <a:xfrm>
            <a:off x="846138" y="1144588"/>
            <a:ext cx="10512425"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a:t>
            </a:r>
            <a:r>
              <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rPr>
              <a:t>1</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）备份数据表</a:t>
            </a:r>
            <a:endPar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5" name="Text Box 5">
            <a:extLst>
              <a:ext uri="{FF2B5EF4-FFF2-40B4-BE49-F238E27FC236}">
                <a16:creationId xmlns:a16="http://schemas.microsoft.com/office/drawing/2014/main" id="{97C99487-D063-47AF-2E01-A1EB5838B22B}"/>
              </a:ext>
            </a:extLst>
          </p:cNvPr>
          <p:cNvSpPr txBox="1">
            <a:spLocks noChangeArrowheads="1"/>
          </p:cNvSpPr>
          <p:nvPr/>
        </p:nvSpPr>
        <p:spPr bwMode="auto">
          <a:xfrm>
            <a:off x="411163" y="1889125"/>
            <a:ext cx="11233150"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rPr>
              <a:t>1】</a:t>
            </a:r>
            <a:r>
              <a:rPr kumimoji="1" lang="zh-CN" altLang="en-US" sz="2800" b="1" dirty="0">
                <a:effectLst>
                  <a:outerShdw blurRad="38100" dist="38100" dir="2700000" algn="tl">
                    <a:srgbClr val="C0C0C0"/>
                  </a:outerShdw>
                </a:effectLst>
                <a:latin typeface="楷体_GB2312" pitchFamily="49" charset="-122"/>
                <a:ea typeface="楷体_GB2312" pitchFamily="49" charset="-122"/>
              </a:rPr>
              <a:t>将数据库</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teaching_manage</a:t>
            </a:r>
            <a:r>
              <a:rPr kumimoji="1" lang="zh-CN" altLang="en-US" sz="2800" b="1" dirty="0">
                <a:effectLst>
                  <a:outerShdw blurRad="38100" dist="38100" dir="2700000" algn="tl">
                    <a:srgbClr val="C0C0C0"/>
                  </a:outerShdw>
                </a:effectLst>
                <a:latin typeface="楷体_GB2312" pitchFamily="49" charset="-122"/>
                <a:ea typeface="楷体_GB2312" pitchFamily="49" charset="-122"/>
              </a:rPr>
              <a:t>中的所有表备份到</a:t>
            </a:r>
            <a:r>
              <a:rPr kumimoji="1" lang="en-US" altLang="zh-CN" sz="2800" b="1" dirty="0">
                <a:effectLst>
                  <a:outerShdw blurRad="38100" dist="38100" dir="2700000" algn="tl">
                    <a:srgbClr val="C0C0C0"/>
                  </a:outerShdw>
                </a:effectLst>
                <a:latin typeface="楷体_GB2312" pitchFamily="49" charset="-122"/>
                <a:ea typeface="楷体_GB2312" pitchFamily="49" charset="-122"/>
              </a:rPr>
              <a:t>d:\bk_all.sql</a:t>
            </a:r>
            <a:r>
              <a:rPr kumimoji="1" lang="zh-CN" altLang="en-US" sz="2800" b="1" dirty="0">
                <a:effectLst>
                  <a:outerShdw blurRad="38100" dist="38100" dir="2700000" algn="tl">
                    <a:srgbClr val="C0C0C0"/>
                  </a:outerShdw>
                </a:effectLst>
                <a:latin typeface="楷体_GB2312" pitchFamily="49" charset="-122"/>
                <a:ea typeface="楷体_GB2312" pitchFamily="49" charset="-122"/>
              </a:rPr>
              <a:t>。</a:t>
            </a:r>
          </a:p>
        </p:txBody>
      </p:sp>
      <p:sp>
        <p:nvSpPr>
          <p:cNvPr id="6" name="Text Box 5">
            <a:extLst>
              <a:ext uri="{FF2B5EF4-FFF2-40B4-BE49-F238E27FC236}">
                <a16:creationId xmlns:a16="http://schemas.microsoft.com/office/drawing/2014/main" id="{2B222BF4-5A40-1C1D-E642-62BECCFDBA54}"/>
              </a:ext>
            </a:extLst>
          </p:cNvPr>
          <p:cNvSpPr txBox="1">
            <a:spLocks noChangeArrowheads="1"/>
          </p:cNvSpPr>
          <p:nvPr/>
        </p:nvSpPr>
        <p:spPr bwMode="auto">
          <a:xfrm>
            <a:off x="431800" y="2628900"/>
            <a:ext cx="11380788" cy="5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mysqldump</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a:t>
            </a:r>
            <a:r>
              <a:rPr kumimoji="1"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uroot</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-p </a:t>
            </a:r>
            <a:r>
              <a:rPr kumimoji="1"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teaching_manage</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&gt; d:\backup\bk_all.sql</a:t>
            </a:r>
            <a:endPar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8" name="Text Box 5">
            <a:extLst>
              <a:ext uri="{FF2B5EF4-FFF2-40B4-BE49-F238E27FC236}">
                <a16:creationId xmlns:a16="http://schemas.microsoft.com/office/drawing/2014/main" id="{126FC599-5851-8877-07C4-5026F70E9EB1}"/>
              </a:ext>
            </a:extLst>
          </p:cNvPr>
          <p:cNvSpPr txBox="1">
            <a:spLocks noChangeArrowheads="1"/>
          </p:cNvSpPr>
          <p:nvPr/>
        </p:nvSpPr>
        <p:spPr bwMode="auto">
          <a:xfrm>
            <a:off x="419100" y="3527425"/>
            <a:ext cx="11382375" cy="1039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rPr>
              <a:t>2】</a:t>
            </a:r>
            <a:r>
              <a:rPr kumimoji="1" lang="zh-CN" altLang="en-US" sz="2800" b="1" dirty="0">
                <a:effectLst>
                  <a:outerShdw blurRad="38100" dist="38100" dir="2700000" algn="tl">
                    <a:srgbClr val="C0C0C0"/>
                  </a:outerShdw>
                </a:effectLst>
                <a:latin typeface="楷体_GB2312" pitchFamily="49" charset="-122"/>
                <a:ea typeface="楷体_GB2312" pitchFamily="49" charset="-122"/>
              </a:rPr>
              <a:t>将数据库</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teaching_manage</a:t>
            </a:r>
            <a:r>
              <a:rPr kumimoji="1" lang="zh-CN" altLang="en-US" sz="2800" b="1" dirty="0">
                <a:effectLst>
                  <a:outerShdw blurRad="38100" dist="38100" dir="2700000" algn="tl">
                    <a:srgbClr val="C0C0C0"/>
                  </a:outerShdw>
                </a:effectLst>
                <a:latin typeface="楷体_GB2312" pitchFamily="49" charset="-122"/>
                <a:ea typeface="楷体_GB2312" pitchFamily="49" charset="-122"/>
              </a:rPr>
              <a:t>中的</a:t>
            </a:r>
            <a:r>
              <a:rPr kumimoji="1" lang="en-US" altLang="zh-CN" sz="2800" b="1" dirty="0">
                <a:effectLst>
                  <a:outerShdw blurRad="38100" dist="38100" dir="2700000" algn="tl">
                    <a:srgbClr val="C0C0C0"/>
                  </a:outerShdw>
                </a:effectLst>
                <a:latin typeface="楷体_GB2312" pitchFamily="49" charset="-122"/>
                <a:ea typeface="楷体_GB2312" pitchFamily="49" charset="-122"/>
              </a:rPr>
              <a:t>student</a:t>
            </a:r>
            <a:r>
              <a:rPr kumimoji="1" lang="zh-CN" altLang="en-US" sz="2800" b="1" dirty="0">
                <a:effectLst>
                  <a:outerShdw blurRad="38100" dist="38100" dir="2700000" algn="tl">
                    <a:srgbClr val="C0C0C0"/>
                  </a:outerShdw>
                </a:effectLst>
                <a:latin typeface="楷体_GB2312" pitchFamily="49" charset="-122"/>
                <a:ea typeface="楷体_GB2312" pitchFamily="49" charset="-122"/>
              </a:rPr>
              <a:t>表备份到</a:t>
            </a:r>
            <a:r>
              <a:rPr kumimoji="1" lang="en-US" altLang="zh-CN" sz="2800" b="1" dirty="0">
                <a:effectLst>
                  <a:outerShdw blurRad="38100" dist="38100" dir="2700000" algn="tl">
                    <a:srgbClr val="C0C0C0"/>
                  </a:outerShdw>
                </a:effectLst>
                <a:latin typeface="楷体_GB2312" pitchFamily="49" charset="-122"/>
                <a:ea typeface="楷体_GB2312" pitchFamily="49" charset="-122"/>
              </a:rPr>
              <a:t>d:\</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bk_student.sql</a:t>
            </a:r>
            <a:r>
              <a:rPr kumimoji="1" lang="zh-CN" altLang="en-US" sz="2800" b="1" dirty="0">
                <a:effectLst>
                  <a:outerShdw blurRad="38100" dist="38100" dir="2700000" algn="tl">
                    <a:srgbClr val="C0C0C0"/>
                  </a:outerShdw>
                </a:effectLst>
                <a:latin typeface="楷体_GB2312" pitchFamily="49" charset="-122"/>
                <a:ea typeface="楷体_GB2312" pitchFamily="49" charset="-122"/>
              </a:rPr>
              <a:t>。</a:t>
            </a:r>
          </a:p>
        </p:txBody>
      </p:sp>
      <p:sp>
        <p:nvSpPr>
          <p:cNvPr id="9" name="Text Box 5">
            <a:extLst>
              <a:ext uri="{FF2B5EF4-FFF2-40B4-BE49-F238E27FC236}">
                <a16:creationId xmlns:a16="http://schemas.microsoft.com/office/drawing/2014/main" id="{A9BB9279-4A1B-73EC-23CD-5BB28474B2F8}"/>
              </a:ext>
            </a:extLst>
          </p:cNvPr>
          <p:cNvSpPr txBox="1">
            <a:spLocks noChangeArrowheads="1"/>
          </p:cNvSpPr>
          <p:nvPr/>
        </p:nvSpPr>
        <p:spPr bwMode="auto">
          <a:xfrm>
            <a:off x="431800" y="4797425"/>
            <a:ext cx="11380788" cy="1039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mysqldump</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a:t>
            </a:r>
            <a:r>
              <a:rPr kumimoji="1"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uroot</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-p </a:t>
            </a:r>
            <a:r>
              <a:rPr kumimoji="1"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teaching_manage</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student &gt;d:\backup\bk_student.sql</a:t>
            </a:r>
            <a:endPar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10" name="TextBox 6">
            <a:extLst>
              <a:ext uri="{FF2B5EF4-FFF2-40B4-BE49-F238E27FC236}">
                <a16:creationId xmlns:a16="http://schemas.microsoft.com/office/drawing/2014/main" id="{1AA4A323-6FDE-CF62-8291-D914E9E92553}"/>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数据备份</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Box 5">
            <a:extLst>
              <a:ext uri="{FF2B5EF4-FFF2-40B4-BE49-F238E27FC236}">
                <a16:creationId xmlns:a16="http://schemas.microsoft.com/office/drawing/2014/main" id="{F6621596-CC65-7D71-7108-320B318FB6BF}"/>
              </a:ext>
            </a:extLst>
          </p:cNvPr>
          <p:cNvSpPr txBox="1">
            <a:spLocks noChangeArrowheads="1"/>
          </p:cNvSpPr>
          <p:nvPr/>
        </p:nvSpPr>
        <p:spPr bwMode="auto">
          <a:xfrm>
            <a:off x="846138" y="1144588"/>
            <a:ext cx="1051242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a:t>
            </a:r>
            <a:r>
              <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rPr>
              <a:t>2</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）备份数据库</a:t>
            </a:r>
            <a:endPar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5" name="Text Box 5">
            <a:extLst>
              <a:ext uri="{FF2B5EF4-FFF2-40B4-BE49-F238E27FC236}">
                <a16:creationId xmlns:a16="http://schemas.microsoft.com/office/drawing/2014/main" id="{F60866D7-3E37-DC93-5C63-1240CEFFB94A}"/>
              </a:ext>
            </a:extLst>
          </p:cNvPr>
          <p:cNvSpPr txBox="1">
            <a:spLocks noChangeArrowheads="1"/>
          </p:cNvSpPr>
          <p:nvPr/>
        </p:nvSpPr>
        <p:spPr bwMode="auto">
          <a:xfrm>
            <a:off x="411163" y="1889125"/>
            <a:ext cx="11380787" cy="982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rPr>
              <a:t>3】</a:t>
            </a:r>
            <a:r>
              <a:rPr kumimoji="1" lang="zh-CN" altLang="en-US" sz="2800" b="1" dirty="0">
                <a:effectLst>
                  <a:outerShdw blurRad="38100" dist="38100" dir="2700000" algn="tl">
                    <a:srgbClr val="C0C0C0"/>
                  </a:outerShdw>
                </a:effectLst>
                <a:latin typeface="楷体_GB2312" pitchFamily="49" charset="-122"/>
                <a:ea typeface="楷体_GB2312" pitchFamily="49" charset="-122"/>
              </a:rPr>
              <a:t>将数据库</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teaching_manage</a:t>
            </a:r>
            <a:r>
              <a:rPr kumimoji="1" lang="zh-CN" altLang="en-US" sz="2800" b="1" dirty="0">
                <a:effectLst>
                  <a:outerShdw blurRad="38100" dist="38100" dir="2700000" algn="tl">
                    <a:srgbClr val="C0C0C0"/>
                  </a:outerShdw>
                </a:effectLst>
                <a:latin typeface="楷体_GB2312" pitchFamily="49" charset="-122"/>
                <a:ea typeface="楷体_GB2312" pitchFamily="49" charset="-122"/>
              </a:rPr>
              <a:t>被备份到</a:t>
            </a:r>
            <a:r>
              <a:rPr kumimoji="1" lang="en-US" altLang="zh-CN" sz="2800" b="1" dirty="0">
                <a:effectLst>
                  <a:outerShdw blurRad="38100" dist="38100" dir="2700000" algn="tl">
                    <a:srgbClr val="C0C0C0"/>
                  </a:outerShdw>
                </a:effectLst>
                <a:latin typeface="楷体_GB2312" pitchFamily="49" charset="-122"/>
                <a:ea typeface="楷体_GB2312" pitchFamily="49" charset="-122"/>
              </a:rPr>
              <a:t>d:\</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bk_teaching_manage.sql</a:t>
            </a:r>
            <a:endParaRPr kumimoji="1" lang="zh-CN" altLang="en-US" sz="2800" b="1" dirty="0">
              <a:effectLst>
                <a:outerShdw blurRad="38100" dist="38100" dir="2700000" algn="tl">
                  <a:srgbClr val="C0C0C0"/>
                </a:outerShdw>
              </a:effectLst>
              <a:latin typeface="楷体_GB2312" pitchFamily="49" charset="-122"/>
              <a:ea typeface="楷体_GB2312" pitchFamily="49" charset="-122"/>
            </a:endParaRPr>
          </a:p>
        </p:txBody>
      </p:sp>
      <p:sp>
        <p:nvSpPr>
          <p:cNvPr id="6" name="Text Box 5">
            <a:extLst>
              <a:ext uri="{FF2B5EF4-FFF2-40B4-BE49-F238E27FC236}">
                <a16:creationId xmlns:a16="http://schemas.microsoft.com/office/drawing/2014/main" id="{051CAE32-8C77-E6A5-1EB2-6FD943AD987C}"/>
              </a:ext>
            </a:extLst>
          </p:cNvPr>
          <p:cNvSpPr txBox="1">
            <a:spLocks noChangeArrowheads="1"/>
          </p:cNvSpPr>
          <p:nvPr/>
        </p:nvSpPr>
        <p:spPr bwMode="auto">
          <a:xfrm>
            <a:off x="411163" y="3051175"/>
            <a:ext cx="11380787"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mysqldump</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a:t>
            </a:r>
            <a:r>
              <a:rPr kumimoji="1"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uroot</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-p --databases </a:t>
            </a:r>
            <a:r>
              <a:rPr kumimoji="1"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teaching_manage</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&gt; d:\backup\bk_teaching_manage.sql</a:t>
            </a:r>
            <a:endPar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8" name="Text Box 5">
            <a:extLst>
              <a:ext uri="{FF2B5EF4-FFF2-40B4-BE49-F238E27FC236}">
                <a16:creationId xmlns:a16="http://schemas.microsoft.com/office/drawing/2014/main" id="{293EE2D6-2324-611E-F2E6-8D7622164009}"/>
              </a:ext>
            </a:extLst>
          </p:cNvPr>
          <p:cNvSpPr txBox="1">
            <a:spLocks noChangeArrowheads="1"/>
          </p:cNvSpPr>
          <p:nvPr/>
        </p:nvSpPr>
        <p:spPr bwMode="auto">
          <a:xfrm>
            <a:off x="395288" y="4292600"/>
            <a:ext cx="11382375" cy="50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Arial" charset="0"/>
              <a:buNone/>
              <a:defRPr/>
            </a:pP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rPr>
              <a:t>4】</a:t>
            </a:r>
            <a:r>
              <a:rPr kumimoji="1" lang="zh-CN" altLang="en-US" sz="2800" b="1" dirty="0">
                <a:effectLst>
                  <a:outerShdw blurRad="38100" dist="38100" dir="2700000" algn="tl">
                    <a:srgbClr val="C0C0C0"/>
                  </a:outerShdw>
                </a:effectLst>
                <a:latin typeface="楷体_GB2312" pitchFamily="49" charset="-122"/>
                <a:ea typeface="楷体_GB2312" pitchFamily="49" charset="-122"/>
              </a:rPr>
              <a:t>备份所有数据库到</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d:\</a:t>
            </a:r>
            <a:r>
              <a:rPr kumimoji="1"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backup_alldb.sql</a:t>
            </a:r>
            <a:r>
              <a:rPr kumimoji="1" lang="zh-CN" altLang="en-US" sz="2800" b="1" dirty="0">
                <a:effectLst>
                  <a:outerShdw blurRad="38100" dist="38100" dir="2700000" algn="tl">
                    <a:srgbClr val="C0C0C0"/>
                  </a:outerShdw>
                </a:effectLst>
                <a:latin typeface="楷体_GB2312" pitchFamily="49" charset="-122"/>
                <a:ea typeface="楷体_GB2312" pitchFamily="49" charset="-122"/>
              </a:rPr>
              <a:t>。</a:t>
            </a:r>
          </a:p>
        </p:txBody>
      </p:sp>
      <p:sp>
        <p:nvSpPr>
          <p:cNvPr id="9" name="Text Box 5">
            <a:extLst>
              <a:ext uri="{FF2B5EF4-FFF2-40B4-BE49-F238E27FC236}">
                <a16:creationId xmlns:a16="http://schemas.microsoft.com/office/drawing/2014/main" id="{36009143-EB7E-827E-352E-B61B14B214C3}"/>
              </a:ext>
            </a:extLst>
          </p:cNvPr>
          <p:cNvSpPr txBox="1">
            <a:spLocks noChangeArrowheads="1"/>
          </p:cNvSpPr>
          <p:nvPr/>
        </p:nvSpPr>
        <p:spPr bwMode="auto">
          <a:xfrm>
            <a:off x="431800" y="5084763"/>
            <a:ext cx="11380788"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mysqldump</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a:t>
            </a:r>
            <a:r>
              <a:rPr kumimoji="1"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uroot</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-p  --</a:t>
            </a:r>
            <a:r>
              <a:rPr kumimoji="1"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all_databases</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&gt; d:\</a:t>
            </a:r>
            <a:r>
              <a:rPr kumimoji="1"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backup_alldb.sql</a:t>
            </a:r>
            <a:endPar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10" name="TextBox 6">
            <a:extLst>
              <a:ext uri="{FF2B5EF4-FFF2-40B4-BE49-F238E27FC236}">
                <a16:creationId xmlns:a16="http://schemas.microsoft.com/office/drawing/2014/main" id="{930D6970-8040-EF23-CC0D-C31B38E2B69B}"/>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数据备份</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Box 5">
            <a:extLst>
              <a:ext uri="{FF2B5EF4-FFF2-40B4-BE49-F238E27FC236}">
                <a16:creationId xmlns:a16="http://schemas.microsoft.com/office/drawing/2014/main" id="{200407A2-9DFE-4EAE-B74C-BAF430E10F46}"/>
              </a:ext>
            </a:extLst>
          </p:cNvPr>
          <p:cNvSpPr txBox="1">
            <a:spLocks noChangeArrowheads="1"/>
          </p:cNvSpPr>
          <p:nvPr/>
        </p:nvSpPr>
        <p:spPr bwMode="auto">
          <a:xfrm>
            <a:off x="846138" y="1144588"/>
            <a:ext cx="1051242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rPr>
              <a:t>2.</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使用客户端工具备份数据库</a:t>
            </a:r>
            <a:endPar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5" name="Text Box 5">
            <a:extLst>
              <a:ext uri="{FF2B5EF4-FFF2-40B4-BE49-F238E27FC236}">
                <a16:creationId xmlns:a16="http://schemas.microsoft.com/office/drawing/2014/main" id="{6C16CF74-7FDF-D0C8-AFEE-4C4741CAEE63}"/>
              </a:ext>
            </a:extLst>
          </p:cNvPr>
          <p:cNvSpPr txBox="1">
            <a:spLocks noChangeArrowheads="1"/>
          </p:cNvSpPr>
          <p:nvPr/>
        </p:nvSpPr>
        <p:spPr bwMode="auto">
          <a:xfrm>
            <a:off x="411163" y="1889125"/>
            <a:ext cx="11380787" cy="1039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rPr>
              <a:t>5】</a:t>
            </a:r>
            <a:r>
              <a:rPr kumimoji="1" lang="zh-CN" altLang="en-US" sz="2800" b="1" dirty="0">
                <a:effectLst>
                  <a:outerShdw blurRad="38100" dist="38100" dir="2700000" algn="tl">
                    <a:srgbClr val="C0C0C0"/>
                  </a:outerShdw>
                </a:effectLst>
                <a:latin typeface="楷体_GB2312" pitchFamily="49" charset="-122"/>
                <a:ea typeface="楷体_GB2312" pitchFamily="49" charset="-122"/>
              </a:rPr>
              <a:t>在</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SQLyog</a:t>
            </a:r>
            <a:r>
              <a:rPr kumimoji="1" lang="zh-CN" altLang="en-US" sz="2800" b="1" dirty="0">
                <a:effectLst>
                  <a:outerShdw blurRad="38100" dist="38100" dir="2700000" algn="tl">
                    <a:srgbClr val="C0C0C0"/>
                  </a:outerShdw>
                </a:effectLst>
                <a:latin typeface="楷体_GB2312" pitchFamily="49" charset="-122"/>
                <a:ea typeface="楷体_GB2312" pitchFamily="49" charset="-122"/>
              </a:rPr>
              <a:t>主界面上，找到需要备份的数据库，右击该数据库，在弹出的快捷菜单中选择</a:t>
            </a: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rPr>
              <a:t>备份导出</a:t>
            </a: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rPr>
              <a:t>备份数据库，备份到</a:t>
            </a:r>
            <a:r>
              <a:rPr kumimoji="1" lang="en-US" altLang="zh-CN" sz="2800" b="1" dirty="0">
                <a:effectLst>
                  <a:outerShdw blurRad="38100" dist="38100" dir="2700000" algn="tl">
                    <a:srgbClr val="C0C0C0"/>
                  </a:outerShdw>
                </a:effectLst>
                <a:latin typeface="楷体_GB2312" pitchFamily="49" charset="-122"/>
                <a:ea typeface="楷体_GB2312" pitchFamily="49" charset="-122"/>
              </a:rPr>
              <a:t>SQL】</a:t>
            </a:r>
            <a:endParaRPr kumimoji="1" lang="zh-CN" altLang="en-US" sz="2800" b="1" dirty="0">
              <a:effectLst>
                <a:outerShdw blurRad="38100" dist="38100" dir="2700000" algn="tl">
                  <a:srgbClr val="C0C0C0"/>
                </a:outerShdw>
              </a:effectLst>
              <a:latin typeface="楷体_GB2312" pitchFamily="49" charset="-122"/>
              <a:ea typeface="楷体_GB2312" pitchFamily="49" charset="-122"/>
            </a:endParaRPr>
          </a:p>
        </p:txBody>
      </p:sp>
      <p:sp>
        <p:nvSpPr>
          <p:cNvPr id="10" name="TextBox 6">
            <a:extLst>
              <a:ext uri="{FF2B5EF4-FFF2-40B4-BE49-F238E27FC236}">
                <a16:creationId xmlns:a16="http://schemas.microsoft.com/office/drawing/2014/main" id="{D4C1BAA3-9B8D-E9DC-67FD-9194A4BE8F89}"/>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数据备份</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Box 5">
            <a:extLst>
              <a:ext uri="{FF2B5EF4-FFF2-40B4-BE49-F238E27FC236}">
                <a16:creationId xmlns:a16="http://schemas.microsoft.com/office/drawing/2014/main" id="{AFEF779B-71B0-7551-D331-BCA05F6B404A}"/>
              </a:ext>
            </a:extLst>
          </p:cNvPr>
          <p:cNvSpPr txBox="1">
            <a:spLocks noChangeArrowheads="1"/>
          </p:cNvSpPr>
          <p:nvPr/>
        </p:nvSpPr>
        <p:spPr bwMode="auto">
          <a:xfrm>
            <a:off x="698500" y="1341438"/>
            <a:ext cx="10512425" cy="198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数据库恢复</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就是让数据库根据备份的数据恢复到备份时的状态，也称为</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数据库还原</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。当数据库丢失或意外遭到破坏时，用户可以通过数据库还原功能将数据库还原，尽量减少数据丢失或意外破坏造成的损失。</a:t>
            </a:r>
          </a:p>
        </p:txBody>
      </p:sp>
      <p:sp>
        <p:nvSpPr>
          <p:cNvPr id="7" name="TextBox 6">
            <a:extLst>
              <a:ext uri="{FF2B5EF4-FFF2-40B4-BE49-F238E27FC236}">
                <a16:creationId xmlns:a16="http://schemas.microsoft.com/office/drawing/2014/main" id="{4DD406B6-4377-D276-4AC9-F8D73F98876F}"/>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数据恢复</a:t>
            </a:r>
          </a:p>
        </p:txBody>
      </p:sp>
      <p:sp>
        <p:nvSpPr>
          <p:cNvPr id="6" name="Text Box 5">
            <a:extLst>
              <a:ext uri="{FF2B5EF4-FFF2-40B4-BE49-F238E27FC236}">
                <a16:creationId xmlns:a16="http://schemas.microsoft.com/office/drawing/2014/main" id="{09E44BC6-B0AF-6527-5968-973741971C98}"/>
              </a:ext>
            </a:extLst>
          </p:cNvPr>
          <p:cNvSpPr txBox="1">
            <a:spLocks noChangeArrowheads="1"/>
          </p:cNvSpPr>
          <p:nvPr/>
        </p:nvSpPr>
        <p:spPr bwMode="auto">
          <a:xfrm>
            <a:off x="844550" y="3328988"/>
            <a:ext cx="1051242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rPr>
              <a:t>1.</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使用</a:t>
            </a:r>
            <a:r>
              <a:rPr kumimoji="1" lang="en-US" altLang="zh-CN" sz="2800" b="1" dirty="0" err="1">
                <a:solidFill>
                  <a:srgbClr val="C00000"/>
                </a:solidFill>
                <a:effectLst>
                  <a:outerShdw blurRad="38100" dist="38100" dir="2700000" algn="tl">
                    <a:srgbClr val="C0C0C0"/>
                  </a:outerShdw>
                </a:effectLst>
                <a:latin typeface="楷体_GB2312" pitchFamily="49" charset="-122"/>
                <a:ea typeface="楷体_GB2312" pitchFamily="49" charset="-122"/>
              </a:rPr>
              <a:t>mysql</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命令数据还原</a:t>
            </a:r>
            <a:endPar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8" name="Text Box 5">
            <a:extLst>
              <a:ext uri="{FF2B5EF4-FFF2-40B4-BE49-F238E27FC236}">
                <a16:creationId xmlns:a16="http://schemas.microsoft.com/office/drawing/2014/main" id="{5B8D3791-157E-FB30-A009-E9458E97CBD4}"/>
              </a:ext>
            </a:extLst>
          </p:cNvPr>
          <p:cNvSpPr txBox="1">
            <a:spLocks noChangeArrowheads="1"/>
          </p:cNvSpPr>
          <p:nvPr/>
        </p:nvSpPr>
        <p:spPr bwMode="auto">
          <a:xfrm>
            <a:off x="698500" y="4073525"/>
            <a:ext cx="10804525" cy="163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使用</a:t>
            </a:r>
            <a:r>
              <a:rPr kumimoji="1" lang="en-US" altLang="zh-CN" sz="2800" b="1" dirty="0" err="1">
                <a:solidFill>
                  <a:srgbClr val="C00000"/>
                </a:solidFill>
                <a:effectLst>
                  <a:outerShdw blurRad="38100" dist="38100" dir="2700000" algn="tl">
                    <a:srgbClr val="C0C0C0"/>
                  </a:outerShdw>
                </a:effectLst>
                <a:latin typeface="楷体_GB2312" pitchFamily="49" charset="-122"/>
                <a:ea typeface="楷体_GB2312" pitchFamily="49" charset="-122"/>
              </a:rPr>
              <a:t>mysql</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命令可以直接执行备份文件中的</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SQL</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语句，使数据库还原。数据库还原的语法格式如下：</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eaLnBrk="1" hangingPunct="1">
              <a:lnSpc>
                <a:spcPct val="110000"/>
              </a:lnSpc>
              <a:spcAft>
                <a:spcPts val="1200"/>
              </a:spcAft>
              <a:buClr>
                <a:srgbClr val="32C6CA"/>
              </a:buClr>
              <a:buSzPct val="80000"/>
              <a:buFont typeface="Wingdings" pitchFamily="2" charset="2"/>
              <a:buNone/>
              <a:defRPr/>
            </a:pPr>
            <a:r>
              <a:rPr kumimoji="1" lang="en-US" altLang="zh-CN" sz="2600" b="1" dirty="0" err="1">
                <a:solidFill>
                  <a:srgbClr val="7030A0"/>
                </a:solidFill>
                <a:effectLst>
                  <a:outerShdw blurRad="38100" dist="38100" dir="2700000" algn="tl">
                    <a:srgbClr val="C0C0C0"/>
                  </a:outerShdw>
                </a:effectLst>
                <a:latin typeface="楷体_GB2312" pitchFamily="49" charset="-122"/>
                <a:ea typeface="楷体_GB2312" pitchFamily="49" charset="-122"/>
              </a:rPr>
              <a:t>mysql</a:t>
            </a:r>
            <a:r>
              <a:rPr kumimoji="1" lang="en-US" altLang="zh-CN" sz="2600" b="1" dirty="0">
                <a:solidFill>
                  <a:srgbClr val="7030A0"/>
                </a:solidFill>
                <a:effectLst>
                  <a:outerShdw blurRad="38100" dist="38100" dir="2700000" algn="tl">
                    <a:srgbClr val="C0C0C0"/>
                  </a:outerShdw>
                </a:effectLst>
                <a:latin typeface="楷体_GB2312" pitchFamily="49" charset="-122"/>
                <a:ea typeface="楷体_GB2312" pitchFamily="49" charset="-122"/>
              </a:rPr>
              <a:t> –u username –p [</a:t>
            </a:r>
            <a:r>
              <a:rPr kumimoji="1" lang="en-US" altLang="zh-CN" sz="2600" b="1" dirty="0" err="1">
                <a:solidFill>
                  <a:srgbClr val="7030A0"/>
                </a:solidFill>
                <a:effectLst>
                  <a:outerShdw blurRad="38100" dist="38100" dir="2700000" algn="tl">
                    <a:srgbClr val="C0C0C0"/>
                  </a:outerShdw>
                </a:effectLst>
                <a:latin typeface="楷体_GB2312" pitchFamily="49" charset="-122"/>
                <a:ea typeface="楷体_GB2312" pitchFamily="49" charset="-122"/>
              </a:rPr>
              <a:t>databasename</a:t>
            </a:r>
            <a:r>
              <a:rPr kumimoji="1" lang="en-US" altLang="zh-CN" sz="2600" b="1" dirty="0">
                <a:solidFill>
                  <a:srgbClr val="7030A0"/>
                </a:solidFill>
                <a:effectLst>
                  <a:outerShdw blurRad="38100" dist="38100" dir="2700000" algn="tl">
                    <a:srgbClr val="C0C0C0"/>
                  </a:outerShdw>
                </a:effectLst>
                <a:latin typeface="楷体_GB2312" pitchFamily="49" charset="-122"/>
                <a:ea typeface="楷体_GB2312" pitchFamily="49" charset="-122"/>
              </a:rPr>
              <a:t>] &lt;</a:t>
            </a:r>
            <a:r>
              <a:rPr kumimoji="1" lang="en-US" altLang="zh-CN" sz="2600" b="1" dirty="0" err="1">
                <a:solidFill>
                  <a:srgbClr val="7030A0"/>
                </a:solidFill>
                <a:effectLst>
                  <a:outerShdw blurRad="38100" dist="38100" dir="2700000" algn="tl">
                    <a:srgbClr val="C0C0C0"/>
                  </a:outerShdw>
                </a:effectLst>
                <a:latin typeface="楷体_GB2312" pitchFamily="49" charset="-122"/>
                <a:ea typeface="楷体_GB2312" pitchFamily="49" charset="-122"/>
              </a:rPr>
              <a:t>filename.sql</a:t>
            </a:r>
            <a:endParaRPr kumimoji="1" lang="zh-CN" altLang="en-US" sz="2600" b="1" dirty="0">
              <a:solidFill>
                <a:srgbClr val="7030A0"/>
              </a:solidFill>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5">
            <a:extLst>
              <a:ext uri="{FF2B5EF4-FFF2-40B4-BE49-F238E27FC236}">
                <a16:creationId xmlns:a16="http://schemas.microsoft.com/office/drawing/2014/main" id="{FD3B360A-C0F2-4B51-CCD9-9E2003A9C6C6}"/>
              </a:ext>
            </a:extLst>
          </p:cNvPr>
          <p:cNvSpPr txBox="1">
            <a:spLocks noChangeArrowheads="1"/>
          </p:cNvSpPr>
          <p:nvPr/>
        </p:nvSpPr>
        <p:spPr bwMode="auto">
          <a:xfrm>
            <a:off x="411163" y="1227138"/>
            <a:ext cx="11380787"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rPr>
              <a:t>6】</a:t>
            </a:r>
            <a:r>
              <a:rPr kumimoji="1" lang="zh-CN" altLang="en-US" sz="2800" b="1" dirty="0">
                <a:effectLst>
                  <a:outerShdw blurRad="38100" dist="38100" dir="2700000" algn="tl">
                    <a:srgbClr val="C0C0C0"/>
                  </a:outerShdw>
                </a:effectLst>
                <a:latin typeface="楷体_GB2312" pitchFamily="49" charset="-122"/>
                <a:ea typeface="楷体_GB2312" pitchFamily="49" charset="-122"/>
              </a:rPr>
              <a:t>使用</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myslq</a:t>
            </a:r>
            <a:r>
              <a:rPr kumimoji="1" lang="zh-CN" altLang="en-US" sz="2800" b="1" dirty="0">
                <a:effectLst>
                  <a:outerShdw blurRad="38100" dist="38100" dir="2700000" algn="tl">
                    <a:srgbClr val="C0C0C0"/>
                  </a:outerShdw>
                </a:effectLst>
                <a:latin typeface="楷体_GB2312" pitchFamily="49" charset="-122"/>
                <a:ea typeface="楷体_GB2312" pitchFamily="49" charset="-122"/>
              </a:rPr>
              <a:t>命令和备份文件</a:t>
            </a:r>
            <a:r>
              <a:rPr kumimoji="1" lang="en-US" altLang="zh-CN" sz="2800" b="1" dirty="0">
                <a:effectLst>
                  <a:outerShdw blurRad="38100" dist="38100" dir="2700000" algn="tl">
                    <a:srgbClr val="C0C0C0"/>
                  </a:outerShdw>
                </a:effectLst>
                <a:latin typeface="楷体_GB2312" pitchFamily="49" charset="-122"/>
                <a:ea typeface="楷体_GB2312" pitchFamily="49" charset="-122"/>
              </a:rPr>
              <a:t>d:\</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bk_student.sql</a:t>
            </a:r>
            <a:r>
              <a:rPr kumimoji="1" lang="zh-CN" altLang="en-US" sz="2800" b="1" dirty="0">
                <a:effectLst>
                  <a:outerShdw blurRad="38100" dist="38100" dir="2700000" algn="tl">
                    <a:srgbClr val="C0C0C0"/>
                  </a:outerShdw>
                </a:effectLst>
                <a:latin typeface="楷体_GB2312" pitchFamily="49" charset="-122"/>
                <a:ea typeface="楷体_GB2312" pitchFamily="49" charset="-122"/>
              </a:rPr>
              <a:t>还原数据库。</a:t>
            </a:r>
          </a:p>
        </p:txBody>
      </p:sp>
      <p:sp>
        <p:nvSpPr>
          <p:cNvPr id="10" name="Text Box 5">
            <a:extLst>
              <a:ext uri="{FF2B5EF4-FFF2-40B4-BE49-F238E27FC236}">
                <a16:creationId xmlns:a16="http://schemas.microsoft.com/office/drawing/2014/main" id="{8776974E-CFA7-44A5-06E4-BDE2B288D8FA}"/>
              </a:ext>
            </a:extLst>
          </p:cNvPr>
          <p:cNvSpPr txBox="1">
            <a:spLocks noChangeArrowheads="1"/>
          </p:cNvSpPr>
          <p:nvPr/>
        </p:nvSpPr>
        <p:spPr bwMode="auto">
          <a:xfrm>
            <a:off x="446088" y="2060575"/>
            <a:ext cx="11380787"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mysql</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a:t>
            </a:r>
            <a:r>
              <a:rPr kumimoji="1"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uroot</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-p </a:t>
            </a:r>
            <a:r>
              <a:rPr kumimoji="1"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teaching_manage</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&lt;d:\backup\bk_student.sql</a:t>
            </a:r>
            <a:endPar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12" name="Text Box 5">
            <a:extLst>
              <a:ext uri="{FF2B5EF4-FFF2-40B4-BE49-F238E27FC236}">
                <a16:creationId xmlns:a16="http://schemas.microsoft.com/office/drawing/2014/main" id="{864ED2BA-F327-4A21-16C2-E8A7600646C0}"/>
              </a:ext>
            </a:extLst>
          </p:cNvPr>
          <p:cNvSpPr txBox="1">
            <a:spLocks noChangeArrowheads="1"/>
          </p:cNvSpPr>
          <p:nvPr/>
        </p:nvSpPr>
        <p:spPr bwMode="auto">
          <a:xfrm>
            <a:off x="698500" y="3603625"/>
            <a:ext cx="10512425"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rPr>
              <a:t>2.</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使用客户端工具恢复数据库</a:t>
            </a:r>
          </a:p>
        </p:txBody>
      </p:sp>
      <p:sp>
        <p:nvSpPr>
          <p:cNvPr id="13" name="Text Box 5">
            <a:extLst>
              <a:ext uri="{FF2B5EF4-FFF2-40B4-BE49-F238E27FC236}">
                <a16:creationId xmlns:a16="http://schemas.microsoft.com/office/drawing/2014/main" id="{3DF2EBCA-3E79-80CC-3560-9F7A072FAD1A}"/>
              </a:ext>
            </a:extLst>
          </p:cNvPr>
          <p:cNvSpPr txBox="1">
            <a:spLocks noChangeArrowheads="1"/>
          </p:cNvSpPr>
          <p:nvPr/>
        </p:nvSpPr>
        <p:spPr bwMode="auto">
          <a:xfrm>
            <a:off x="552450" y="4348163"/>
            <a:ext cx="10804525" cy="103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SQLyog</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工具支持</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en-US" altLang="zh-CN" sz="2800" b="1" dirty="0" err="1">
                <a:solidFill>
                  <a:srgbClr val="002060"/>
                </a:solidFill>
                <a:effectLst>
                  <a:outerShdw blurRad="38100" dist="38100" dir="2700000" algn="tl">
                    <a:srgbClr val="C0C0C0"/>
                  </a:outerShdw>
                </a:effectLst>
                <a:latin typeface="楷体_GB2312" pitchFamily="49" charset="-122"/>
                <a:ea typeface="楷体_GB2312" pitchFamily="49" charset="-122"/>
              </a:rPr>
              <a:t>sql</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文件的导入，导入的文件中如果包含创建数据库语句，则需要先将表中存在的数据库删除，然后再执行导入操作。</a:t>
            </a:r>
            <a:endParaRPr kumimoji="1" lang="zh-CN" altLang="en-US" sz="2600" b="1" dirty="0">
              <a:solidFill>
                <a:srgbClr val="7030A0"/>
              </a:solidFill>
              <a:effectLst>
                <a:outerShdw blurRad="38100" dist="38100" dir="2700000" algn="tl">
                  <a:srgbClr val="C0C0C0"/>
                </a:outerShdw>
              </a:effectLst>
              <a:latin typeface="楷体_GB2312" pitchFamily="49" charset="-122"/>
              <a:ea typeface="楷体_GB2312" pitchFamily="49" charset="-122"/>
            </a:endParaRPr>
          </a:p>
        </p:txBody>
      </p:sp>
      <p:sp>
        <p:nvSpPr>
          <p:cNvPr id="14" name="TextBox 6">
            <a:extLst>
              <a:ext uri="{FF2B5EF4-FFF2-40B4-BE49-F238E27FC236}">
                <a16:creationId xmlns:a16="http://schemas.microsoft.com/office/drawing/2014/main" id="{A7CC4DF4-2E18-AE30-5585-116BFD19D9DE}"/>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数据恢复</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6">
            <a:extLst>
              <a:ext uri="{FF2B5EF4-FFF2-40B4-BE49-F238E27FC236}">
                <a16:creationId xmlns:a16="http://schemas.microsoft.com/office/drawing/2014/main" id="{D38BD77C-1192-1407-5850-D0BF8E5DCBEC}"/>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日志文件</a:t>
            </a:r>
          </a:p>
        </p:txBody>
      </p:sp>
      <p:sp>
        <p:nvSpPr>
          <p:cNvPr id="7" name="Text Box 5">
            <a:extLst>
              <a:ext uri="{FF2B5EF4-FFF2-40B4-BE49-F238E27FC236}">
                <a16:creationId xmlns:a16="http://schemas.microsoft.com/office/drawing/2014/main" id="{9410B18E-5B81-07E1-2C81-D89237465289}"/>
              </a:ext>
            </a:extLst>
          </p:cNvPr>
          <p:cNvSpPr txBox="1">
            <a:spLocks noChangeArrowheads="1"/>
          </p:cNvSpPr>
          <p:nvPr/>
        </p:nvSpPr>
        <p:spPr bwMode="auto">
          <a:xfrm>
            <a:off x="844550" y="1389063"/>
            <a:ext cx="10512425" cy="198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在实际操作中，用户和管理员不可能随时备份数据，但当数据丢失时，或者数据库目录中的文件损坏时，只能恢复已经备份的文件，而在这之后更新的数据就没法恢复了。为了解决这个问题，就必须使用</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日志文件</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p>
        </p:txBody>
      </p:sp>
      <p:sp>
        <p:nvSpPr>
          <p:cNvPr id="4" name="Text Box 5">
            <a:extLst>
              <a:ext uri="{FF2B5EF4-FFF2-40B4-BE49-F238E27FC236}">
                <a16:creationId xmlns:a16="http://schemas.microsoft.com/office/drawing/2014/main" id="{2E3024A6-8DBE-4301-7E95-9A09461C8E51}"/>
              </a:ext>
            </a:extLst>
          </p:cNvPr>
          <p:cNvSpPr txBox="1">
            <a:spLocks noChangeArrowheads="1"/>
          </p:cNvSpPr>
          <p:nvPr/>
        </p:nvSpPr>
        <p:spPr bwMode="auto">
          <a:xfrm>
            <a:off x="854075" y="3560763"/>
            <a:ext cx="10512425" cy="151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日志文件</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是用来记录数据库的运行情况、用户操作和错误信息等。通过分析这些日志文件，可以了解数据库的运行情况、日常操作、错误信息和需要进行优化的内容。</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5">
            <a:extLst>
              <a:ext uri="{FF2B5EF4-FFF2-40B4-BE49-F238E27FC236}">
                <a16:creationId xmlns:a16="http://schemas.microsoft.com/office/drawing/2014/main" id="{FCC806CB-5162-6503-9121-FBCEFBB57629}"/>
              </a:ext>
            </a:extLst>
          </p:cNvPr>
          <p:cNvSpPr txBox="1">
            <a:spLocks noChangeArrowheads="1"/>
          </p:cNvSpPr>
          <p:nvPr/>
        </p:nvSpPr>
        <p:spPr bwMode="auto">
          <a:xfrm>
            <a:off x="844550" y="1412875"/>
            <a:ext cx="10512425" cy="229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日志文件</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记录事务对数据库的更新操作，以记录或数据块为单位。为了保证数据库的可恢复性，撰写日志文件应遵循两条原则：</a:t>
            </a:r>
          </a:p>
          <a:p>
            <a:pPr marL="457200" indent="-457200" eaLnBrk="1" hangingPunct="1">
              <a:lnSpc>
                <a:spcPct val="110000"/>
              </a:lnSpc>
              <a:spcAft>
                <a:spcPts val="1200"/>
              </a:spcAft>
              <a:buClr>
                <a:srgbClr val="32C6CA"/>
              </a:buClr>
              <a:buSzPct val="80000"/>
              <a:buFont typeface="Wingdings" panose="05000000000000000000" pitchFamily="2" charset="2"/>
              <a:buChar char="u"/>
              <a:defRPr/>
            </a:pP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1</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）撰写的次序严格按照并发事务执行的时间次序；</a:t>
            </a:r>
          </a:p>
          <a:p>
            <a:pPr marL="457200" indent="-457200" eaLnBrk="1" hangingPunct="1">
              <a:lnSpc>
                <a:spcPct val="110000"/>
              </a:lnSpc>
              <a:spcAft>
                <a:spcPts val="1200"/>
              </a:spcAft>
              <a:buClr>
                <a:srgbClr val="32C6CA"/>
              </a:buClr>
              <a:buSzPct val="80000"/>
              <a:buFont typeface="Wingdings" panose="05000000000000000000" pitchFamily="2" charset="2"/>
              <a:buChar char="u"/>
              <a:defRPr/>
            </a:pP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2</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）应先写日志文件后写数据库。</a:t>
            </a:r>
          </a:p>
        </p:txBody>
      </p:sp>
      <p:sp>
        <p:nvSpPr>
          <p:cNvPr id="6" name="TextBox 6">
            <a:extLst>
              <a:ext uri="{FF2B5EF4-FFF2-40B4-BE49-F238E27FC236}">
                <a16:creationId xmlns:a16="http://schemas.microsoft.com/office/drawing/2014/main" id="{BECD18A8-A68F-FCE5-09D3-FDA26B853DB9}"/>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日志文件</a:t>
            </a:r>
          </a:p>
        </p:txBody>
      </p:sp>
      <p:sp>
        <p:nvSpPr>
          <p:cNvPr id="5" name="Text Box 5">
            <a:extLst>
              <a:ext uri="{FF2B5EF4-FFF2-40B4-BE49-F238E27FC236}">
                <a16:creationId xmlns:a16="http://schemas.microsoft.com/office/drawing/2014/main" id="{29E24CFA-E02F-E2E0-ACB9-E4D21F5E19A8}"/>
              </a:ext>
            </a:extLst>
          </p:cNvPr>
          <p:cNvSpPr txBox="1">
            <a:spLocks noChangeArrowheads="1"/>
          </p:cNvSpPr>
          <p:nvPr/>
        </p:nvSpPr>
        <p:spPr bwMode="auto">
          <a:xfrm>
            <a:off x="857250" y="4076700"/>
            <a:ext cx="10512425" cy="166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常用的日志文件有：</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错误日志、二进制日志、通用查询日志、慢查询日志</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等</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eaLnBrk="1" hangingPunct="1">
              <a:lnSpc>
                <a:spcPct val="110000"/>
              </a:lnSpc>
              <a:spcAft>
                <a:spcPts val="1200"/>
              </a:spcAft>
              <a:buClr>
                <a:srgbClr val="32C6CA"/>
              </a:buClr>
              <a:buSzPct val="80000"/>
              <a:buFont typeface="Wingdings" pitchFamily="2" charset="2"/>
              <a:buNone/>
              <a:defRPr/>
            </a:pPr>
            <a:endPar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对象 2">
            <a:extLst>
              <a:ext uri="{FF2B5EF4-FFF2-40B4-BE49-F238E27FC236}">
                <a16:creationId xmlns:a16="http://schemas.microsoft.com/office/drawing/2014/main" id="{7327FB6E-163B-D6CC-5ABC-0A6DA2DB8D24}"/>
              </a:ext>
            </a:extLst>
          </p:cNvPr>
          <p:cNvGraphicFramePr>
            <a:graphicFrameLocks noChangeAspect="1"/>
          </p:cNvGraphicFramePr>
          <p:nvPr/>
        </p:nvGraphicFramePr>
        <p:xfrm>
          <a:off x="627063" y="1268413"/>
          <a:ext cx="10715625" cy="5256212"/>
        </p:xfrm>
        <a:graphic>
          <a:graphicData uri="http://schemas.openxmlformats.org/presentationml/2006/ole">
            <mc:AlternateContent xmlns:mc="http://schemas.openxmlformats.org/markup-compatibility/2006">
              <mc:Choice xmlns:v="urn:schemas-microsoft-com:vml" Requires="v">
                <p:oleObj name="文档" r:id="rId3" imgW="5443923" imgH="2669756" progId="Word.Document.12">
                  <p:embed/>
                </p:oleObj>
              </mc:Choice>
              <mc:Fallback>
                <p:oleObj name="文档" r:id="rId3" imgW="5443923" imgH="2669756" progId="Word.Document.12">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063" y="1268413"/>
                        <a:ext cx="10715625" cy="525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TextBox 6">
            <a:extLst>
              <a:ext uri="{FF2B5EF4-FFF2-40B4-BE49-F238E27FC236}">
                <a16:creationId xmlns:a16="http://schemas.microsoft.com/office/drawing/2014/main" id="{791DD56C-F669-E4FE-7B54-9D26E296D6B1}"/>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日志文件</a:t>
            </a:r>
          </a:p>
        </p:txBody>
      </p:sp>
    </p:spTree>
  </p:cSld>
  <p:clrMapOvr>
    <a:masterClrMapping/>
  </p:clrMapOvr>
  <p:transition spd="slow">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5">
            <a:extLst>
              <a:ext uri="{FF2B5EF4-FFF2-40B4-BE49-F238E27FC236}">
                <a16:creationId xmlns:a16="http://schemas.microsoft.com/office/drawing/2014/main" id="{D02E19F1-39DC-D4C4-EBC2-3155D63404AD}"/>
              </a:ext>
            </a:extLst>
          </p:cNvPr>
          <p:cNvSpPr txBox="1">
            <a:spLocks noChangeArrowheads="1"/>
          </p:cNvSpPr>
          <p:nvPr/>
        </p:nvSpPr>
        <p:spPr bwMode="auto">
          <a:xfrm>
            <a:off x="844550" y="1101725"/>
            <a:ext cx="1051242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MySQL8</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配置文件</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my.ini</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中默认的日志设置如下。</a:t>
            </a:r>
          </a:p>
        </p:txBody>
      </p:sp>
      <p:sp>
        <p:nvSpPr>
          <p:cNvPr id="6" name="TextBox 6">
            <a:extLst>
              <a:ext uri="{FF2B5EF4-FFF2-40B4-BE49-F238E27FC236}">
                <a16:creationId xmlns:a16="http://schemas.microsoft.com/office/drawing/2014/main" id="{16BE461A-7D04-DE37-6AE9-F178FDCFD4D1}"/>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日志文件</a:t>
            </a:r>
          </a:p>
        </p:txBody>
      </p:sp>
      <p:graphicFrame>
        <p:nvGraphicFramePr>
          <p:cNvPr id="19460" name="对象 2">
            <a:extLst>
              <a:ext uri="{FF2B5EF4-FFF2-40B4-BE49-F238E27FC236}">
                <a16:creationId xmlns:a16="http://schemas.microsoft.com/office/drawing/2014/main" id="{D9F590EC-6F94-858B-FA49-E9D08D195B29}"/>
              </a:ext>
            </a:extLst>
          </p:cNvPr>
          <p:cNvGraphicFramePr>
            <a:graphicFrameLocks noChangeAspect="1"/>
          </p:cNvGraphicFramePr>
          <p:nvPr/>
        </p:nvGraphicFramePr>
        <p:xfrm>
          <a:off x="630238" y="1844675"/>
          <a:ext cx="11414125" cy="4240213"/>
        </p:xfrm>
        <a:graphic>
          <a:graphicData uri="http://schemas.openxmlformats.org/presentationml/2006/ole">
            <mc:AlternateContent xmlns:mc="http://schemas.openxmlformats.org/markup-compatibility/2006">
              <mc:Choice xmlns:v="urn:schemas-microsoft-com:vml" Requires="v">
                <p:oleObj name="文档" r:id="rId3" imgW="5443923" imgH="2178555" progId="Word.Document.12">
                  <p:embed/>
                </p:oleObj>
              </mc:Choice>
              <mc:Fallback>
                <p:oleObj name="文档" r:id="rId3" imgW="5443923" imgH="2178555" progId="Word.Document.12">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238" y="1844675"/>
                        <a:ext cx="11414125" cy="424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9" name="组合 8">
            <a:extLst>
              <a:ext uri="{FF2B5EF4-FFF2-40B4-BE49-F238E27FC236}">
                <a16:creationId xmlns:a16="http://schemas.microsoft.com/office/drawing/2014/main" id="{5A187E52-525D-79F2-3B16-0343BE935518}"/>
              </a:ext>
            </a:extLst>
          </p:cNvPr>
          <p:cNvGrpSpPr>
            <a:grpSpLocks/>
          </p:cNvGrpSpPr>
          <p:nvPr/>
        </p:nvGrpSpPr>
        <p:grpSpPr bwMode="auto">
          <a:xfrm>
            <a:off x="3506788" y="1916113"/>
            <a:ext cx="4608512" cy="1079500"/>
            <a:chOff x="3506995" y="2420930"/>
            <a:chExt cx="4608320" cy="1080075"/>
          </a:xfrm>
        </p:grpSpPr>
        <p:sp>
          <p:nvSpPr>
            <p:cNvPr id="19462" name="矩形标注 4">
              <a:extLst>
                <a:ext uri="{FF2B5EF4-FFF2-40B4-BE49-F238E27FC236}">
                  <a16:creationId xmlns:a16="http://schemas.microsoft.com/office/drawing/2014/main" id="{05098591-44D6-0679-1E5B-A74ECD3EF45D}"/>
                </a:ext>
              </a:extLst>
            </p:cNvPr>
            <p:cNvSpPr>
              <a:spLocks noChangeArrowheads="1"/>
            </p:cNvSpPr>
            <p:nvPr/>
          </p:nvSpPr>
          <p:spPr bwMode="auto">
            <a:xfrm>
              <a:off x="6100762" y="2420930"/>
              <a:ext cx="2014553" cy="648045"/>
            </a:xfrm>
            <a:prstGeom prst="wedgeRectCallout">
              <a:avLst>
                <a:gd name="adj1" fmla="val -66944"/>
                <a:gd name="adj2" fmla="val 44583"/>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2400">
                  <a:solidFill>
                    <a:srgbClr val="C00000"/>
                  </a:solidFill>
                  <a:latin typeface="微软雅黑" panose="020B0503020204020204" pitchFamily="34" charset="-122"/>
                  <a:ea typeface="微软雅黑" panose="020B0503020204020204" pitchFamily="34" charset="-122"/>
                </a:rPr>
                <a:t>主机名</a:t>
              </a:r>
            </a:p>
          </p:txBody>
        </p:sp>
        <p:sp>
          <p:nvSpPr>
            <p:cNvPr id="19463" name="矩形 7">
              <a:extLst>
                <a:ext uri="{FF2B5EF4-FFF2-40B4-BE49-F238E27FC236}">
                  <a16:creationId xmlns:a16="http://schemas.microsoft.com/office/drawing/2014/main" id="{B8CDD6C1-63E1-552D-C26E-666CA6DE66BB}"/>
                </a:ext>
              </a:extLst>
            </p:cNvPr>
            <p:cNvSpPr>
              <a:spLocks noChangeArrowheads="1"/>
            </p:cNvSpPr>
            <p:nvPr/>
          </p:nvSpPr>
          <p:spPr bwMode="auto">
            <a:xfrm>
              <a:off x="3506995" y="3068975"/>
              <a:ext cx="2304160" cy="432030"/>
            </a:xfrm>
            <a:prstGeom prst="rect">
              <a:avLst/>
            </a:prstGeom>
            <a:noFill/>
            <a:ln w="1905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en-US" sz="3200" b="1">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F5367FE7-4F3F-503B-76AA-854C067F113F}"/>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二进制日志文件</a:t>
            </a:r>
          </a:p>
        </p:txBody>
      </p:sp>
      <p:sp>
        <p:nvSpPr>
          <p:cNvPr id="4" name="Text Box 5">
            <a:extLst>
              <a:ext uri="{FF2B5EF4-FFF2-40B4-BE49-F238E27FC236}">
                <a16:creationId xmlns:a16="http://schemas.microsoft.com/office/drawing/2014/main" id="{B9F9DAA9-2828-A04B-80AF-4526B79AFCEB}"/>
              </a:ext>
            </a:extLst>
          </p:cNvPr>
          <p:cNvSpPr txBox="1">
            <a:spLocks noChangeArrowheads="1"/>
          </p:cNvSpPr>
          <p:nvPr/>
        </p:nvSpPr>
        <p:spPr bwMode="auto">
          <a:xfrm>
            <a:off x="639763" y="1233488"/>
            <a:ext cx="10872787" cy="151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当数据库遭到破坏后可以将后备副本重新装入，但重装后备副本只能将数据库恢复到备份时的状态，要想恢复到故障发生时的状态，必须</a:t>
            </a:r>
            <a:r>
              <a:rPr kumimoji="1" lang="zh-CN" altLang="en-US" sz="2800" b="1" u="sng" dirty="0">
                <a:solidFill>
                  <a:srgbClr val="C00000"/>
                </a:solidFill>
                <a:effectLst>
                  <a:outerShdw blurRad="38100" dist="38100" dir="2700000" algn="tl">
                    <a:srgbClr val="C0C0C0"/>
                  </a:outerShdw>
                </a:effectLst>
                <a:latin typeface="楷体_GB2312" pitchFamily="49" charset="-122"/>
                <a:ea typeface="楷体_GB2312" pitchFamily="49" charset="-122"/>
              </a:rPr>
              <a:t>借助二进制日志文件重新运行自转储以后的所有更新事务</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p>
        </p:txBody>
      </p:sp>
      <p:grpSp>
        <p:nvGrpSpPr>
          <p:cNvPr id="5" name="Group 1080">
            <a:extLst>
              <a:ext uri="{FF2B5EF4-FFF2-40B4-BE49-F238E27FC236}">
                <a16:creationId xmlns:a16="http://schemas.microsoft.com/office/drawing/2014/main" id="{BDA28374-AEA6-2A86-3EEB-DBFE092B2DED}"/>
              </a:ext>
            </a:extLst>
          </p:cNvPr>
          <p:cNvGrpSpPr>
            <a:grpSpLocks/>
          </p:cNvGrpSpPr>
          <p:nvPr/>
        </p:nvGrpSpPr>
        <p:grpSpPr bwMode="auto">
          <a:xfrm>
            <a:off x="4294188" y="3203575"/>
            <a:ext cx="1524000" cy="774700"/>
            <a:chOff x="1800" y="784"/>
            <a:chExt cx="960" cy="488"/>
          </a:xfrm>
        </p:grpSpPr>
        <p:sp>
          <p:nvSpPr>
            <p:cNvPr id="20514" name="Line 1043">
              <a:extLst>
                <a:ext uri="{FF2B5EF4-FFF2-40B4-BE49-F238E27FC236}">
                  <a16:creationId xmlns:a16="http://schemas.microsoft.com/office/drawing/2014/main" id="{1585C828-3A43-B26C-ECB3-0B065FB75D15}"/>
                </a:ext>
              </a:extLst>
            </p:cNvPr>
            <p:cNvSpPr>
              <a:spLocks noChangeShapeType="1"/>
            </p:cNvSpPr>
            <p:nvPr/>
          </p:nvSpPr>
          <p:spPr bwMode="auto">
            <a:xfrm>
              <a:off x="1800" y="1272"/>
              <a:ext cx="960" cy="0"/>
            </a:xfrm>
            <a:prstGeom prst="line">
              <a:avLst/>
            </a:prstGeom>
            <a:noFill/>
            <a:ln w="38100">
              <a:solidFill>
                <a:srgbClr val="9933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Text Box 1046">
              <a:extLst>
                <a:ext uri="{FF2B5EF4-FFF2-40B4-BE49-F238E27FC236}">
                  <a16:creationId xmlns:a16="http://schemas.microsoft.com/office/drawing/2014/main" id="{1AAA0FE0-F03F-D3BF-6838-E37C2FDF7E23}"/>
                </a:ext>
              </a:extLst>
            </p:cNvPr>
            <p:cNvSpPr txBox="1">
              <a:spLocks noChangeArrowheads="1"/>
            </p:cNvSpPr>
            <p:nvPr/>
          </p:nvSpPr>
          <p:spPr bwMode="auto">
            <a:xfrm>
              <a:off x="1994" y="784"/>
              <a:ext cx="40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33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dirty="0">
                  <a:solidFill>
                    <a:srgbClr val="993366"/>
                  </a:solidFill>
                  <a:effectLst>
                    <a:outerShdw blurRad="38100" dist="38100" dir="2700000" algn="tl">
                      <a:srgbClr val="C0C0C0"/>
                    </a:outerShdw>
                  </a:effectLst>
                </a:rPr>
                <a:t>备份</a:t>
              </a:r>
            </a:p>
          </p:txBody>
        </p:sp>
      </p:grpSp>
      <p:grpSp>
        <p:nvGrpSpPr>
          <p:cNvPr id="10" name="Group 1082">
            <a:extLst>
              <a:ext uri="{FF2B5EF4-FFF2-40B4-BE49-F238E27FC236}">
                <a16:creationId xmlns:a16="http://schemas.microsoft.com/office/drawing/2014/main" id="{810DB7B8-AE22-0F64-7AA9-4207AE7F7CBE}"/>
              </a:ext>
            </a:extLst>
          </p:cNvPr>
          <p:cNvGrpSpPr>
            <a:grpSpLocks/>
          </p:cNvGrpSpPr>
          <p:nvPr/>
        </p:nvGrpSpPr>
        <p:grpSpPr bwMode="auto">
          <a:xfrm>
            <a:off x="5837238" y="3203575"/>
            <a:ext cx="2019300" cy="774700"/>
            <a:chOff x="2772" y="784"/>
            <a:chExt cx="1272" cy="488"/>
          </a:xfrm>
        </p:grpSpPr>
        <p:sp>
          <p:nvSpPr>
            <p:cNvPr id="20512" name="Line 1048">
              <a:extLst>
                <a:ext uri="{FF2B5EF4-FFF2-40B4-BE49-F238E27FC236}">
                  <a16:creationId xmlns:a16="http://schemas.microsoft.com/office/drawing/2014/main" id="{77B9C698-5316-14A9-E130-EADADB03BAAC}"/>
                </a:ext>
              </a:extLst>
            </p:cNvPr>
            <p:cNvSpPr>
              <a:spLocks noChangeShapeType="1"/>
            </p:cNvSpPr>
            <p:nvPr/>
          </p:nvSpPr>
          <p:spPr bwMode="auto">
            <a:xfrm>
              <a:off x="2772" y="1272"/>
              <a:ext cx="1272" cy="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Text Box 1049">
              <a:extLst>
                <a:ext uri="{FF2B5EF4-FFF2-40B4-BE49-F238E27FC236}">
                  <a16:creationId xmlns:a16="http://schemas.microsoft.com/office/drawing/2014/main" id="{6354F657-5665-40AF-FF01-CA45AFCA6BE6}"/>
                </a:ext>
              </a:extLst>
            </p:cNvPr>
            <p:cNvSpPr txBox="1">
              <a:spLocks noChangeArrowheads="1"/>
            </p:cNvSpPr>
            <p:nvPr/>
          </p:nvSpPr>
          <p:spPr bwMode="auto">
            <a:xfrm>
              <a:off x="2822" y="784"/>
              <a:ext cx="101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a:solidFill>
                    <a:schemeClr val="accent2"/>
                  </a:solidFill>
                  <a:effectLst>
                    <a:outerShdw blurRad="38100" dist="38100" dir="2700000" algn="tl">
                      <a:srgbClr val="C0C0C0"/>
                    </a:outerShdw>
                  </a:effectLst>
                </a:rPr>
                <a:t>运行事务</a:t>
              </a:r>
            </a:p>
          </p:txBody>
        </p:sp>
      </p:grpSp>
      <p:grpSp>
        <p:nvGrpSpPr>
          <p:cNvPr id="13" name="Group 1084">
            <a:extLst>
              <a:ext uri="{FF2B5EF4-FFF2-40B4-BE49-F238E27FC236}">
                <a16:creationId xmlns:a16="http://schemas.microsoft.com/office/drawing/2014/main" id="{6C51C274-7554-8C18-5C09-828095866F25}"/>
              </a:ext>
            </a:extLst>
          </p:cNvPr>
          <p:cNvGrpSpPr>
            <a:grpSpLocks/>
          </p:cNvGrpSpPr>
          <p:nvPr/>
        </p:nvGrpSpPr>
        <p:grpSpPr bwMode="auto">
          <a:xfrm>
            <a:off x="7307263" y="3141663"/>
            <a:ext cx="1196975" cy="836612"/>
            <a:chOff x="3698" y="745"/>
            <a:chExt cx="754" cy="527"/>
          </a:xfrm>
        </p:grpSpPr>
        <p:sp>
          <p:nvSpPr>
            <p:cNvPr id="20510" name="Line 1050">
              <a:extLst>
                <a:ext uri="{FF2B5EF4-FFF2-40B4-BE49-F238E27FC236}">
                  <a16:creationId xmlns:a16="http://schemas.microsoft.com/office/drawing/2014/main" id="{5052C881-26FE-4846-A4E0-549B1DA2BFCF}"/>
                </a:ext>
              </a:extLst>
            </p:cNvPr>
            <p:cNvSpPr>
              <a:spLocks noChangeShapeType="1"/>
            </p:cNvSpPr>
            <p:nvPr/>
          </p:nvSpPr>
          <p:spPr bwMode="auto">
            <a:xfrm>
              <a:off x="4044" y="1272"/>
              <a:ext cx="408"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Rectangle 1053">
              <a:extLst>
                <a:ext uri="{FF2B5EF4-FFF2-40B4-BE49-F238E27FC236}">
                  <a16:creationId xmlns:a16="http://schemas.microsoft.com/office/drawing/2014/main" id="{986F1AB7-3C8B-1253-E4F1-1A0243FDB255}"/>
                </a:ext>
              </a:extLst>
            </p:cNvPr>
            <p:cNvSpPr>
              <a:spLocks noChangeArrowheads="1"/>
            </p:cNvSpPr>
            <p:nvPr/>
          </p:nvSpPr>
          <p:spPr bwMode="auto">
            <a:xfrm>
              <a:off x="3698" y="745"/>
              <a:ext cx="69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dirty="0">
                  <a:solidFill>
                    <a:schemeClr val="accent2"/>
                  </a:solidFill>
                  <a:effectLst>
                    <a:outerShdw blurRad="38100" dist="38100" dir="2700000" algn="tl">
                      <a:srgbClr val="C0C0C0"/>
                    </a:outerShdw>
                  </a:effectLst>
                </a:rPr>
                <a:t>故障时刻</a:t>
              </a:r>
            </a:p>
          </p:txBody>
        </p:sp>
      </p:grpSp>
      <p:sp>
        <p:nvSpPr>
          <p:cNvPr id="16" name="Line 1059">
            <a:extLst>
              <a:ext uri="{FF2B5EF4-FFF2-40B4-BE49-F238E27FC236}">
                <a16:creationId xmlns:a16="http://schemas.microsoft.com/office/drawing/2014/main" id="{ED2898B1-1B8F-1B2D-E1FD-27B8A6F21E62}"/>
              </a:ext>
            </a:extLst>
          </p:cNvPr>
          <p:cNvSpPr>
            <a:spLocks noChangeShapeType="1"/>
          </p:cNvSpPr>
          <p:nvPr/>
        </p:nvSpPr>
        <p:spPr bwMode="auto">
          <a:xfrm>
            <a:off x="5818188" y="5305425"/>
            <a:ext cx="0" cy="1905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 name="Group 1087">
            <a:extLst>
              <a:ext uri="{FF2B5EF4-FFF2-40B4-BE49-F238E27FC236}">
                <a16:creationId xmlns:a16="http://schemas.microsoft.com/office/drawing/2014/main" id="{7A804BA5-8CE2-EAD1-5BE3-73E67A242913}"/>
              </a:ext>
            </a:extLst>
          </p:cNvPr>
          <p:cNvGrpSpPr>
            <a:grpSpLocks/>
          </p:cNvGrpSpPr>
          <p:nvPr/>
        </p:nvGrpSpPr>
        <p:grpSpPr bwMode="auto">
          <a:xfrm>
            <a:off x="3554413" y="4625975"/>
            <a:ext cx="2320925" cy="869950"/>
            <a:chOff x="1334" y="2020"/>
            <a:chExt cx="1462" cy="548"/>
          </a:xfrm>
        </p:grpSpPr>
        <p:sp>
          <p:nvSpPr>
            <p:cNvPr id="20507" name="Line 1057">
              <a:extLst>
                <a:ext uri="{FF2B5EF4-FFF2-40B4-BE49-F238E27FC236}">
                  <a16:creationId xmlns:a16="http://schemas.microsoft.com/office/drawing/2014/main" id="{614910FC-0086-5D7B-D59E-506BBD003756}"/>
                </a:ext>
              </a:extLst>
            </p:cNvPr>
            <p:cNvSpPr>
              <a:spLocks noChangeShapeType="1"/>
            </p:cNvSpPr>
            <p:nvPr/>
          </p:nvSpPr>
          <p:spPr bwMode="auto">
            <a:xfrm>
              <a:off x="1776" y="2496"/>
              <a:ext cx="984" cy="12"/>
            </a:xfrm>
            <a:prstGeom prst="line">
              <a:avLst/>
            </a:prstGeom>
            <a:noFill/>
            <a:ln w="38100">
              <a:solidFill>
                <a:srgbClr val="9933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8" name="Line 1058">
              <a:extLst>
                <a:ext uri="{FF2B5EF4-FFF2-40B4-BE49-F238E27FC236}">
                  <a16:creationId xmlns:a16="http://schemas.microsoft.com/office/drawing/2014/main" id="{E30DC5E5-0A9B-FFFC-ABBB-18DD629253F5}"/>
                </a:ext>
              </a:extLst>
            </p:cNvPr>
            <p:cNvSpPr>
              <a:spLocks noChangeShapeType="1"/>
            </p:cNvSpPr>
            <p:nvPr/>
          </p:nvSpPr>
          <p:spPr bwMode="auto">
            <a:xfrm>
              <a:off x="1788" y="2448"/>
              <a:ext cx="0" cy="120"/>
            </a:xfrm>
            <a:prstGeom prst="line">
              <a:avLst/>
            </a:prstGeom>
            <a:noFill/>
            <a:ln w="38100">
              <a:solidFill>
                <a:srgbClr val="9933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Text Box 1060">
              <a:extLst>
                <a:ext uri="{FF2B5EF4-FFF2-40B4-BE49-F238E27FC236}">
                  <a16:creationId xmlns:a16="http://schemas.microsoft.com/office/drawing/2014/main" id="{5C31CF6A-6B00-3156-F921-E6D1282F01AA}"/>
                </a:ext>
              </a:extLst>
            </p:cNvPr>
            <p:cNvSpPr txBox="1">
              <a:spLocks noChangeArrowheads="1"/>
            </p:cNvSpPr>
            <p:nvPr/>
          </p:nvSpPr>
          <p:spPr bwMode="auto">
            <a:xfrm>
              <a:off x="1334" y="2020"/>
              <a:ext cx="146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33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a:solidFill>
                    <a:srgbClr val="993366"/>
                  </a:solidFill>
                  <a:effectLst>
                    <a:outerShdw blurRad="38100" dist="38100" dir="2700000" algn="tl">
                      <a:srgbClr val="C0C0C0"/>
                    </a:outerShdw>
                  </a:effectLst>
                </a:rPr>
                <a:t>重装后备副本</a:t>
              </a:r>
            </a:p>
          </p:txBody>
        </p:sp>
      </p:grpSp>
      <p:grpSp>
        <p:nvGrpSpPr>
          <p:cNvPr id="21" name="Group 1088">
            <a:extLst>
              <a:ext uri="{FF2B5EF4-FFF2-40B4-BE49-F238E27FC236}">
                <a16:creationId xmlns:a16="http://schemas.microsoft.com/office/drawing/2014/main" id="{6E03D8A5-F4BB-D7BD-009F-AABBAE9A484F}"/>
              </a:ext>
            </a:extLst>
          </p:cNvPr>
          <p:cNvGrpSpPr>
            <a:grpSpLocks/>
          </p:cNvGrpSpPr>
          <p:nvPr/>
        </p:nvGrpSpPr>
        <p:grpSpPr bwMode="auto">
          <a:xfrm>
            <a:off x="5818188" y="4625975"/>
            <a:ext cx="2686050" cy="774700"/>
            <a:chOff x="2760" y="2020"/>
            <a:chExt cx="1692" cy="488"/>
          </a:xfrm>
        </p:grpSpPr>
        <p:sp>
          <p:nvSpPr>
            <p:cNvPr id="22" name="Text Box 1064">
              <a:extLst>
                <a:ext uri="{FF2B5EF4-FFF2-40B4-BE49-F238E27FC236}">
                  <a16:creationId xmlns:a16="http://schemas.microsoft.com/office/drawing/2014/main" id="{E4556EDE-9793-8D3C-7F50-96E7DDCF4BC3}"/>
                </a:ext>
              </a:extLst>
            </p:cNvPr>
            <p:cNvSpPr txBox="1">
              <a:spLocks noChangeArrowheads="1"/>
            </p:cNvSpPr>
            <p:nvPr/>
          </p:nvSpPr>
          <p:spPr bwMode="auto">
            <a:xfrm>
              <a:off x="2822" y="2020"/>
              <a:ext cx="157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dirty="0">
                  <a:solidFill>
                    <a:schemeClr val="accent2"/>
                  </a:solidFill>
                  <a:effectLst>
                    <a:outerShdw blurRad="38100" dist="38100" dir="2700000" algn="tl">
                      <a:srgbClr val="C0C0C0"/>
                    </a:outerShdw>
                  </a:effectLst>
                </a:rPr>
                <a:t>利用日志重新运行事务</a:t>
              </a:r>
            </a:p>
          </p:txBody>
        </p:sp>
        <p:sp>
          <p:nvSpPr>
            <p:cNvPr id="20506" name="Line 1066">
              <a:extLst>
                <a:ext uri="{FF2B5EF4-FFF2-40B4-BE49-F238E27FC236}">
                  <a16:creationId xmlns:a16="http://schemas.microsoft.com/office/drawing/2014/main" id="{265EFB05-9D9D-B522-3921-6429D421019E}"/>
                </a:ext>
              </a:extLst>
            </p:cNvPr>
            <p:cNvSpPr>
              <a:spLocks noChangeShapeType="1"/>
            </p:cNvSpPr>
            <p:nvPr/>
          </p:nvSpPr>
          <p:spPr bwMode="auto">
            <a:xfrm>
              <a:off x="2760" y="2508"/>
              <a:ext cx="1692" cy="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4" name="Group 1078">
            <a:extLst>
              <a:ext uri="{FF2B5EF4-FFF2-40B4-BE49-F238E27FC236}">
                <a16:creationId xmlns:a16="http://schemas.microsoft.com/office/drawing/2014/main" id="{48639855-964D-D6D3-89B0-373F4ACEF2E6}"/>
              </a:ext>
            </a:extLst>
          </p:cNvPr>
          <p:cNvGrpSpPr>
            <a:grpSpLocks/>
          </p:cNvGrpSpPr>
          <p:nvPr/>
        </p:nvGrpSpPr>
        <p:grpSpPr bwMode="auto">
          <a:xfrm>
            <a:off x="2354263" y="3660775"/>
            <a:ext cx="1901825" cy="519113"/>
            <a:chOff x="578" y="1072"/>
            <a:chExt cx="1198" cy="327"/>
          </a:xfrm>
        </p:grpSpPr>
        <p:sp>
          <p:nvSpPr>
            <p:cNvPr id="25" name="Text Box 1047">
              <a:extLst>
                <a:ext uri="{FF2B5EF4-FFF2-40B4-BE49-F238E27FC236}">
                  <a16:creationId xmlns:a16="http://schemas.microsoft.com/office/drawing/2014/main" id="{1EC36C34-4EEC-29A6-AB13-698998B726E7}"/>
                </a:ext>
              </a:extLst>
            </p:cNvPr>
            <p:cNvSpPr txBox="1">
              <a:spLocks noChangeArrowheads="1"/>
            </p:cNvSpPr>
            <p:nvPr/>
          </p:nvSpPr>
          <p:spPr bwMode="auto">
            <a:xfrm>
              <a:off x="578" y="1072"/>
              <a:ext cx="101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dirty="0">
                  <a:solidFill>
                    <a:srgbClr val="008080"/>
                  </a:solidFill>
                  <a:effectLst>
                    <a:outerShdw blurRad="38100" dist="38100" dir="2700000" algn="tl">
                      <a:srgbClr val="C0C0C0"/>
                    </a:outerShdw>
                  </a:effectLst>
                </a:rPr>
                <a:t>正常运行</a:t>
              </a:r>
            </a:p>
          </p:txBody>
        </p:sp>
        <p:sp>
          <p:nvSpPr>
            <p:cNvPr id="20504" name="Line 1069">
              <a:extLst>
                <a:ext uri="{FF2B5EF4-FFF2-40B4-BE49-F238E27FC236}">
                  <a16:creationId xmlns:a16="http://schemas.microsoft.com/office/drawing/2014/main" id="{AAADDDF4-C9E8-1766-B6E5-765B27135523}"/>
                </a:ext>
              </a:extLst>
            </p:cNvPr>
            <p:cNvSpPr>
              <a:spLocks noChangeShapeType="1"/>
            </p:cNvSpPr>
            <p:nvPr/>
          </p:nvSpPr>
          <p:spPr bwMode="auto">
            <a:xfrm>
              <a:off x="1596" y="1272"/>
              <a:ext cx="180" cy="0"/>
            </a:xfrm>
            <a:prstGeom prst="line">
              <a:avLst/>
            </a:prstGeom>
            <a:noFill/>
            <a:ln w="381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7" name="Group 1079">
            <a:extLst>
              <a:ext uri="{FF2B5EF4-FFF2-40B4-BE49-F238E27FC236}">
                <a16:creationId xmlns:a16="http://schemas.microsoft.com/office/drawing/2014/main" id="{89E2ACF9-415A-63FD-A1BD-AF8BDCF26BE0}"/>
              </a:ext>
            </a:extLst>
          </p:cNvPr>
          <p:cNvGrpSpPr>
            <a:grpSpLocks/>
          </p:cNvGrpSpPr>
          <p:nvPr/>
        </p:nvGrpSpPr>
        <p:grpSpPr bwMode="auto">
          <a:xfrm>
            <a:off x="3973513" y="3883025"/>
            <a:ext cx="539750" cy="677863"/>
            <a:chOff x="1598" y="1212"/>
            <a:chExt cx="340" cy="427"/>
          </a:xfrm>
        </p:grpSpPr>
        <p:sp>
          <p:nvSpPr>
            <p:cNvPr id="20501" name="Line 1044">
              <a:extLst>
                <a:ext uri="{FF2B5EF4-FFF2-40B4-BE49-F238E27FC236}">
                  <a16:creationId xmlns:a16="http://schemas.microsoft.com/office/drawing/2014/main" id="{9A278975-6AFF-9868-AAFF-B4D7D65201D3}"/>
                </a:ext>
              </a:extLst>
            </p:cNvPr>
            <p:cNvSpPr>
              <a:spLocks noChangeShapeType="1"/>
            </p:cNvSpPr>
            <p:nvPr/>
          </p:nvSpPr>
          <p:spPr bwMode="auto">
            <a:xfrm>
              <a:off x="1788" y="1212"/>
              <a:ext cx="0" cy="120"/>
            </a:xfrm>
            <a:prstGeom prst="line">
              <a:avLst/>
            </a:prstGeom>
            <a:noFill/>
            <a:ln w="381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Text Box 1075">
              <a:extLst>
                <a:ext uri="{FF2B5EF4-FFF2-40B4-BE49-F238E27FC236}">
                  <a16:creationId xmlns:a16="http://schemas.microsoft.com/office/drawing/2014/main" id="{25E3FE5C-C6FD-AE18-6CA2-A95939C6465B}"/>
                </a:ext>
              </a:extLst>
            </p:cNvPr>
            <p:cNvSpPr txBox="1">
              <a:spLocks noChangeArrowheads="1"/>
            </p:cNvSpPr>
            <p:nvPr/>
          </p:nvSpPr>
          <p:spPr bwMode="auto">
            <a:xfrm>
              <a:off x="1598" y="1312"/>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a:solidFill>
                    <a:srgbClr val="008080"/>
                  </a:solidFill>
                  <a:effectLst>
                    <a:outerShdw blurRad="38100" dist="38100" dir="2700000" algn="tl">
                      <a:srgbClr val="C0C0C0"/>
                    </a:outerShdw>
                  </a:effectLst>
                </a:rPr>
                <a:t>Ta</a:t>
              </a:r>
            </a:p>
          </p:txBody>
        </p:sp>
      </p:grpSp>
      <p:grpSp>
        <p:nvGrpSpPr>
          <p:cNvPr id="30" name="Group 1081">
            <a:extLst>
              <a:ext uri="{FF2B5EF4-FFF2-40B4-BE49-F238E27FC236}">
                <a16:creationId xmlns:a16="http://schemas.microsoft.com/office/drawing/2014/main" id="{72976171-7952-C5DA-91C3-4CC4E0DD6043}"/>
              </a:ext>
            </a:extLst>
          </p:cNvPr>
          <p:cNvGrpSpPr>
            <a:grpSpLocks/>
          </p:cNvGrpSpPr>
          <p:nvPr/>
        </p:nvGrpSpPr>
        <p:grpSpPr bwMode="auto">
          <a:xfrm>
            <a:off x="5535613" y="3883025"/>
            <a:ext cx="539750" cy="677863"/>
            <a:chOff x="2582" y="1212"/>
            <a:chExt cx="340" cy="427"/>
          </a:xfrm>
        </p:grpSpPr>
        <p:sp>
          <p:nvSpPr>
            <p:cNvPr id="20499" name="Line 1045">
              <a:extLst>
                <a:ext uri="{FF2B5EF4-FFF2-40B4-BE49-F238E27FC236}">
                  <a16:creationId xmlns:a16="http://schemas.microsoft.com/office/drawing/2014/main" id="{0DC500E6-E6EE-8941-5B5B-3C49D083D9AA}"/>
                </a:ext>
              </a:extLst>
            </p:cNvPr>
            <p:cNvSpPr>
              <a:spLocks noChangeShapeType="1"/>
            </p:cNvSpPr>
            <p:nvPr/>
          </p:nvSpPr>
          <p:spPr bwMode="auto">
            <a:xfrm>
              <a:off x="2760" y="1212"/>
              <a:ext cx="0" cy="120"/>
            </a:xfrm>
            <a:prstGeom prst="line">
              <a:avLst/>
            </a:prstGeom>
            <a:noFill/>
            <a:ln w="38100">
              <a:solidFill>
                <a:srgbClr val="9933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Text Box 1076">
              <a:extLst>
                <a:ext uri="{FF2B5EF4-FFF2-40B4-BE49-F238E27FC236}">
                  <a16:creationId xmlns:a16="http://schemas.microsoft.com/office/drawing/2014/main" id="{DE22FD44-526D-08C6-696B-9D15DB469E37}"/>
                </a:ext>
              </a:extLst>
            </p:cNvPr>
            <p:cNvSpPr txBox="1">
              <a:spLocks noChangeArrowheads="1"/>
            </p:cNvSpPr>
            <p:nvPr/>
          </p:nvSpPr>
          <p:spPr bwMode="auto">
            <a:xfrm>
              <a:off x="2582" y="1312"/>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a:solidFill>
                    <a:srgbClr val="993366"/>
                  </a:solidFill>
                  <a:effectLst>
                    <a:outerShdw blurRad="38100" dist="38100" dir="2700000" algn="tl">
                      <a:srgbClr val="C0C0C0"/>
                    </a:outerShdw>
                  </a:effectLst>
                </a:rPr>
                <a:t>Tb</a:t>
              </a:r>
            </a:p>
          </p:txBody>
        </p:sp>
      </p:grpSp>
      <p:grpSp>
        <p:nvGrpSpPr>
          <p:cNvPr id="33" name="Group 1083">
            <a:extLst>
              <a:ext uri="{FF2B5EF4-FFF2-40B4-BE49-F238E27FC236}">
                <a16:creationId xmlns:a16="http://schemas.microsoft.com/office/drawing/2014/main" id="{9D5B4985-7E79-28E5-662A-8CFF0ED0812E}"/>
              </a:ext>
            </a:extLst>
          </p:cNvPr>
          <p:cNvGrpSpPr>
            <a:grpSpLocks/>
          </p:cNvGrpSpPr>
          <p:nvPr/>
        </p:nvGrpSpPr>
        <p:grpSpPr bwMode="auto">
          <a:xfrm>
            <a:off x="7573963" y="3883025"/>
            <a:ext cx="539750" cy="677863"/>
            <a:chOff x="3866" y="1212"/>
            <a:chExt cx="340" cy="427"/>
          </a:xfrm>
        </p:grpSpPr>
        <p:sp>
          <p:nvSpPr>
            <p:cNvPr id="20497" name="Line 1074">
              <a:extLst>
                <a:ext uri="{FF2B5EF4-FFF2-40B4-BE49-F238E27FC236}">
                  <a16:creationId xmlns:a16="http://schemas.microsoft.com/office/drawing/2014/main" id="{AE39A6AA-C87D-16C3-9381-D88DB06B3479}"/>
                </a:ext>
              </a:extLst>
            </p:cNvPr>
            <p:cNvSpPr>
              <a:spLocks noChangeShapeType="1"/>
            </p:cNvSpPr>
            <p:nvPr/>
          </p:nvSpPr>
          <p:spPr bwMode="auto">
            <a:xfrm>
              <a:off x="4044" y="1212"/>
              <a:ext cx="0" cy="12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Text Box 1077">
              <a:extLst>
                <a:ext uri="{FF2B5EF4-FFF2-40B4-BE49-F238E27FC236}">
                  <a16:creationId xmlns:a16="http://schemas.microsoft.com/office/drawing/2014/main" id="{CBD62AB2-B7C8-F435-6E5F-1CC8A053C2AD}"/>
                </a:ext>
              </a:extLst>
            </p:cNvPr>
            <p:cNvSpPr txBox="1">
              <a:spLocks noChangeArrowheads="1"/>
            </p:cNvSpPr>
            <p:nvPr/>
          </p:nvSpPr>
          <p:spPr bwMode="auto">
            <a:xfrm>
              <a:off x="3866" y="1312"/>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a:solidFill>
                    <a:schemeClr val="tx2"/>
                  </a:solidFill>
                  <a:effectLst>
                    <a:outerShdw blurRad="38100" dist="38100" dir="2700000" algn="tl">
                      <a:srgbClr val="C0C0C0"/>
                    </a:outerShdw>
                  </a:effectLst>
                </a:rPr>
                <a:t>Tc</a:t>
              </a:r>
            </a:p>
          </p:txBody>
        </p:sp>
      </p:grpSp>
      <p:grpSp>
        <p:nvGrpSpPr>
          <p:cNvPr id="36" name="Group 1086">
            <a:extLst>
              <a:ext uri="{FF2B5EF4-FFF2-40B4-BE49-F238E27FC236}">
                <a16:creationId xmlns:a16="http://schemas.microsoft.com/office/drawing/2014/main" id="{B91F7BFE-5F57-010A-6A5D-164B44E1D8FA}"/>
              </a:ext>
            </a:extLst>
          </p:cNvPr>
          <p:cNvGrpSpPr>
            <a:grpSpLocks/>
          </p:cNvGrpSpPr>
          <p:nvPr/>
        </p:nvGrpSpPr>
        <p:grpSpPr bwMode="auto">
          <a:xfrm>
            <a:off x="2640013" y="5083175"/>
            <a:ext cx="1616075" cy="519113"/>
            <a:chOff x="758" y="2308"/>
            <a:chExt cx="1018" cy="327"/>
          </a:xfrm>
        </p:grpSpPr>
        <p:sp>
          <p:nvSpPr>
            <p:cNvPr id="37" name="Text Box 1061">
              <a:extLst>
                <a:ext uri="{FF2B5EF4-FFF2-40B4-BE49-F238E27FC236}">
                  <a16:creationId xmlns:a16="http://schemas.microsoft.com/office/drawing/2014/main" id="{6A565EC7-72A1-78F3-1D2A-60594C3865AA}"/>
                </a:ext>
              </a:extLst>
            </p:cNvPr>
            <p:cNvSpPr txBox="1">
              <a:spLocks noChangeArrowheads="1"/>
            </p:cNvSpPr>
            <p:nvPr/>
          </p:nvSpPr>
          <p:spPr bwMode="auto">
            <a:xfrm>
              <a:off x="758" y="2308"/>
              <a:ext cx="56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a:solidFill>
                    <a:srgbClr val="008080"/>
                  </a:solidFill>
                  <a:effectLst>
                    <a:outerShdw blurRad="38100" dist="38100" dir="2700000" algn="tl">
                      <a:srgbClr val="C0C0C0"/>
                    </a:outerShdw>
                  </a:effectLst>
                </a:rPr>
                <a:t>恢复</a:t>
              </a:r>
            </a:p>
          </p:txBody>
        </p:sp>
        <p:sp>
          <p:nvSpPr>
            <p:cNvPr id="20496" name="Line 1085">
              <a:extLst>
                <a:ext uri="{FF2B5EF4-FFF2-40B4-BE49-F238E27FC236}">
                  <a16:creationId xmlns:a16="http://schemas.microsoft.com/office/drawing/2014/main" id="{DED335E8-6BE5-3005-E9F1-C0DF17A2269A}"/>
                </a:ext>
              </a:extLst>
            </p:cNvPr>
            <p:cNvSpPr>
              <a:spLocks noChangeShapeType="1"/>
            </p:cNvSpPr>
            <p:nvPr/>
          </p:nvSpPr>
          <p:spPr bwMode="auto">
            <a:xfrm flipV="1">
              <a:off x="1584" y="2508"/>
              <a:ext cx="192" cy="0"/>
            </a:xfrm>
            <a:prstGeom prst="line">
              <a:avLst/>
            </a:prstGeom>
            <a:noFill/>
            <a:ln w="381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0-#ppt_w/2"/>
                                          </p:val>
                                        </p:tav>
                                        <p:tav tm="100000">
                                          <p:val>
                                            <p:strVal val="#ppt_x"/>
                                          </p:val>
                                        </p:tav>
                                      </p:tavLst>
                                    </p:anim>
                                    <p:anim calcmode="lin" valueType="num">
                                      <p:cBhvr additive="base">
                                        <p:cTn id="8"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27"/>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ppt_x</p:attrName>
                                        </p:attrNameLst>
                                      </p:cBhvr>
                                      <p:tavLst>
                                        <p:tav tm="0">
                                          <p:val>
                                            <p:strVal val="#ppt_x-#ppt_w/2"/>
                                          </p:val>
                                        </p:tav>
                                        <p:tav tm="100000">
                                          <p:val>
                                            <p:strVal val="#ppt_x"/>
                                          </p:val>
                                        </p:tav>
                                      </p:tavLst>
                                    </p:anim>
                                    <p:anim calcmode="lin" valueType="num">
                                      <p:cBhvr>
                                        <p:cTn id="18" dur="500" fill="hold"/>
                                        <p:tgtEl>
                                          <p:spTgt spid="5"/>
                                        </p:tgtEl>
                                        <p:attrNameLst>
                                          <p:attrName>ppt_y</p:attrName>
                                        </p:attrNameLst>
                                      </p:cBhvr>
                                      <p:tavLst>
                                        <p:tav tm="0">
                                          <p:val>
                                            <p:strVal val="#ppt_y"/>
                                          </p:val>
                                        </p:tav>
                                        <p:tav tm="100000">
                                          <p:val>
                                            <p:strVal val="#ppt_y"/>
                                          </p:val>
                                        </p:tav>
                                      </p:tavLst>
                                    </p:anim>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499"/>
                                          </p:stCondLst>
                                        </p:cTn>
                                        <p:tgtEl>
                                          <p:spTgt spid="30"/>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7" presetClass="entr" presetSubtype="8"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p:cTn id="29" dur="500" fill="hold"/>
                                        <p:tgtEl>
                                          <p:spTgt spid="10"/>
                                        </p:tgtEl>
                                        <p:attrNameLst>
                                          <p:attrName>ppt_x</p:attrName>
                                        </p:attrNameLst>
                                      </p:cBhvr>
                                      <p:tavLst>
                                        <p:tav tm="0">
                                          <p:val>
                                            <p:strVal val="#ppt_x-#ppt_w/2"/>
                                          </p:val>
                                        </p:tav>
                                        <p:tav tm="100000">
                                          <p:val>
                                            <p:strVal val="#ppt_x"/>
                                          </p:val>
                                        </p:tav>
                                      </p:tavLst>
                                    </p:anim>
                                    <p:anim calcmode="lin" valueType="num">
                                      <p:cBhvr>
                                        <p:cTn id="30" dur="500" fill="hold"/>
                                        <p:tgtEl>
                                          <p:spTgt spid="10"/>
                                        </p:tgtEl>
                                        <p:attrNameLst>
                                          <p:attrName>ppt_y</p:attrName>
                                        </p:attrNameLst>
                                      </p:cBhvr>
                                      <p:tavLst>
                                        <p:tav tm="0">
                                          <p:val>
                                            <p:strVal val="#ppt_y"/>
                                          </p:val>
                                        </p:tav>
                                        <p:tav tm="100000">
                                          <p:val>
                                            <p:strVal val="#ppt_y"/>
                                          </p:val>
                                        </p:tav>
                                      </p:tavLst>
                                    </p:anim>
                                    <p:anim calcmode="lin" valueType="num">
                                      <p:cBhvr>
                                        <p:cTn id="31" dur="500" fill="hold"/>
                                        <p:tgtEl>
                                          <p:spTgt spid="10"/>
                                        </p:tgtEl>
                                        <p:attrNameLst>
                                          <p:attrName>ppt_w</p:attrName>
                                        </p:attrNameLst>
                                      </p:cBhvr>
                                      <p:tavLst>
                                        <p:tav tm="0">
                                          <p:val>
                                            <p:fltVal val="0"/>
                                          </p:val>
                                        </p:tav>
                                        <p:tav tm="100000">
                                          <p:val>
                                            <p:strVal val="#ppt_w"/>
                                          </p:val>
                                        </p:tav>
                                      </p:tavLst>
                                    </p:anim>
                                    <p:anim calcmode="lin" valueType="num">
                                      <p:cBhvr>
                                        <p:cTn id="32" dur="5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499"/>
                                          </p:stCondLst>
                                        </p:cTn>
                                        <p:tgtEl>
                                          <p:spTgt spid="33"/>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7" presetClass="entr" presetSubtype="8"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p:cTn id="41" dur="500" fill="hold"/>
                                        <p:tgtEl>
                                          <p:spTgt spid="13"/>
                                        </p:tgtEl>
                                        <p:attrNameLst>
                                          <p:attrName>ppt_x</p:attrName>
                                        </p:attrNameLst>
                                      </p:cBhvr>
                                      <p:tavLst>
                                        <p:tav tm="0">
                                          <p:val>
                                            <p:strVal val="#ppt_x-#ppt_w/2"/>
                                          </p:val>
                                        </p:tav>
                                        <p:tav tm="100000">
                                          <p:val>
                                            <p:strVal val="#ppt_x"/>
                                          </p:val>
                                        </p:tav>
                                      </p:tavLst>
                                    </p:anim>
                                    <p:anim calcmode="lin" valueType="num">
                                      <p:cBhvr>
                                        <p:cTn id="42" dur="500" fill="hold"/>
                                        <p:tgtEl>
                                          <p:spTgt spid="13"/>
                                        </p:tgtEl>
                                        <p:attrNameLst>
                                          <p:attrName>ppt_y</p:attrName>
                                        </p:attrNameLst>
                                      </p:cBhvr>
                                      <p:tavLst>
                                        <p:tav tm="0">
                                          <p:val>
                                            <p:strVal val="#ppt_y"/>
                                          </p:val>
                                        </p:tav>
                                        <p:tav tm="100000">
                                          <p:val>
                                            <p:strVal val="#ppt_y"/>
                                          </p:val>
                                        </p:tav>
                                      </p:tavLst>
                                    </p:anim>
                                    <p:anim calcmode="lin" valueType="num">
                                      <p:cBhvr>
                                        <p:cTn id="43" dur="500" fill="hold"/>
                                        <p:tgtEl>
                                          <p:spTgt spid="13"/>
                                        </p:tgtEl>
                                        <p:attrNameLst>
                                          <p:attrName>ppt_w</p:attrName>
                                        </p:attrNameLst>
                                      </p:cBhvr>
                                      <p:tavLst>
                                        <p:tav tm="0">
                                          <p:val>
                                            <p:fltVal val="0"/>
                                          </p:val>
                                        </p:tav>
                                        <p:tav tm="100000">
                                          <p:val>
                                            <p:strVal val="#ppt_w"/>
                                          </p:val>
                                        </p:tav>
                                      </p:tavLst>
                                    </p:anim>
                                    <p:anim calcmode="lin" valueType="num">
                                      <p:cBhvr>
                                        <p:cTn id="44" dur="500" fill="hold"/>
                                        <p:tgtEl>
                                          <p:spTgt spid="13"/>
                                        </p:tgtEl>
                                        <p:attrNameLst>
                                          <p:attrName>ppt_h</p:attrName>
                                        </p:attrNameLst>
                                      </p:cBhvr>
                                      <p:tavLst>
                                        <p:tav tm="0">
                                          <p:val>
                                            <p:strVal val="#ppt_h"/>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6" presetClass="entr" presetSubtype="42" fill="hold" nodeType="click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barn(outHorizontal)">
                                      <p:cBhvr>
                                        <p:cTn id="49" dur="500"/>
                                        <p:tgtEl>
                                          <p:spTgt spid="36"/>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7" presetClass="entr" presetSubtype="8" fill="hold" nodeType="clickEffect">
                                  <p:stCondLst>
                                    <p:cond delay="0"/>
                                  </p:stCondLst>
                                  <p:childTnLst>
                                    <p:set>
                                      <p:cBhvr>
                                        <p:cTn id="53" dur="1" fill="hold">
                                          <p:stCondLst>
                                            <p:cond delay="0"/>
                                          </p:stCondLst>
                                        </p:cTn>
                                        <p:tgtEl>
                                          <p:spTgt spid="17"/>
                                        </p:tgtEl>
                                        <p:attrNameLst>
                                          <p:attrName>style.visibility</p:attrName>
                                        </p:attrNameLst>
                                      </p:cBhvr>
                                      <p:to>
                                        <p:strVal val="visible"/>
                                      </p:to>
                                    </p:set>
                                    <p:anim calcmode="lin" valueType="num">
                                      <p:cBhvr additive="base">
                                        <p:cTn id="54" dur="5000" fill="hold"/>
                                        <p:tgtEl>
                                          <p:spTgt spid="17"/>
                                        </p:tgtEl>
                                        <p:attrNameLst>
                                          <p:attrName>ppt_x</p:attrName>
                                        </p:attrNameLst>
                                      </p:cBhvr>
                                      <p:tavLst>
                                        <p:tav tm="0">
                                          <p:val>
                                            <p:strVal val="0-#ppt_w/2"/>
                                          </p:val>
                                        </p:tav>
                                        <p:tav tm="100000">
                                          <p:val>
                                            <p:strVal val="#ppt_x"/>
                                          </p:val>
                                        </p:tav>
                                      </p:tavLst>
                                    </p:anim>
                                    <p:anim calcmode="lin" valueType="num">
                                      <p:cBhvr additive="base">
                                        <p:cTn id="55" dur="50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15" presetClass="entr" presetSubtype="0" fill="hold" nodeType="clickEffect">
                                  <p:stCondLst>
                                    <p:cond delay="0"/>
                                  </p:stCondLst>
                                  <p:childTnLst>
                                    <p:set>
                                      <p:cBhvr>
                                        <p:cTn id="59" dur="1" fill="hold">
                                          <p:stCondLst>
                                            <p:cond delay="0"/>
                                          </p:stCondLst>
                                        </p:cTn>
                                        <p:tgtEl>
                                          <p:spTgt spid="16"/>
                                        </p:tgtEl>
                                        <p:attrNameLst>
                                          <p:attrName>style.visibility</p:attrName>
                                        </p:attrNameLst>
                                      </p:cBhvr>
                                      <p:to>
                                        <p:strVal val="visible"/>
                                      </p:to>
                                    </p:set>
                                    <p:anim calcmode="lin" valueType="num">
                                      <p:cBhvr>
                                        <p:cTn id="60" dur="1000" fill="hold"/>
                                        <p:tgtEl>
                                          <p:spTgt spid="16"/>
                                        </p:tgtEl>
                                        <p:attrNameLst>
                                          <p:attrName>ppt_w</p:attrName>
                                        </p:attrNameLst>
                                      </p:cBhvr>
                                      <p:tavLst>
                                        <p:tav tm="0">
                                          <p:val>
                                            <p:fltVal val="0"/>
                                          </p:val>
                                        </p:tav>
                                        <p:tav tm="100000">
                                          <p:val>
                                            <p:strVal val="#ppt_w"/>
                                          </p:val>
                                        </p:tav>
                                      </p:tavLst>
                                    </p:anim>
                                    <p:anim calcmode="lin" valueType="num">
                                      <p:cBhvr>
                                        <p:cTn id="61" dur="1000" fill="hold"/>
                                        <p:tgtEl>
                                          <p:spTgt spid="16"/>
                                        </p:tgtEl>
                                        <p:attrNameLst>
                                          <p:attrName>ppt_h</p:attrName>
                                        </p:attrNameLst>
                                      </p:cBhvr>
                                      <p:tavLst>
                                        <p:tav tm="0">
                                          <p:val>
                                            <p:fltVal val="0"/>
                                          </p:val>
                                        </p:tav>
                                        <p:tav tm="100000">
                                          <p:val>
                                            <p:strVal val="#ppt_h"/>
                                          </p:val>
                                        </p:tav>
                                      </p:tavLst>
                                    </p:anim>
                                    <p:anim calcmode="lin" valueType="num">
                                      <p:cBhvr>
                                        <p:cTn id="62" dur="1000" fill="hold"/>
                                        <p:tgtEl>
                                          <p:spTgt spid="16"/>
                                        </p:tgtEl>
                                        <p:attrNameLst>
                                          <p:attrName>ppt_x</p:attrName>
                                        </p:attrNameLst>
                                      </p:cBhvr>
                                      <p:tavLst>
                                        <p:tav tm="0" fmla="#ppt_x+(cos(-2*pi*(1-$))*-#ppt_x-sin(-2*pi*(1-$))*(1-#ppt_y))*(1-$)">
                                          <p:val>
                                            <p:fltVal val="0"/>
                                          </p:val>
                                        </p:tav>
                                        <p:tav tm="100000">
                                          <p:val>
                                            <p:fltVal val="1"/>
                                          </p:val>
                                        </p:tav>
                                      </p:tavLst>
                                    </p:anim>
                                    <p:anim calcmode="lin" valueType="num">
                                      <p:cBhvr>
                                        <p:cTn id="63" dur="1000" fill="hold"/>
                                        <p:tgtEl>
                                          <p:spTgt spid="1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64" fill="hold" nodeType="clickPar">
                      <p:stCondLst>
                        <p:cond delay="indefinite"/>
                      </p:stCondLst>
                      <p:childTnLst>
                        <p:par>
                          <p:cTn id="65" fill="hold" nodeType="withGroup">
                            <p:stCondLst>
                              <p:cond delay="0"/>
                            </p:stCondLst>
                            <p:childTnLst>
                              <p:par>
                                <p:cTn id="66" presetID="17" presetClass="entr" presetSubtype="10" fill="hold" nodeType="clickEffect">
                                  <p:stCondLst>
                                    <p:cond delay="0"/>
                                  </p:stCondLst>
                                  <p:childTnLst>
                                    <p:set>
                                      <p:cBhvr>
                                        <p:cTn id="67" dur="1" fill="hold">
                                          <p:stCondLst>
                                            <p:cond delay="0"/>
                                          </p:stCondLst>
                                        </p:cTn>
                                        <p:tgtEl>
                                          <p:spTgt spid="21"/>
                                        </p:tgtEl>
                                        <p:attrNameLst>
                                          <p:attrName>style.visibility</p:attrName>
                                        </p:attrNameLst>
                                      </p:cBhvr>
                                      <p:to>
                                        <p:strVal val="visible"/>
                                      </p:to>
                                    </p:set>
                                    <p:anim calcmode="lin" valueType="num">
                                      <p:cBhvr>
                                        <p:cTn id="68" dur="500" fill="hold"/>
                                        <p:tgtEl>
                                          <p:spTgt spid="21"/>
                                        </p:tgtEl>
                                        <p:attrNameLst>
                                          <p:attrName>ppt_w</p:attrName>
                                        </p:attrNameLst>
                                      </p:cBhvr>
                                      <p:tavLst>
                                        <p:tav tm="0">
                                          <p:val>
                                            <p:fltVal val="0"/>
                                          </p:val>
                                        </p:tav>
                                        <p:tav tm="100000">
                                          <p:val>
                                            <p:strVal val="#ppt_w"/>
                                          </p:val>
                                        </p:tav>
                                      </p:tavLst>
                                    </p:anim>
                                    <p:anim calcmode="lin" valueType="num">
                                      <p:cBhvr>
                                        <p:cTn id="69" dur="500" fill="hold"/>
                                        <p:tgtEl>
                                          <p:spTgt spid="2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5">
            <a:extLst>
              <a:ext uri="{FF2B5EF4-FFF2-40B4-BE49-F238E27FC236}">
                <a16:creationId xmlns:a16="http://schemas.microsoft.com/office/drawing/2014/main" id="{145C0E23-946B-503B-43A0-CCB00CF91A53}"/>
              </a:ext>
            </a:extLst>
          </p:cNvPr>
          <p:cNvSpPr txBox="1">
            <a:spLocks noChangeArrowheads="1"/>
          </p:cNvSpPr>
          <p:nvPr/>
        </p:nvSpPr>
        <p:spPr bwMode="auto">
          <a:xfrm>
            <a:off x="627063" y="1125538"/>
            <a:ext cx="10512425"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 </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查看二进制日志文件是否开启</a:t>
            </a:r>
          </a:p>
        </p:txBody>
      </p:sp>
      <p:sp>
        <p:nvSpPr>
          <p:cNvPr id="39" name="TextBox 6">
            <a:extLst>
              <a:ext uri="{FF2B5EF4-FFF2-40B4-BE49-F238E27FC236}">
                <a16:creationId xmlns:a16="http://schemas.microsoft.com/office/drawing/2014/main" id="{EDB097AD-64EC-53DA-3752-84837B280CAB}"/>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二进制日志文件</a:t>
            </a:r>
          </a:p>
        </p:txBody>
      </p:sp>
      <p:sp>
        <p:nvSpPr>
          <p:cNvPr id="40" name="Text Box 5">
            <a:extLst>
              <a:ext uri="{FF2B5EF4-FFF2-40B4-BE49-F238E27FC236}">
                <a16:creationId xmlns:a16="http://schemas.microsoft.com/office/drawing/2014/main" id="{315E7A86-D352-97F4-6DC6-EAFC3AE147FB}"/>
              </a:ext>
            </a:extLst>
          </p:cNvPr>
          <p:cNvSpPr txBox="1">
            <a:spLocks noChangeArrowheads="1"/>
          </p:cNvSpPr>
          <p:nvPr/>
        </p:nvSpPr>
        <p:spPr bwMode="auto">
          <a:xfrm>
            <a:off x="627063" y="1628775"/>
            <a:ext cx="10512425"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SHOW VARIABLES LIKE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log_bin</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endPar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42" name="Text Box 5">
            <a:extLst>
              <a:ext uri="{FF2B5EF4-FFF2-40B4-BE49-F238E27FC236}">
                <a16:creationId xmlns:a16="http://schemas.microsoft.com/office/drawing/2014/main" id="{54B333B1-3F95-49A2-C143-3814F6597BC3}"/>
              </a:ext>
            </a:extLst>
          </p:cNvPr>
          <p:cNvSpPr txBox="1">
            <a:spLocks noChangeArrowheads="1"/>
          </p:cNvSpPr>
          <p:nvPr/>
        </p:nvSpPr>
        <p:spPr bwMode="auto">
          <a:xfrm>
            <a:off x="639763" y="2141538"/>
            <a:ext cx="10512425"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 </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查看所有</a:t>
            </a:r>
            <a:r>
              <a:rPr kumimoji="1" lang="en-US" altLang="zh-CN" sz="2400" b="1" dirty="0" err="1">
                <a:solidFill>
                  <a:srgbClr val="0070C0"/>
                </a:solidFill>
                <a:effectLst>
                  <a:outerShdw blurRad="38100" dist="38100" dir="2700000" algn="tl">
                    <a:srgbClr val="C0C0C0"/>
                  </a:outerShdw>
                </a:effectLst>
                <a:latin typeface="楷体_GB2312" pitchFamily="49" charset="-122"/>
                <a:ea typeface="楷体_GB2312" pitchFamily="49" charset="-122"/>
              </a:rPr>
              <a:t>binlog</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日志列表</a:t>
            </a:r>
          </a:p>
        </p:txBody>
      </p:sp>
      <p:sp>
        <p:nvSpPr>
          <p:cNvPr id="43" name="Text Box 5">
            <a:extLst>
              <a:ext uri="{FF2B5EF4-FFF2-40B4-BE49-F238E27FC236}">
                <a16:creationId xmlns:a16="http://schemas.microsoft.com/office/drawing/2014/main" id="{8675C56A-D649-6C79-4A66-737990EC7517}"/>
              </a:ext>
            </a:extLst>
          </p:cNvPr>
          <p:cNvSpPr txBox="1">
            <a:spLocks noChangeArrowheads="1"/>
          </p:cNvSpPr>
          <p:nvPr/>
        </p:nvSpPr>
        <p:spPr bwMode="auto">
          <a:xfrm>
            <a:off x="639763" y="2644775"/>
            <a:ext cx="10512425" cy="44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SHOW BINARY LOGS;</a:t>
            </a:r>
            <a:endPar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44" name="Text Box 5">
            <a:extLst>
              <a:ext uri="{FF2B5EF4-FFF2-40B4-BE49-F238E27FC236}">
                <a16:creationId xmlns:a16="http://schemas.microsoft.com/office/drawing/2014/main" id="{1D39BA4D-FFB9-1485-C614-BC629B50A87C}"/>
              </a:ext>
            </a:extLst>
          </p:cNvPr>
          <p:cNvSpPr txBox="1">
            <a:spLocks noChangeArrowheads="1"/>
          </p:cNvSpPr>
          <p:nvPr/>
        </p:nvSpPr>
        <p:spPr bwMode="auto">
          <a:xfrm>
            <a:off x="625475" y="3095625"/>
            <a:ext cx="10512425" cy="44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 </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刷新</a:t>
            </a: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log</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日志，自此刻开始产生一个新编号的</a:t>
            </a:r>
            <a:r>
              <a:rPr kumimoji="1" lang="en-US" altLang="zh-CN" sz="2400" b="1" dirty="0" err="1">
                <a:solidFill>
                  <a:srgbClr val="0070C0"/>
                </a:solidFill>
                <a:effectLst>
                  <a:outerShdw blurRad="38100" dist="38100" dir="2700000" algn="tl">
                    <a:srgbClr val="C0C0C0"/>
                  </a:outerShdw>
                </a:effectLst>
                <a:latin typeface="楷体_GB2312" pitchFamily="49" charset="-122"/>
                <a:ea typeface="楷体_GB2312" pitchFamily="49" charset="-122"/>
              </a:rPr>
              <a:t>binlog</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日志文件</a:t>
            </a:r>
          </a:p>
        </p:txBody>
      </p:sp>
      <p:sp>
        <p:nvSpPr>
          <p:cNvPr id="45" name="Text Box 5">
            <a:extLst>
              <a:ext uri="{FF2B5EF4-FFF2-40B4-BE49-F238E27FC236}">
                <a16:creationId xmlns:a16="http://schemas.microsoft.com/office/drawing/2014/main" id="{896E6052-DC4E-430D-1940-A7377D62F77C}"/>
              </a:ext>
            </a:extLst>
          </p:cNvPr>
          <p:cNvSpPr txBox="1">
            <a:spLocks noChangeArrowheads="1"/>
          </p:cNvSpPr>
          <p:nvPr/>
        </p:nvSpPr>
        <p:spPr bwMode="auto">
          <a:xfrm>
            <a:off x="625475" y="3600450"/>
            <a:ext cx="10512425" cy="44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FLUSH LOGS;</a:t>
            </a:r>
            <a:endPar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46" name="Text Box 5">
            <a:extLst>
              <a:ext uri="{FF2B5EF4-FFF2-40B4-BE49-F238E27FC236}">
                <a16:creationId xmlns:a16="http://schemas.microsoft.com/office/drawing/2014/main" id="{34E9DEBA-F5A9-0043-291F-CDDE033E6C47}"/>
              </a:ext>
            </a:extLst>
          </p:cNvPr>
          <p:cNvSpPr txBox="1">
            <a:spLocks noChangeArrowheads="1"/>
          </p:cNvSpPr>
          <p:nvPr/>
        </p:nvSpPr>
        <p:spPr bwMode="auto">
          <a:xfrm>
            <a:off x="625475" y="4049713"/>
            <a:ext cx="11306175"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 </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删除所有</a:t>
            </a:r>
            <a:r>
              <a:rPr kumimoji="1" lang="en-US" altLang="zh-CN" sz="2400" b="1" dirty="0" err="1">
                <a:solidFill>
                  <a:srgbClr val="0070C0"/>
                </a:solidFill>
                <a:effectLst>
                  <a:outerShdw blurRad="38100" dist="38100" dir="2700000" algn="tl">
                    <a:srgbClr val="C0C0C0"/>
                  </a:outerShdw>
                </a:effectLst>
                <a:latin typeface="楷体_GB2312" pitchFamily="49" charset="-122"/>
                <a:ea typeface="楷体_GB2312" pitchFamily="49" charset="-122"/>
              </a:rPr>
              <a:t>binlog</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日志，重新建立二进制日志文件扩展名的编号从</a:t>
            </a: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000001</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开始。</a:t>
            </a:r>
          </a:p>
        </p:txBody>
      </p:sp>
      <p:sp>
        <p:nvSpPr>
          <p:cNvPr id="47" name="Text Box 5">
            <a:extLst>
              <a:ext uri="{FF2B5EF4-FFF2-40B4-BE49-F238E27FC236}">
                <a16:creationId xmlns:a16="http://schemas.microsoft.com/office/drawing/2014/main" id="{465A875B-123B-796B-C2C6-65040CF5C22F}"/>
              </a:ext>
            </a:extLst>
          </p:cNvPr>
          <p:cNvSpPr txBox="1">
            <a:spLocks noChangeArrowheads="1"/>
          </p:cNvSpPr>
          <p:nvPr/>
        </p:nvSpPr>
        <p:spPr bwMode="auto">
          <a:xfrm>
            <a:off x="625475" y="4552950"/>
            <a:ext cx="10512425" cy="44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RESET MASTER;</a:t>
            </a:r>
            <a:endPar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48" name="Text Box 5">
            <a:extLst>
              <a:ext uri="{FF2B5EF4-FFF2-40B4-BE49-F238E27FC236}">
                <a16:creationId xmlns:a16="http://schemas.microsoft.com/office/drawing/2014/main" id="{B62DCD8D-0A3B-E523-690C-DC4ECE32605A}"/>
              </a:ext>
            </a:extLst>
          </p:cNvPr>
          <p:cNvSpPr txBox="1">
            <a:spLocks noChangeArrowheads="1"/>
          </p:cNvSpPr>
          <p:nvPr/>
        </p:nvSpPr>
        <p:spPr bwMode="auto">
          <a:xfrm>
            <a:off x="625475" y="4968875"/>
            <a:ext cx="10512425"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 </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查看</a:t>
            </a:r>
            <a:r>
              <a:rPr kumimoji="1" lang="en-US" altLang="zh-CN" sz="2400" b="1" dirty="0" err="1">
                <a:solidFill>
                  <a:srgbClr val="0070C0"/>
                </a:solidFill>
                <a:effectLst>
                  <a:outerShdw blurRad="38100" dist="38100" dir="2700000" algn="tl">
                    <a:srgbClr val="C0C0C0"/>
                  </a:outerShdw>
                </a:effectLst>
                <a:latin typeface="楷体_GB2312" pitchFamily="49" charset="-122"/>
                <a:ea typeface="楷体_GB2312" pitchFamily="49" charset="-122"/>
              </a:rPr>
              <a:t>binlog</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日志内容</a:t>
            </a:r>
          </a:p>
        </p:txBody>
      </p:sp>
      <p:sp>
        <p:nvSpPr>
          <p:cNvPr id="49" name="Text Box 5">
            <a:extLst>
              <a:ext uri="{FF2B5EF4-FFF2-40B4-BE49-F238E27FC236}">
                <a16:creationId xmlns:a16="http://schemas.microsoft.com/office/drawing/2014/main" id="{954DB93E-2C8B-3E42-8428-B766ABCC88F5}"/>
              </a:ext>
            </a:extLst>
          </p:cNvPr>
          <p:cNvSpPr txBox="1">
            <a:spLocks noChangeArrowheads="1"/>
          </p:cNvSpPr>
          <p:nvPr/>
        </p:nvSpPr>
        <p:spPr bwMode="auto">
          <a:xfrm>
            <a:off x="625475" y="5472113"/>
            <a:ext cx="10512425"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SHOW BINLOG EVENTS IN 'WIN102106231722-bin.000003';</a:t>
            </a:r>
            <a:endPar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50" name="Text Box 5">
            <a:extLst>
              <a:ext uri="{FF2B5EF4-FFF2-40B4-BE49-F238E27FC236}">
                <a16:creationId xmlns:a16="http://schemas.microsoft.com/office/drawing/2014/main" id="{97DEC528-413E-2FEC-488C-84C4CFDAEA53}"/>
              </a:ext>
            </a:extLst>
          </p:cNvPr>
          <p:cNvSpPr txBox="1">
            <a:spLocks noChangeArrowheads="1"/>
          </p:cNvSpPr>
          <p:nvPr/>
        </p:nvSpPr>
        <p:spPr bwMode="auto">
          <a:xfrm>
            <a:off x="622300" y="5903913"/>
            <a:ext cx="10512425"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 </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查看最后一条日志状态</a:t>
            </a:r>
          </a:p>
        </p:txBody>
      </p:sp>
      <p:sp>
        <p:nvSpPr>
          <p:cNvPr id="51" name="Text Box 5">
            <a:extLst>
              <a:ext uri="{FF2B5EF4-FFF2-40B4-BE49-F238E27FC236}">
                <a16:creationId xmlns:a16="http://schemas.microsoft.com/office/drawing/2014/main" id="{CDAF7F02-7E0A-5D9F-9C3B-F0F36AA83BC8}"/>
              </a:ext>
            </a:extLst>
          </p:cNvPr>
          <p:cNvSpPr txBox="1">
            <a:spLocks noChangeArrowheads="1"/>
          </p:cNvSpPr>
          <p:nvPr/>
        </p:nvSpPr>
        <p:spPr bwMode="auto">
          <a:xfrm>
            <a:off x="655638" y="6353175"/>
            <a:ext cx="10512425" cy="44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SHOW MASTER STATUS;</a:t>
            </a:r>
            <a:endPar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animEffect transition="in" filter="fade">
                                      <p:cBhvr>
                                        <p:cTn id="15" dur="500"/>
                                        <p:tgtEl>
                                          <p:spTgt spid="4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2"/>
                                        </p:tgtEl>
                                        <p:attrNameLst>
                                          <p:attrName>style.visibility</p:attrName>
                                        </p:attrNameLst>
                                      </p:cBhvr>
                                      <p:to>
                                        <p:strVal val="visible"/>
                                      </p:to>
                                    </p:set>
                                    <p:animEffect transition="in" filter="fade">
                                      <p:cBhvr>
                                        <p:cTn id="18" dur="500"/>
                                        <p:tgtEl>
                                          <p:spTgt spid="4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fade">
                                      <p:cBhvr>
                                        <p:cTn id="23" dur="500"/>
                                        <p:tgtEl>
                                          <p:spTgt spid="4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4"/>
                                        </p:tgtEl>
                                        <p:attrNameLst>
                                          <p:attrName>style.visibility</p:attrName>
                                        </p:attrNameLst>
                                      </p:cBhvr>
                                      <p:to>
                                        <p:strVal val="visible"/>
                                      </p:to>
                                    </p:set>
                                    <p:animEffect transition="in" filter="fade">
                                      <p:cBhvr>
                                        <p:cTn id="26" dur="500"/>
                                        <p:tgtEl>
                                          <p:spTgt spid="4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fade">
                                      <p:cBhvr>
                                        <p:cTn id="31" dur="500"/>
                                        <p:tgtEl>
                                          <p:spTgt spid="4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6"/>
                                        </p:tgtEl>
                                        <p:attrNameLst>
                                          <p:attrName>style.visibility</p:attrName>
                                        </p:attrNameLst>
                                      </p:cBhvr>
                                      <p:to>
                                        <p:strVal val="visible"/>
                                      </p:to>
                                    </p:set>
                                    <p:animEffect transition="in" filter="fade">
                                      <p:cBhvr>
                                        <p:cTn id="34" dur="500"/>
                                        <p:tgtEl>
                                          <p:spTgt spid="46"/>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49"/>
                                        </p:tgtEl>
                                        <p:attrNameLst>
                                          <p:attrName>style.visibility</p:attrName>
                                        </p:attrNameLst>
                                      </p:cBhvr>
                                      <p:to>
                                        <p:strVal val="visible"/>
                                      </p:to>
                                    </p:set>
                                    <p:animEffect transition="in" filter="fade">
                                      <p:cBhvr>
                                        <p:cTn id="39" dur="500"/>
                                        <p:tgtEl>
                                          <p:spTgt spid="4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8"/>
                                        </p:tgtEl>
                                        <p:attrNameLst>
                                          <p:attrName>style.visibility</p:attrName>
                                        </p:attrNameLst>
                                      </p:cBhvr>
                                      <p:to>
                                        <p:strVal val="visible"/>
                                      </p:to>
                                    </p:set>
                                    <p:animEffect transition="in" filter="fade">
                                      <p:cBhvr>
                                        <p:cTn id="42" dur="500"/>
                                        <p:tgtEl>
                                          <p:spTgt spid="4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1"/>
                                        </p:tgtEl>
                                        <p:attrNameLst>
                                          <p:attrName>style.visibility</p:attrName>
                                        </p:attrNameLst>
                                      </p:cBhvr>
                                      <p:to>
                                        <p:strVal val="visible"/>
                                      </p:to>
                                    </p:set>
                                    <p:animEffect transition="in" filter="fade">
                                      <p:cBhvr>
                                        <p:cTn id="47" dur="500"/>
                                        <p:tgtEl>
                                          <p:spTgt spid="5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50"/>
                                        </p:tgtEl>
                                        <p:attrNameLst>
                                          <p:attrName>style.visibility</p:attrName>
                                        </p:attrNameLst>
                                      </p:cBhvr>
                                      <p:to>
                                        <p:strVal val="visible"/>
                                      </p:to>
                                    </p:set>
                                    <p:animEffect transition="in" filter="fade">
                                      <p:cBhvr>
                                        <p:cTn id="50"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0" grpId="0"/>
      <p:bldP spid="42" grpId="0"/>
      <p:bldP spid="43" grpId="0"/>
      <p:bldP spid="44" grpId="0"/>
      <p:bldP spid="45" grpId="0"/>
      <p:bldP spid="46" grpId="0"/>
      <p:bldP spid="47" grpId="0"/>
      <p:bldP spid="48" grpId="0"/>
      <p:bldP spid="49" grpId="0"/>
      <p:bldP spid="50" grpId="0"/>
      <p:bldP spid="5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23DF6110-694B-1DA3-4F20-8C6A5F9392FF}"/>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二进制日志文件</a:t>
            </a:r>
          </a:p>
        </p:txBody>
      </p:sp>
      <p:sp>
        <p:nvSpPr>
          <p:cNvPr id="4" name="Text Box 5">
            <a:extLst>
              <a:ext uri="{FF2B5EF4-FFF2-40B4-BE49-F238E27FC236}">
                <a16:creationId xmlns:a16="http://schemas.microsoft.com/office/drawing/2014/main" id="{F33AF39B-0188-6F93-26E3-B36D1378099B}"/>
              </a:ext>
            </a:extLst>
          </p:cNvPr>
          <p:cNvSpPr txBox="1">
            <a:spLocks noChangeArrowheads="1"/>
          </p:cNvSpPr>
          <p:nvPr/>
        </p:nvSpPr>
        <p:spPr bwMode="auto">
          <a:xfrm>
            <a:off x="452438" y="1223963"/>
            <a:ext cx="10872787" cy="198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rPr>
              <a:t>删除</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teaching_manage</a:t>
            </a:r>
            <a:r>
              <a:rPr kumimoji="1" lang="zh-CN" altLang="en-US" sz="2800" b="1" dirty="0">
                <a:effectLst>
                  <a:outerShdw blurRad="38100" dist="38100" dir="2700000" algn="tl">
                    <a:srgbClr val="C0C0C0"/>
                  </a:outerShdw>
                </a:effectLst>
                <a:latin typeface="楷体_GB2312" pitchFamily="49" charset="-122"/>
                <a:ea typeface="楷体_GB2312" pitchFamily="49" charset="-122"/>
              </a:rPr>
              <a:t>中的</a:t>
            </a:r>
            <a:r>
              <a:rPr kumimoji="1" lang="en-US" altLang="zh-CN" sz="2800" b="1" dirty="0">
                <a:effectLst>
                  <a:outerShdw blurRad="38100" dist="38100" dir="2700000" algn="tl">
                    <a:srgbClr val="C0C0C0"/>
                  </a:outerShdw>
                </a:effectLst>
                <a:latin typeface="楷体_GB2312" pitchFamily="49" charset="-122"/>
                <a:ea typeface="楷体_GB2312" pitchFamily="49" charset="-122"/>
              </a:rPr>
              <a:t>score</a:t>
            </a:r>
            <a:r>
              <a:rPr kumimoji="1" lang="zh-CN" altLang="en-US" sz="2800" b="1" dirty="0">
                <a:effectLst>
                  <a:outerShdw blurRad="38100" dist="38100" dir="2700000" algn="tl">
                    <a:srgbClr val="C0C0C0"/>
                  </a:outerShdw>
                </a:effectLst>
                <a:latin typeface="楷体_GB2312" pitchFamily="49" charset="-122"/>
                <a:ea typeface="楷体_GB2312" pitchFamily="49" charset="-122"/>
              </a:rPr>
              <a:t>表，使用</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mysqldump</a:t>
            </a:r>
            <a:r>
              <a:rPr kumimoji="1" lang="zh-CN" altLang="en-US" sz="2800" b="1" dirty="0">
                <a:effectLst>
                  <a:outerShdw blurRad="38100" dist="38100" dir="2700000" algn="tl">
                    <a:srgbClr val="C0C0C0"/>
                  </a:outerShdw>
                </a:effectLst>
                <a:latin typeface="楷体_GB2312" pitchFamily="49" charset="-122"/>
                <a:ea typeface="楷体_GB2312" pitchFamily="49" charset="-122"/>
              </a:rPr>
              <a:t>完全备份</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teaching_manage</a:t>
            </a: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rPr>
              <a:t>并刷新日志；新建</a:t>
            </a:r>
            <a:r>
              <a:rPr kumimoji="1" lang="en-US" altLang="zh-CN" sz="2800" b="1" dirty="0">
                <a:effectLst>
                  <a:outerShdw blurRad="38100" dist="38100" dir="2700000" algn="tl">
                    <a:srgbClr val="C0C0C0"/>
                  </a:outerShdw>
                </a:effectLst>
                <a:latin typeface="楷体_GB2312" pitchFamily="49" charset="-122"/>
                <a:ea typeface="楷体_GB2312" pitchFamily="49" charset="-122"/>
              </a:rPr>
              <a:t>score</a:t>
            </a:r>
            <a:r>
              <a:rPr kumimoji="1" lang="zh-CN" altLang="en-US" sz="2800" b="1" dirty="0">
                <a:effectLst>
                  <a:outerShdw blurRad="38100" dist="38100" dir="2700000" algn="tl">
                    <a:srgbClr val="C0C0C0"/>
                  </a:outerShdw>
                </a:effectLst>
                <a:latin typeface="楷体_GB2312" pitchFamily="49" charset="-122"/>
                <a:ea typeface="楷体_GB2312" pitchFamily="49" charset="-122"/>
              </a:rPr>
              <a:t>表；刷新日志；在</a:t>
            </a:r>
            <a:r>
              <a:rPr kumimoji="1" lang="en-US" altLang="zh-CN" sz="2800" b="1" dirty="0">
                <a:effectLst>
                  <a:outerShdw blurRad="38100" dist="38100" dir="2700000" algn="tl">
                    <a:srgbClr val="C0C0C0"/>
                  </a:outerShdw>
                </a:effectLst>
                <a:latin typeface="楷体_GB2312" pitchFamily="49" charset="-122"/>
                <a:ea typeface="楷体_GB2312" pitchFamily="49" charset="-122"/>
              </a:rPr>
              <a:t>score</a:t>
            </a:r>
            <a:r>
              <a:rPr kumimoji="1" lang="zh-CN" altLang="en-US" sz="2800" b="1" dirty="0">
                <a:effectLst>
                  <a:outerShdw blurRad="38100" dist="38100" dir="2700000" algn="tl">
                    <a:srgbClr val="C0C0C0"/>
                  </a:outerShdw>
                </a:effectLst>
                <a:latin typeface="楷体_GB2312" pitchFamily="49" charset="-122"/>
                <a:ea typeface="楷体_GB2312" pitchFamily="49" charset="-122"/>
              </a:rPr>
              <a:t>表是插入全部记录；误删除数据库</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teaching_manage</a:t>
            </a:r>
            <a:r>
              <a:rPr kumimoji="1" lang="zh-CN" altLang="en-US" sz="2800" b="1" dirty="0">
                <a:effectLst>
                  <a:outerShdw blurRad="38100" dist="38100" dir="2700000" algn="tl">
                    <a:srgbClr val="C0C0C0"/>
                  </a:outerShdw>
                </a:effectLst>
                <a:latin typeface="楷体_GB2312" pitchFamily="49" charset="-122"/>
                <a:ea typeface="楷体_GB2312" pitchFamily="49" charset="-122"/>
              </a:rPr>
              <a:t>；要求利用备份文件和二进制日志文件恢复数据库中的数据。</a:t>
            </a:r>
          </a:p>
        </p:txBody>
      </p:sp>
      <p:sp>
        <p:nvSpPr>
          <p:cNvPr id="39" name="Text Box 5">
            <a:extLst>
              <a:ext uri="{FF2B5EF4-FFF2-40B4-BE49-F238E27FC236}">
                <a16:creationId xmlns:a16="http://schemas.microsoft.com/office/drawing/2014/main" id="{BE183AC0-9805-3829-9EC5-9C2FE67963C4}"/>
              </a:ext>
            </a:extLst>
          </p:cNvPr>
          <p:cNvSpPr txBox="1">
            <a:spLocks noChangeArrowheads="1"/>
          </p:cNvSpPr>
          <p:nvPr/>
        </p:nvSpPr>
        <p:spPr bwMode="auto">
          <a:xfrm>
            <a:off x="633413" y="3711575"/>
            <a:ext cx="1122680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(1)</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删除</a:t>
            </a:r>
            <a:r>
              <a:rPr kumimoji="1" lang="en-US" altLang="zh-CN" sz="2400" b="1" dirty="0" err="1">
                <a:solidFill>
                  <a:srgbClr val="0070C0"/>
                </a:solidFill>
                <a:effectLst>
                  <a:outerShdw blurRad="38100" dist="38100" dir="2700000" algn="tl">
                    <a:srgbClr val="C0C0C0"/>
                  </a:outerShdw>
                </a:effectLst>
                <a:latin typeface="楷体_GB2312" pitchFamily="49" charset="-122"/>
                <a:ea typeface="楷体_GB2312" pitchFamily="49" charset="-122"/>
              </a:rPr>
              <a:t>teaching_manage</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中的</a:t>
            </a: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score</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表，使用</a:t>
            </a:r>
            <a:r>
              <a:rPr kumimoji="1" lang="en-US" altLang="zh-CN" sz="2400" b="1" dirty="0" err="1">
                <a:solidFill>
                  <a:srgbClr val="0070C0"/>
                </a:solidFill>
                <a:effectLst>
                  <a:outerShdw blurRad="38100" dist="38100" dir="2700000" algn="tl">
                    <a:srgbClr val="C0C0C0"/>
                  </a:outerShdw>
                </a:effectLst>
                <a:latin typeface="楷体_GB2312" pitchFamily="49" charset="-122"/>
                <a:ea typeface="楷体_GB2312" pitchFamily="49" charset="-122"/>
              </a:rPr>
              <a:t>mysqldump</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完全备份</a:t>
            </a:r>
            <a:r>
              <a:rPr kumimoji="1" lang="en-US" altLang="zh-CN" sz="2400" b="1" dirty="0" err="1">
                <a:solidFill>
                  <a:srgbClr val="0070C0"/>
                </a:solidFill>
                <a:effectLst>
                  <a:outerShdw blurRad="38100" dist="38100" dir="2700000" algn="tl">
                    <a:srgbClr val="C0C0C0"/>
                  </a:outerShdw>
                </a:effectLst>
                <a:latin typeface="楷体_GB2312" pitchFamily="49" charset="-122"/>
                <a:ea typeface="楷体_GB2312" pitchFamily="49" charset="-122"/>
              </a:rPr>
              <a:t>teaching_manage</a:t>
            </a:r>
            <a:endPar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endParaRPr>
          </a:p>
        </p:txBody>
      </p:sp>
      <p:sp>
        <p:nvSpPr>
          <p:cNvPr id="40" name="Text Box 5">
            <a:extLst>
              <a:ext uri="{FF2B5EF4-FFF2-40B4-BE49-F238E27FC236}">
                <a16:creationId xmlns:a16="http://schemas.microsoft.com/office/drawing/2014/main" id="{0A75ADD4-3428-8CC5-7D30-701E59A9B44C}"/>
              </a:ext>
            </a:extLst>
          </p:cNvPr>
          <p:cNvSpPr txBox="1">
            <a:spLocks noChangeArrowheads="1"/>
          </p:cNvSpPr>
          <p:nvPr/>
        </p:nvSpPr>
        <p:spPr bwMode="auto">
          <a:xfrm>
            <a:off x="633413" y="4214813"/>
            <a:ext cx="10512425"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400" b="1" dirty="0" err="1">
                <a:effectLst>
                  <a:outerShdw blurRad="38100" dist="38100" dir="2700000" algn="tl">
                    <a:srgbClr val="C0C0C0"/>
                  </a:outerShdw>
                </a:effectLst>
                <a:latin typeface="楷体_GB2312" pitchFamily="49" charset="-122"/>
                <a:ea typeface="楷体_GB2312" pitchFamily="49" charset="-122"/>
              </a:rPr>
              <a:t>mysqldump</a:t>
            </a:r>
            <a:r>
              <a:rPr kumimoji="1" lang="en-US" altLang="zh-CN" sz="2400" b="1" dirty="0">
                <a:effectLst>
                  <a:outerShdw blurRad="38100" dist="38100" dir="2700000" algn="tl">
                    <a:srgbClr val="C0C0C0"/>
                  </a:outerShdw>
                </a:effectLst>
                <a:latin typeface="楷体_GB2312" pitchFamily="49" charset="-122"/>
                <a:ea typeface="楷体_GB2312" pitchFamily="49" charset="-122"/>
              </a:rPr>
              <a:t> -</a:t>
            </a:r>
            <a:r>
              <a:rPr kumimoji="1" lang="en-US" altLang="zh-CN" sz="2400" b="1" dirty="0" err="1">
                <a:effectLst>
                  <a:outerShdw blurRad="38100" dist="38100" dir="2700000" algn="tl">
                    <a:srgbClr val="C0C0C0"/>
                  </a:outerShdw>
                </a:effectLst>
                <a:latin typeface="楷体_GB2312" pitchFamily="49" charset="-122"/>
                <a:ea typeface="楷体_GB2312" pitchFamily="49" charset="-122"/>
              </a:rPr>
              <a:t>uroot</a:t>
            </a:r>
            <a:r>
              <a:rPr kumimoji="1" lang="en-US" altLang="zh-CN" sz="2400" b="1" dirty="0">
                <a:effectLst>
                  <a:outerShdw blurRad="38100" dist="38100" dir="2700000" algn="tl">
                    <a:srgbClr val="C0C0C0"/>
                  </a:outerShdw>
                </a:effectLst>
                <a:latin typeface="楷体_GB2312" pitchFamily="49" charset="-122"/>
                <a:ea typeface="楷体_GB2312" pitchFamily="49" charset="-122"/>
              </a:rPr>
              <a:t> -p --flush-logs --databases </a:t>
            </a:r>
            <a:r>
              <a:rPr kumimoji="1" lang="en-US" altLang="zh-CN" sz="2400" b="1" dirty="0" err="1">
                <a:effectLst>
                  <a:outerShdw blurRad="38100" dist="38100" dir="2700000" algn="tl">
                    <a:srgbClr val="C0C0C0"/>
                  </a:outerShdw>
                </a:effectLst>
                <a:latin typeface="楷体_GB2312" pitchFamily="49" charset="-122"/>
                <a:ea typeface="楷体_GB2312" pitchFamily="49" charset="-122"/>
              </a:rPr>
              <a:t>teaching_manage</a:t>
            </a:r>
            <a:r>
              <a:rPr kumimoji="1" lang="en-US" altLang="zh-CN" sz="2400" b="1" dirty="0">
                <a:effectLst>
                  <a:outerShdw blurRad="38100" dist="38100" dir="2700000" algn="tl">
                    <a:srgbClr val="C0C0C0"/>
                  </a:outerShdw>
                </a:effectLst>
                <a:latin typeface="楷体_GB2312" pitchFamily="49" charset="-122"/>
                <a:ea typeface="楷体_GB2312" pitchFamily="49" charset="-122"/>
              </a:rPr>
              <a:t> &gt; d:\backup\bk_teaching_manage.sql</a:t>
            </a:r>
            <a:endParaRPr kumimoji="1" lang="zh-CN" altLang="en-US" sz="2400" b="1" dirty="0">
              <a:effectLst>
                <a:outerShdw blurRad="38100" dist="38100" dir="2700000" algn="tl">
                  <a:srgbClr val="C0C0C0"/>
                </a:outerShdw>
              </a:effectLst>
              <a:latin typeface="楷体_GB2312" pitchFamily="49" charset="-122"/>
              <a:ea typeface="楷体_GB2312" pitchFamily="49" charset="-122"/>
            </a:endParaRPr>
          </a:p>
        </p:txBody>
      </p:sp>
      <p:sp>
        <p:nvSpPr>
          <p:cNvPr id="41" name="Text Box 5">
            <a:extLst>
              <a:ext uri="{FF2B5EF4-FFF2-40B4-BE49-F238E27FC236}">
                <a16:creationId xmlns:a16="http://schemas.microsoft.com/office/drawing/2014/main" id="{87DECC6C-1481-CCB7-6954-479F4AF05981}"/>
              </a:ext>
            </a:extLst>
          </p:cNvPr>
          <p:cNvSpPr txBox="1">
            <a:spLocks noChangeArrowheads="1"/>
          </p:cNvSpPr>
          <p:nvPr/>
        </p:nvSpPr>
        <p:spPr bwMode="auto">
          <a:xfrm>
            <a:off x="631825" y="5256213"/>
            <a:ext cx="1122680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(2)</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新建</a:t>
            </a: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score</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表；刷新日志；</a:t>
            </a:r>
          </a:p>
        </p:txBody>
      </p:sp>
      <p:sp>
        <p:nvSpPr>
          <p:cNvPr id="42" name="Text Box 5">
            <a:extLst>
              <a:ext uri="{FF2B5EF4-FFF2-40B4-BE49-F238E27FC236}">
                <a16:creationId xmlns:a16="http://schemas.microsoft.com/office/drawing/2014/main" id="{CB33A5BA-EE83-D4EF-D58B-159AED158F27}"/>
              </a:ext>
            </a:extLst>
          </p:cNvPr>
          <p:cNvSpPr txBox="1">
            <a:spLocks noChangeArrowheads="1"/>
          </p:cNvSpPr>
          <p:nvPr/>
        </p:nvSpPr>
        <p:spPr bwMode="auto">
          <a:xfrm>
            <a:off x="631825" y="5761038"/>
            <a:ext cx="10512425" cy="1058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CREATE TABLE score;</a:t>
            </a:r>
          </a:p>
          <a:p>
            <a:pPr eaLnBrk="1" hangingPunct="1">
              <a:lnSpc>
                <a:spcPct val="110000"/>
              </a:lnSpc>
              <a:spcAft>
                <a:spcPts val="1200"/>
              </a:spcAft>
              <a:buClr>
                <a:srgbClr val="32C6CA"/>
              </a:buClr>
              <a:buSzPct val="80000"/>
              <a:buFont typeface="Wingdings" pitchFamily="2" charset="2"/>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FLUSH LOGS;</a:t>
            </a:r>
            <a:endPar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43" name="Text Box 5">
            <a:extLst>
              <a:ext uri="{FF2B5EF4-FFF2-40B4-BE49-F238E27FC236}">
                <a16:creationId xmlns:a16="http://schemas.microsoft.com/office/drawing/2014/main" id="{5E289133-6991-E822-BE3B-770E06DBF11E}"/>
              </a:ext>
            </a:extLst>
          </p:cNvPr>
          <p:cNvSpPr txBox="1">
            <a:spLocks noChangeArrowheads="1"/>
          </p:cNvSpPr>
          <p:nvPr/>
        </p:nvSpPr>
        <p:spPr bwMode="auto">
          <a:xfrm>
            <a:off x="660400" y="3211513"/>
            <a:ext cx="11226800"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1.</a:t>
            </a: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 备份数据过程</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500"/>
                                        <p:tgtEl>
                                          <p:spTgt spid="4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fade">
                                      <p:cBhvr>
                                        <p:cTn id="15" dur="500"/>
                                        <p:tgtEl>
                                          <p:spTgt spid="3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2"/>
                                        </p:tgtEl>
                                        <p:attrNameLst>
                                          <p:attrName>style.visibility</p:attrName>
                                        </p:attrNameLst>
                                      </p:cBhvr>
                                      <p:to>
                                        <p:strVal val="visible"/>
                                      </p:to>
                                    </p:set>
                                    <p:animEffect transition="in" filter="fade">
                                      <p:cBhvr>
                                        <p:cTn id="20" dur="500"/>
                                        <p:tgtEl>
                                          <p:spTgt spid="4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fade">
                                      <p:cBhvr>
                                        <p:cTn id="23"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1" grpId="0"/>
      <p:bldP spid="42" grpId="0"/>
      <p:bldP spid="4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1C376A25-A82F-7C65-12F1-D9C569838114}"/>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二进制日志文件</a:t>
            </a:r>
          </a:p>
        </p:txBody>
      </p:sp>
      <p:sp>
        <p:nvSpPr>
          <p:cNvPr id="39" name="Text Box 5">
            <a:extLst>
              <a:ext uri="{FF2B5EF4-FFF2-40B4-BE49-F238E27FC236}">
                <a16:creationId xmlns:a16="http://schemas.microsoft.com/office/drawing/2014/main" id="{3EBB22DA-75A2-E492-58E6-7D7D1C8EAA38}"/>
              </a:ext>
            </a:extLst>
          </p:cNvPr>
          <p:cNvSpPr txBox="1">
            <a:spLocks noChangeArrowheads="1"/>
          </p:cNvSpPr>
          <p:nvPr/>
        </p:nvSpPr>
        <p:spPr bwMode="auto">
          <a:xfrm>
            <a:off x="596900" y="1268413"/>
            <a:ext cx="1122680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(3)</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在</a:t>
            </a: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score</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表是插入全部记录；</a:t>
            </a:r>
          </a:p>
        </p:txBody>
      </p:sp>
      <p:sp>
        <p:nvSpPr>
          <p:cNvPr id="40" name="Text Box 5">
            <a:extLst>
              <a:ext uri="{FF2B5EF4-FFF2-40B4-BE49-F238E27FC236}">
                <a16:creationId xmlns:a16="http://schemas.microsoft.com/office/drawing/2014/main" id="{38FC3E60-2BBB-A839-AB48-45FF5145F3D0}"/>
              </a:ext>
            </a:extLst>
          </p:cNvPr>
          <p:cNvSpPr txBox="1">
            <a:spLocks noChangeArrowheads="1"/>
          </p:cNvSpPr>
          <p:nvPr/>
        </p:nvSpPr>
        <p:spPr bwMode="auto">
          <a:xfrm>
            <a:off x="596900" y="1773238"/>
            <a:ext cx="10512425" cy="1058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INSERT INTO score VALUES (NULL,'001101','101',80);</a:t>
            </a:r>
          </a:p>
          <a:p>
            <a:pPr eaLnBrk="1" hangingPunct="1">
              <a:lnSpc>
                <a:spcPct val="110000"/>
              </a:lnSpc>
              <a:spcAft>
                <a:spcPts val="1200"/>
              </a:spcAft>
              <a:buClr>
                <a:srgbClr val="32C6CA"/>
              </a:buClr>
              <a:buSzPct val="80000"/>
              <a:buFont typeface="Wingdings" pitchFamily="2" charset="2"/>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INSERT INTO score VALUES (NULL,'001101','102',78);</a:t>
            </a:r>
            <a:endPar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41" name="Text Box 5">
            <a:extLst>
              <a:ext uri="{FF2B5EF4-FFF2-40B4-BE49-F238E27FC236}">
                <a16:creationId xmlns:a16="http://schemas.microsoft.com/office/drawing/2014/main" id="{AC507D23-06ED-549A-9F54-98985CEFC194}"/>
              </a:ext>
            </a:extLst>
          </p:cNvPr>
          <p:cNvSpPr txBox="1">
            <a:spLocks noChangeArrowheads="1"/>
          </p:cNvSpPr>
          <p:nvPr/>
        </p:nvSpPr>
        <p:spPr bwMode="auto">
          <a:xfrm>
            <a:off x="635000" y="2852738"/>
            <a:ext cx="1122680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(4)</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误删除数据库</a:t>
            </a:r>
            <a:r>
              <a:rPr kumimoji="1" lang="en-US" altLang="zh-CN" sz="2400" b="1" dirty="0" err="1">
                <a:solidFill>
                  <a:srgbClr val="0070C0"/>
                </a:solidFill>
                <a:effectLst>
                  <a:outerShdw blurRad="38100" dist="38100" dir="2700000" algn="tl">
                    <a:srgbClr val="C0C0C0"/>
                  </a:outerShdw>
                </a:effectLst>
                <a:latin typeface="楷体_GB2312" pitchFamily="49" charset="-122"/>
                <a:ea typeface="楷体_GB2312" pitchFamily="49" charset="-122"/>
              </a:rPr>
              <a:t>teaching_manage</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a:t>
            </a:r>
          </a:p>
        </p:txBody>
      </p:sp>
      <p:sp>
        <p:nvSpPr>
          <p:cNvPr id="42" name="Text Box 5">
            <a:extLst>
              <a:ext uri="{FF2B5EF4-FFF2-40B4-BE49-F238E27FC236}">
                <a16:creationId xmlns:a16="http://schemas.microsoft.com/office/drawing/2014/main" id="{58A3F14B-D05F-4E67-6E1E-F82950DE9E7B}"/>
              </a:ext>
            </a:extLst>
          </p:cNvPr>
          <p:cNvSpPr txBox="1">
            <a:spLocks noChangeArrowheads="1"/>
          </p:cNvSpPr>
          <p:nvPr/>
        </p:nvSpPr>
        <p:spPr bwMode="auto">
          <a:xfrm>
            <a:off x="635000" y="3357563"/>
            <a:ext cx="10512425"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DROP DATABASE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teaching_manage</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endPar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500"/>
                                        <p:tgtEl>
                                          <p:spTgt spid="39"/>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fade">
                                      <p:cBhvr>
                                        <p:cTn id="15" dur="500"/>
                                        <p:tgtEl>
                                          <p:spTgt spid="4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1"/>
                                        </p:tgtEl>
                                        <p:attrNameLst>
                                          <p:attrName>style.visibility</p:attrName>
                                        </p:attrNameLst>
                                      </p:cBhvr>
                                      <p:to>
                                        <p:strVal val="visible"/>
                                      </p:to>
                                    </p:set>
                                    <p:animEffect transition="in" filter="fade">
                                      <p:cBhvr>
                                        <p:cTn id="18"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1" grpId="0"/>
      <p:bldP spid="4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C17F9E20-41C4-AE0C-4B57-F6F40B23D335}"/>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二进制日志文件</a:t>
            </a:r>
          </a:p>
        </p:txBody>
      </p:sp>
      <p:sp>
        <p:nvSpPr>
          <p:cNvPr id="8" name="Text Box 5">
            <a:extLst>
              <a:ext uri="{FF2B5EF4-FFF2-40B4-BE49-F238E27FC236}">
                <a16:creationId xmlns:a16="http://schemas.microsoft.com/office/drawing/2014/main" id="{AB572071-677B-85F8-EA39-BC414F45AE45}"/>
              </a:ext>
            </a:extLst>
          </p:cNvPr>
          <p:cNvSpPr txBox="1">
            <a:spLocks noChangeArrowheads="1"/>
          </p:cNvSpPr>
          <p:nvPr/>
        </p:nvSpPr>
        <p:spPr bwMode="auto">
          <a:xfrm>
            <a:off x="482600" y="1217613"/>
            <a:ext cx="11226800" cy="50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2.</a:t>
            </a: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 恢复数据过程</a:t>
            </a:r>
          </a:p>
        </p:txBody>
      </p:sp>
      <p:sp>
        <p:nvSpPr>
          <p:cNvPr id="9" name="Text Box 5">
            <a:extLst>
              <a:ext uri="{FF2B5EF4-FFF2-40B4-BE49-F238E27FC236}">
                <a16:creationId xmlns:a16="http://schemas.microsoft.com/office/drawing/2014/main" id="{5B76292D-6868-8F10-AF6C-77134C0126F0}"/>
              </a:ext>
            </a:extLst>
          </p:cNvPr>
          <p:cNvSpPr txBox="1">
            <a:spLocks noChangeArrowheads="1"/>
          </p:cNvSpPr>
          <p:nvPr/>
        </p:nvSpPr>
        <p:spPr bwMode="auto">
          <a:xfrm>
            <a:off x="503238" y="2646363"/>
            <a:ext cx="1122680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(2) </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利用备份文件</a:t>
            </a:r>
            <a:r>
              <a:rPr kumimoji="1" lang="en-US" altLang="zh-CN" sz="2400" b="1" dirty="0" err="1">
                <a:solidFill>
                  <a:srgbClr val="0070C0"/>
                </a:solidFill>
                <a:effectLst>
                  <a:outerShdw blurRad="38100" dist="38100" dir="2700000" algn="tl">
                    <a:srgbClr val="C0C0C0"/>
                  </a:outerShdw>
                </a:effectLst>
                <a:latin typeface="楷体_GB2312" pitchFamily="49" charset="-122"/>
                <a:ea typeface="楷体_GB2312" pitchFamily="49" charset="-122"/>
              </a:rPr>
              <a:t>bk_teaching_manage.sql</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恢复数据库；</a:t>
            </a:r>
          </a:p>
        </p:txBody>
      </p:sp>
      <p:sp>
        <p:nvSpPr>
          <p:cNvPr id="10" name="Text Box 5">
            <a:extLst>
              <a:ext uri="{FF2B5EF4-FFF2-40B4-BE49-F238E27FC236}">
                <a16:creationId xmlns:a16="http://schemas.microsoft.com/office/drawing/2014/main" id="{493C6D70-3E5F-DED5-C328-39C667C6FFED}"/>
              </a:ext>
            </a:extLst>
          </p:cNvPr>
          <p:cNvSpPr txBox="1">
            <a:spLocks noChangeArrowheads="1"/>
          </p:cNvSpPr>
          <p:nvPr/>
        </p:nvSpPr>
        <p:spPr bwMode="auto">
          <a:xfrm>
            <a:off x="503238" y="3149600"/>
            <a:ext cx="10512425" cy="44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Arial" charset="0"/>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mysql</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uroot</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-p &lt; </a:t>
            </a:r>
            <a:r>
              <a:rPr kumimoji="1" lang="en-US" altLang="zh-CN" sz="2400" b="1" dirty="0">
                <a:effectLst>
                  <a:outerShdw blurRad="38100" dist="38100" dir="2700000" algn="tl">
                    <a:srgbClr val="C0C0C0"/>
                  </a:outerShdw>
                </a:effectLst>
                <a:latin typeface="楷体_GB2312" pitchFamily="49" charset="-122"/>
                <a:ea typeface="楷体_GB2312" pitchFamily="49" charset="-122"/>
              </a:rPr>
              <a:t>d:\backup\bk_teaching_manage.sql</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a:t>
            </a:r>
            <a:endPar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11" name="Text Box 5">
            <a:extLst>
              <a:ext uri="{FF2B5EF4-FFF2-40B4-BE49-F238E27FC236}">
                <a16:creationId xmlns:a16="http://schemas.microsoft.com/office/drawing/2014/main" id="{E1EF7940-9AE0-AFF3-D582-FDB14FB22B74}"/>
              </a:ext>
            </a:extLst>
          </p:cNvPr>
          <p:cNvSpPr txBox="1">
            <a:spLocks noChangeArrowheads="1"/>
          </p:cNvSpPr>
          <p:nvPr/>
        </p:nvSpPr>
        <p:spPr bwMode="auto">
          <a:xfrm>
            <a:off x="396875" y="3598863"/>
            <a:ext cx="1122680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(3) </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利用二进制日志文件</a:t>
            </a: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‘WIN102106231722-bin.000005’</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恢复</a:t>
            </a: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score</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表结构；</a:t>
            </a:r>
          </a:p>
        </p:txBody>
      </p:sp>
      <p:sp>
        <p:nvSpPr>
          <p:cNvPr id="12" name="Text Box 5">
            <a:extLst>
              <a:ext uri="{FF2B5EF4-FFF2-40B4-BE49-F238E27FC236}">
                <a16:creationId xmlns:a16="http://schemas.microsoft.com/office/drawing/2014/main" id="{11830C9F-B5F0-D797-88C2-F1D01C45FD2F}"/>
              </a:ext>
            </a:extLst>
          </p:cNvPr>
          <p:cNvSpPr txBox="1">
            <a:spLocks noChangeArrowheads="1"/>
          </p:cNvSpPr>
          <p:nvPr/>
        </p:nvSpPr>
        <p:spPr bwMode="auto">
          <a:xfrm>
            <a:off x="396875" y="4097338"/>
            <a:ext cx="10512425" cy="855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Arial" charset="0"/>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mysqlbinlog</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WIN102106231722-bin.000005 |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mysql</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uroot</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proot</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teaching_manage</a:t>
            </a:r>
            <a:endPar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13" name="Text Box 5">
            <a:extLst>
              <a:ext uri="{FF2B5EF4-FFF2-40B4-BE49-F238E27FC236}">
                <a16:creationId xmlns:a16="http://schemas.microsoft.com/office/drawing/2014/main" id="{3362ED3F-A890-E17A-177B-E17A053AFB48}"/>
              </a:ext>
            </a:extLst>
          </p:cNvPr>
          <p:cNvSpPr txBox="1">
            <a:spLocks noChangeArrowheads="1"/>
          </p:cNvSpPr>
          <p:nvPr/>
        </p:nvSpPr>
        <p:spPr bwMode="auto">
          <a:xfrm>
            <a:off x="425450" y="5219700"/>
            <a:ext cx="1122680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(4) </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利用二进制日志文件</a:t>
            </a: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‘WIN102106231722-bin.000006’</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恢复</a:t>
            </a: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score</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表中的数据；</a:t>
            </a:r>
          </a:p>
        </p:txBody>
      </p:sp>
      <p:sp>
        <p:nvSpPr>
          <p:cNvPr id="14" name="Text Box 5">
            <a:extLst>
              <a:ext uri="{FF2B5EF4-FFF2-40B4-BE49-F238E27FC236}">
                <a16:creationId xmlns:a16="http://schemas.microsoft.com/office/drawing/2014/main" id="{7110B302-B64A-64B2-0E98-F362954573C7}"/>
              </a:ext>
            </a:extLst>
          </p:cNvPr>
          <p:cNvSpPr txBox="1">
            <a:spLocks noChangeArrowheads="1"/>
          </p:cNvSpPr>
          <p:nvPr/>
        </p:nvSpPr>
        <p:spPr bwMode="auto">
          <a:xfrm>
            <a:off x="423863" y="5718175"/>
            <a:ext cx="10512425"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Arial" charset="0"/>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mysqlbinlog</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a:t>
            </a:r>
            <a:r>
              <a:rPr lang="en-US" altLang="zh-CN" sz="2400" dirty="0">
                <a:solidFill>
                  <a:srgbClr val="002060"/>
                </a:solidFill>
                <a:latin typeface="Arial" charset="0"/>
              </a:rPr>
              <a:t>--stop-position=13517 </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WIN102106231722-bin.000003 |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mysql</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uroot</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-p </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teaching_manage</a:t>
            </a:r>
            <a:endPar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15" name="Text Box 5">
            <a:extLst>
              <a:ext uri="{FF2B5EF4-FFF2-40B4-BE49-F238E27FC236}">
                <a16:creationId xmlns:a16="http://schemas.microsoft.com/office/drawing/2014/main" id="{A07646A6-37EA-3002-FA93-44755F6207BF}"/>
              </a:ext>
            </a:extLst>
          </p:cNvPr>
          <p:cNvSpPr txBox="1">
            <a:spLocks noChangeArrowheads="1"/>
          </p:cNvSpPr>
          <p:nvPr/>
        </p:nvSpPr>
        <p:spPr bwMode="auto">
          <a:xfrm>
            <a:off x="503238" y="1697038"/>
            <a:ext cx="1122680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(1)</a:t>
            </a:r>
            <a:r>
              <a:rPr kumimoji="1"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刷新日志，将恢复过程写入新的日志中</a:t>
            </a:r>
          </a:p>
        </p:txBody>
      </p:sp>
      <p:sp>
        <p:nvSpPr>
          <p:cNvPr id="16" name="Text Box 5">
            <a:extLst>
              <a:ext uri="{FF2B5EF4-FFF2-40B4-BE49-F238E27FC236}">
                <a16:creationId xmlns:a16="http://schemas.microsoft.com/office/drawing/2014/main" id="{CEB97603-382C-648D-150C-B8D3DB864419}"/>
              </a:ext>
            </a:extLst>
          </p:cNvPr>
          <p:cNvSpPr txBox="1">
            <a:spLocks noChangeArrowheads="1"/>
          </p:cNvSpPr>
          <p:nvPr/>
        </p:nvSpPr>
        <p:spPr bwMode="auto">
          <a:xfrm>
            <a:off x="503238" y="2200275"/>
            <a:ext cx="10512425" cy="44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Arial" charset="0"/>
              <a:buNone/>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 FLUSH LOGS;</a:t>
            </a:r>
            <a:endPar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4" grpId="0"/>
      <p:bldP spid="15" grpId="0"/>
      <p:bldP spid="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A75D3E42-BF3D-357E-847D-FA3AE2718830}"/>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sym typeface="Impact" pitchFamily="34" charset="0"/>
              </a:rPr>
              <a:t>主从复制</a:t>
            </a:r>
          </a:p>
        </p:txBody>
      </p:sp>
      <p:sp>
        <p:nvSpPr>
          <p:cNvPr id="28" name="Text Box 5">
            <a:extLst>
              <a:ext uri="{FF2B5EF4-FFF2-40B4-BE49-F238E27FC236}">
                <a16:creationId xmlns:a16="http://schemas.microsoft.com/office/drawing/2014/main" id="{6A7B56A5-06E1-21EF-E35B-926EA373AD36}"/>
              </a:ext>
            </a:extLst>
          </p:cNvPr>
          <p:cNvSpPr txBox="1">
            <a:spLocks noChangeArrowheads="1"/>
          </p:cNvSpPr>
          <p:nvPr/>
        </p:nvSpPr>
        <p:spPr bwMode="auto">
          <a:xfrm>
            <a:off x="830263" y="1341438"/>
            <a:ext cx="10512425" cy="216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20000"/>
              </a:lnSpc>
              <a:spcAft>
                <a:spcPts val="1200"/>
              </a:spcAft>
              <a:buClr>
                <a:srgbClr val="32C6CA"/>
              </a:buClr>
              <a:buSzPct val="80000"/>
              <a:buFont typeface="Wingdings" pitchFamily="2" charset="2"/>
              <a:buNone/>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数据库镜像技术</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常常用于要求高可靠性的数据库系统。数据库以双副本的形式存放在二个独立的磁盘系统中，每个磁盘系统有各自控制器和</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CPU</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，且可以互相自动切换。</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DBMS</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自动利用镜像磁盘数据进行数据库的恢复。</a:t>
            </a:r>
          </a:p>
        </p:txBody>
      </p:sp>
      <p:sp>
        <p:nvSpPr>
          <p:cNvPr id="5" name="Text Box 5">
            <a:extLst>
              <a:ext uri="{FF2B5EF4-FFF2-40B4-BE49-F238E27FC236}">
                <a16:creationId xmlns:a16="http://schemas.microsoft.com/office/drawing/2014/main" id="{9F6A951D-97BA-E972-F09C-32E3134CE439}"/>
              </a:ext>
            </a:extLst>
          </p:cNvPr>
          <p:cNvSpPr txBox="1">
            <a:spLocks noChangeArrowheads="1"/>
          </p:cNvSpPr>
          <p:nvPr/>
        </p:nvSpPr>
        <p:spPr bwMode="auto">
          <a:xfrm>
            <a:off x="865188" y="3716338"/>
            <a:ext cx="10512425" cy="164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20000"/>
              </a:lnSpc>
              <a:spcAft>
                <a:spcPts val="1200"/>
              </a:spcAft>
              <a:buClr>
                <a:srgbClr val="32C6CA"/>
              </a:buClr>
              <a:buSzPct val="80000"/>
              <a:buFont typeface="Wingdings" pitchFamily="2" charset="2"/>
              <a:buNone/>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主从复制</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使用数据库镜像技术建立一个和主数据库</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master</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完全一样的数据库环境，称为从数据库</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slave</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；在复制过程中，一个服务器充当主服务器，而另外一台服务器充当从服务器。</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Box 5">
            <a:extLst>
              <a:ext uri="{FF2B5EF4-FFF2-40B4-BE49-F238E27FC236}">
                <a16:creationId xmlns:a16="http://schemas.microsoft.com/office/drawing/2014/main" id="{1AF0EEC2-FC4B-3A64-051C-FE9D9A27A84B}"/>
              </a:ext>
            </a:extLst>
          </p:cNvPr>
          <p:cNvSpPr txBox="1">
            <a:spLocks noChangeArrowheads="1"/>
          </p:cNvSpPr>
          <p:nvPr/>
        </p:nvSpPr>
        <p:spPr bwMode="auto">
          <a:xfrm>
            <a:off x="482600" y="1125538"/>
            <a:ext cx="10895013" cy="2751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eaLnBrk="1" hangingPunct="1">
              <a:lnSpc>
                <a:spcPct val="120000"/>
              </a:lnSpc>
              <a:spcAft>
                <a:spcPts val="0"/>
              </a:spcAft>
              <a:buClr>
                <a:srgbClr val="32C6CA"/>
              </a:buClr>
              <a:buSzPct val="80000"/>
              <a:buFont typeface="Wingdings" pitchFamily="2" charset="2"/>
              <a:buChar char="u"/>
              <a:defRPr/>
            </a:pP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主从复制的基础是</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bin-log</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二进制日志文件。一台</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MySQL</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数据库作为</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master</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，数据库中所有更新操作都会记录在二进制日志中；</a:t>
            </a:r>
            <a:endPar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marL="457200" indent="-457200" eaLnBrk="1" hangingPunct="1">
              <a:lnSpc>
                <a:spcPct val="120000"/>
              </a:lnSpc>
              <a:spcAft>
                <a:spcPts val="0"/>
              </a:spcAft>
              <a:buClr>
                <a:srgbClr val="32C6CA"/>
              </a:buClr>
              <a:buSzPct val="80000"/>
              <a:buFont typeface="Wingdings" pitchFamily="2" charset="2"/>
              <a:buChar char="u"/>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slave</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数据库通过一个</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I/O</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线程与主服务器保持通信，如果发现</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master</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二进制日志文件发生变化，则会把变化复制到自己的中继日志中；</a:t>
            </a:r>
            <a:endPar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marL="457200" indent="-457200" eaLnBrk="1" hangingPunct="1">
              <a:lnSpc>
                <a:spcPct val="120000"/>
              </a:lnSpc>
              <a:spcAft>
                <a:spcPts val="0"/>
              </a:spcAft>
              <a:buClr>
                <a:srgbClr val="32C6CA"/>
              </a:buClr>
              <a:buSzPct val="80000"/>
              <a:buFont typeface="Wingdings" pitchFamily="2" charset="2"/>
              <a:buChar char="u"/>
              <a:defRPr/>
            </a:pP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slave</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的</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SQL</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线程会把相关的“更新”写到自己的数据库中，以此实现从数据库和主数据库的一致性。</a:t>
            </a:r>
          </a:p>
        </p:txBody>
      </p:sp>
      <p:pic>
        <p:nvPicPr>
          <p:cNvPr id="26627" name="图片 4">
            <a:extLst>
              <a:ext uri="{FF2B5EF4-FFF2-40B4-BE49-F238E27FC236}">
                <a16:creationId xmlns:a16="http://schemas.microsoft.com/office/drawing/2014/main" id="{330D6DBC-10D3-8B9B-6E1B-F3A26B08FC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4263" y="3846513"/>
            <a:ext cx="6697662" cy="28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28E3D661-714F-7487-23F5-910988757B05}"/>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sym typeface="Impact" pitchFamily="34" charset="0"/>
              </a:rPr>
              <a:t>主从复制原理</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8">
                                            <p:txEl>
                                              <p:pRg st="1" end="1"/>
                                            </p:txEl>
                                          </p:spTgt>
                                        </p:tgtEl>
                                        <p:attrNameLst>
                                          <p:attrName>style.visibility</p:attrName>
                                        </p:attrNameLst>
                                      </p:cBhvr>
                                      <p:to>
                                        <p:strVal val="visible"/>
                                      </p:to>
                                    </p:set>
                                    <p:animEffect transition="in" filter="fade">
                                      <p:cBhvr>
                                        <p:cTn id="7" dur="500"/>
                                        <p:tgtEl>
                                          <p:spTgt spid="28">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xEl>
                                              <p:pRg st="2" end="2"/>
                                            </p:txEl>
                                          </p:spTgt>
                                        </p:tgtEl>
                                        <p:attrNameLst>
                                          <p:attrName>style.visibility</p:attrName>
                                        </p:attrNameLst>
                                      </p:cBhvr>
                                      <p:to>
                                        <p:strVal val="visible"/>
                                      </p:to>
                                    </p:set>
                                    <p:animEffect transition="in" filter="fade">
                                      <p:cBhvr>
                                        <p:cTn id="12" dur="500"/>
                                        <p:tgtEl>
                                          <p:spTgt spid="2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Box 5">
            <a:extLst>
              <a:ext uri="{FF2B5EF4-FFF2-40B4-BE49-F238E27FC236}">
                <a16:creationId xmlns:a16="http://schemas.microsoft.com/office/drawing/2014/main" id="{1885C2AC-CB76-A54F-5633-642751387424}"/>
              </a:ext>
            </a:extLst>
          </p:cNvPr>
          <p:cNvSpPr txBox="1">
            <a:spLocks noChangeArrowheads="1"/>
          </p:cNvSpPr>
          <p:nvPr/>
        </p:nvSpPr>
        <p:spPr bwMode="auto">
          <a:xfrm>
            <a:off x="482600" y="1125538"/>
            <a:ext cx="10895013" cy="4754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eaLnBrk="1" hangingPunct="1">
              <a:lnSpc>
                <a:spcPct val="120000"/>
              </a:lnSpc>
              <a:spcAft>
                <a:spcPts val="600"/>
              </a:spcAft>
              <a:buClr>
                <a:srgbClr val="32C6CA"/>
              </a:buClr>
              <a:buSzPct val="80000"/>
              <a:buFont typeface="Wingdings" pitchFamily="2" charset="2"/>
              <a:buChar char="u"/>
              <a:defRPr/>
            </a:pP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高可用性：</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作为后备数据库，主数据库</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master</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故障后，可切换到从数据库</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slave</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继续工作，避免数据丢失。</a:t>
            </a:r>
          </a:p>
          <a:p>
            <a:pPr marL="457200" indent="-457200" eaLnBrk="1" hangingPunct="1">
              <a:lnSpc>
                <a:spcPct val="120000"/>
              </a:lnSpc>
              <a:spcAft>
                <a:spcPts val="600"/>
              </a:spcAft>
              <a:buClr>
                <a:srgbClr val="32C6CA"/>
              </a:buClr>
              <a:buSzPct val="80000"/>
              <a:buFont typeface="Wingdings" pitchFamily="2" charset="2"/>
              <a:buChar char="u"/>
              <a:defRPr/>
            </a:pP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提高数据库的吞吐量：</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业务量越来越大，</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I/O</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访问频率过高，单机无法满足，此时做多库的存储，降低磁盘</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I/O</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访问的频率，提高单个机器的</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I/O</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性能。</a:t>
            </a:r>
          </a:p>
          <a:p>
            <a:pPr marL="457200" indent="-457200" eaLnBrk="1" hangingPunct="1">
              <a:lnSpc>
                <a:spcPct val="120000"/>
              </a:lnSpc>
              <a:spcAft>
                <a:spcPts val="600"/>
              </a:spcAft>
              <a:buClr>
                <a:srgbClr val="32C6CA"/>
              </a:buClr>
              <a:buSzPct val="80000"/>
              <a:buFont typeface="Wingdings" pitchFamily="2" charset="2"/>
              <a:buChar char="u"/>
              <a:defRPr/>
            </a:pP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读写分离：</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使数据库能支撑更大的并发。在报表中尤其重要。由于部分报表</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sql</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语句非常的慢，导致锁表，影响前台服务。如果前台使用</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master</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，报表使用</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slave</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，那么报表</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sql</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将不会造成前台锁，保证了前台速度。</a:t>
            </a:r>
          </a:p>
          <a:p>
            <a:pPr marL="457200" indent="-457200" eaLnBrk="1" hangingPunct="1">
              <a:lnSpc>
                <a:spcPct val="120000"/>
              </a:lnSpc>
              <a:spcAft>
                <a:spcPts val="600"/>
              </a:spcAft>
              <a:buClr>
                <a:srgbClr val="32C6CA"/>
              </a:buClr>
              <a:buSzPct val="80000"/>
              <a:buFont typeface="Wingdings" pitchFamily="2" charset="2"/>
              <a:buChar char="u"/>
              <a:defRPr/>
            </a:pP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实现服务器负载均衡：</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通过服务器复制功能，可以在主服务器和从服务器之间实现负载均衡。即可以通过在主服务器和从服务器之间切分处理客户查询的负荷，从而得到更好地客户相应时间。</a:t>
            </a:r>
          </a:p>
        </p:txBody>
      </p:sp>
      <p:sp>
        <p:nvSpPr>
          <p:cNvPr id="7" name="TextBox 6">
            <a:extLst>
              <a:ext uri="{FF2B5EF4-FFF2-40B4-BE49-F238E27FC236}">
                <a16:creationId xmlns:a16="http://schemas.microsoft.com/office/drawing/2014/main" id="{C63483BE-5DCD-EC14-DCFB-AB0944E41B90}"/>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sym typeface="Impact" pitchFamily="34" charset="0"/>
              </a:rPr>
              <a:t>主从复制的特点</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8">
                                            <p:txEl>
                                              <p:pRg st="1" end="1"/>
                                            </p:txEl>
                                          </p:spTgt>
                                        </p:tgtEl>
                                        <p:attrNameLst>
                                          <p:attrName>style.visibility</p:attrName>
                                        </p:attrNameLst>
                                      </p:cBhvr>
                                      <p:to>
                                        <p:strVal val="visible"/>
                                      </p:to>
                                    </p:set>
                                    <p:animEffect transition="in" filter="fade">
                                      <p:cBhvr>
                                        <p:cTn id="7" dur="500"/>
                                        <p:tgtEl>
                                          <p:spTgt spid="28">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xEl>
                                              <p:pRg st="2" end="2"/>
                                            </p:txEl>
                                          </p:spTgt>
                                        </p:tgtEl>
                                        <p:attrNameLst>
                                          <p:attrName>style.visibility</p:attrName>
                                        </p:attrNameLst>
                                      </p:cBhvr>
                                      <p:to>
                                        <p:strVal val="visible"/>
                                      </p:to>
                                    </p:set>
                                    <p:animEffect transition="in" filter="fade">
                                      <p:cBhvr>
                                        <p:cTn id="12" dur="500"/>
                                        <p:tgtEl>
                                          <p:spTgt spid="28">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xEl>
                                              <p:pRg st="3" end="3"/>
                                            </p:txEl>
                                          </p:spTgt>
                                        </p:tgtEl>
                                        <p:attrNameLst>
                                          <p:attrName>style.visibility</p:attrName>
                                        </p:attrNameLst>
                                      </p:cBhvr>
                                      <p:to>
                                        <p:strVal val="visible"/>
                                      </p:to>
                                    </p:set>
                                    <p:animEffect transition="in" filter="fade">
                                      <p:cBhvr>
                                        <p:cTn id="17" dur="500"/>
                                        <p:tgtEl>
                                          <p:spTgt spid="2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6">
            <a:extLst>
              <a:ext uri="{FF2B5EF4-FFF2-40B4-BE49-F238E27FC236}">
                <a16:creationId xmlns:a16="http://schemas.microsoft.com/office/drawing/2014/main" id="{1A2D9111-3C84-E9AD-6442-BB896947CD05}"/>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数据迁移</a:t>
            </a:r>
          </a:p>
        </p:txBody>
      </p:sp>
      <p:sp>
        <p:nvSpPr>
          <p:cNvPr id="7" name="Text Box 5">
            <a:extLst>
              <a:ext uri="{FF2B5EF4-FFF2-40B4-BE49-F238E27FC236}">
                <a16:creationId xmlns:a16="http://schemas.microsoft.com/office/drawing/2014/main" id="{FC7D6F97-C3D6-27A8-36EF-B3E592F75CFD}"/>
              </a:ext>
            </a:extLst>
          </p:cNvPr>
          <p:cNvSpPr txBox="1">
            <a:spLocks noChangeArrowheads="1"/>
          </p:cNvSpPr>
          <p:nvPr/>
        </p:nvSpPr>
        <p:spPr bwMode="auto">
          <a:xfrm>
            <a:off x="844550" y="1268413"/>
            <a:ext cx="10512425" cy="2297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数据迁移</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是把数据从一个系统移动到另一个系统上。数据迁移具有以下原因：</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marL="457200" indent="-457200" eaLnBrk="1" hangingPunct="1">
              <a:lnSpc>
                <a:spcPct val="110000"/>
              </a:lnSpc>
              <a:spcAft>
                <a:spcPts val="1200"/>
              </a:spcAft>
              <a:buClr>
                <a:srgbClr val="32C6CA"/>
              </a:buClr>
              <a:buSzPct val="80000"/>
              <a:buFont typeface="Wingdings" panose="05000000000000000000" pitchFamily="2" charset="2"/>
              <a:buChar char="u"/>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数据库版本更新：</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把低版本的数据导入到高版本的系统中；</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marL="457200" indent="-457200" eaLnBrk="1" hangingPunct="1">
              <a:lnSpc>
                <a:spcPct val="110000"/>
              </a:lnSpc>
              <a:spcAft>
                <a:spcPts val="1200"/>
              </a:spcAft>
              <a:buClr>
                <a:srgbClr val="32C6CA"/>
              </a:buClr>
              <a:buSzPct val="80000"/>
              <a:buFont typeface="Wingdings" panose="05000000000000000000" pitchFamily="2" charset="2"/>
              <a:buChar char="u"/>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数据库工具变更：</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把数据从一个工具导入到另一个工具中；</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4" name="Text Box 5">
            <a:extLst>
              <a:ext uri="{FF2B5EF4-FFF2-40B4-BE49-F238E27FC236}">
                <a16:creationId xmlns:a16="http://schemas.microsoft.com/office/drawing/2014/main" id="{949FD0BD-1D1F-D367-ACFD-40FC9057D02B}"/>
              </a:ext>
            </a:extLst>
          </p:cNvPr>
          <p:cNvSpPr txBox="1">
            <a:spLocks noChangeArrowheads="1"/>
          </p:cNvSpPr>
          <p:nvPr/>
        </p:nvSpPr>
        <p:spPr bwMode="auto">
          <a:xfrm>
            <a:off x="796925" y="3860800"/>
            <a:ext cx="10512425" cy="277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数据迁移方式：</a:t>
            </a:r>
            <a:endPar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endParaRPr>
          </a:p>
          <a:p>
            <a:pPr marL="457200" indent="-457200" eaLnBrk="1" hangingPunct="1">
              <a:lnSpc>
                <a:spcPct val="110000"/>
              </a:lnSpc>
              <a:spcAft>
                <a:spcPts val="1200"/>
              </a:spcAft>
              <a:buClr>
                <a:srgbClr val="32C6CA"/>
              </a:buClr>
              <a:buSzPct val="80000"/>
              <a:buFont typeface="Wingdings" panose="05000000000000000000" pitchFamily="2" charset="2"/>
              <a:buChar char="u"/>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数据导出导入：</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此方式会导出一个中间文件（如备份文件），迁移数据时导入到另外的数据库中。</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marL="457200" indent="-457200" eaLnBrk="1" hangingPunct="1">
              <a:lnSpc>
                <a:spcPct val="110000"/>
              </a:lnSpc>
              <a:spcAft>
                <a:spcPts val="1200"/>
              </a:spcAft>
              <a:buClr>
                <a:srgbClr val="32C6CA"/>
              </a:buClr>
              <a:buSzPct val="80000"/>
              <a:buFont typeface="Wingdings" panose="05000000000000000000" pitchFamily="2" charset="2"/>
              <a:buChar char="u"/>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直接传输：</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在原数据库服务与目标数据库服务均开启的情况下，直接进行数据的传输。</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6">
            <a:extLst>
              <a:ext uri="{FF2B5EF4-FFF2-40B4-BE49-F238E27FC236}">
                <a16:creationId xmlns:a16="http://schemas.microsoft.com/office/drawing/2014/main" id="{B0195F1E-9CC2-CFF1-E715-036AC7B0542D}"/>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数据迁移</a:t>
            </a:r>
          </a:p>
        </p:txBody>
      </p:sp>
      <p:sp>
        <p:nvSpPr>
          <p:cNvPr id="7" name="Text Box 5">
            <a:extLst>
              <a:ext uri="{FF2B5EF4-FFF2-40B4-BE49-F238E27FC236}">
                <a16:creationId xmlns:a16="http://schemas.microsoft.com/office/drawing/2014/main" id="{1EDA3B09-5A50-6C54-B2C6-EE1499C3BEB3}"/>
              </a:ext>
            </a:extLst>
          </p:cNvPr>
          <p:cNvSpPr txBox="1">
            <a:spLocks noChangeArrowheads="1"/>
          </p:cNvSpPr>
          <p:nvPr/>
        </p:nvSpPr>
        <p:spPr bwMode="auto">
          <a:xfrm>
            <a:off x="844550" y="1412875"/>
            <a:ext cx="10512425" cy="416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数据库管理系统发生了变更，此时应该采用直接传输的方式把数据从一个系统移动到另一个系统上。数据迁移具有步骤如下：</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marL="457200" indent="-457200" eaLnBrk="1" hangingPunct="1">
              <a:lnSpc>
                <a:spcPct val="110000"/>
              </a:lnSpc>
              <a:spcBef>
                <a:spcPts val="1200"/>
              </a:spcBef>
              <a:spcAft>
                <a:spcPts val="1200"/>
              </a:spcAft>
              <a:buClr>
                <a:srgbClr val="32C6CA"/>
              </a:buClr>
              <a:buSzPct val="80000"/>
              <a:buFont typeface="Wingdings" panose="05000000000000000000" pitchFamily="2" charset="2"/>
              <a:buChar char="u"/>
              <a:defRPr/>
            </a:pP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定义数据源（工具</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C:\Windows\System32\odbcad32.exe</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marL="457200" indent="-457200" eaLnBrk="1" hangingPunct="1">
              <a:lnSpc>
                <a:spcPct val="110000"/>
              </a:lnSpc>
              <a:spcBef>
                <a:spcPts val="1200"/>
              </a:spcBef>
              <a:spcAft>
                <a:spcPts val="1200"/>
              </a:spcAft>
              <a:buClr>
                <a:srgbClr val="32C6CA"/>
              </a:buClr>
              <a:buSzPct val="80000"/>
              <a:buFont typeface="Wingdings" panose="05000000000000000000" pitchFamily="2" charset="2"/>
              <a:buChar char="u"/>
              <a:defRPr/>
            </a:pP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在客户端连接上选择“导入外部数据”；</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marL="457200" indent="-457200" eaLnBrk="1" hangingPunct="1">
              <a:lnSpc>
                <a:spcPct val="110000"/>
              </a:lnSpc>
              <a:spcBef>
                <a:spcPts val="1200"/>
              </a:spcBef>
              <a:spcAft>
                <a:spcPts val="1200"/>
              </a:spcAft>
              <a:buClr>
                <a:srgbClr val="32C6CA"/>
              </a:buClr>
              <a:buSzPct val="80000"/>
              <a:buFont typeface="Wingdings" panose="05000000000000000000" pitchFamily="2" charset="2"/>
              <a:buChar char="u"/>
              <a:defRPr/>
            </a:pP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选择导入的位置；</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marL="457200" indent="-457200" eaLnBrk="1" hangingPunct="1">
              <a:lnSpc>
                <a:spcPct val="110000"/>
              </a:lnSpc>
              <a:spcBef>
                <a:spcPts val="1200"/>
              </a:spcBef>
              <a:spcAft>
                <a:spcPts val="1200"/>
              </a:spcAft>
              <a:buClr>
                <a:srgbClr val="32C6CA"/>
              </a:buClr>
              <a:buSzPct val="80000"/>
              <a:buFont typeface="Wingdings" panose="05000000000000000000" pitchFamily="2" charset="2"/>
              <a:buChar char="u"/>
              <a:defRPr/>
            </a:pP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执行数据导入。</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6">
            <a:extLst>
              <a:ext uri="{FF2B5EF4-FFF2-40B4-BE49-F238E27FC236}">
                <a16:creationId xmlns:a16="http://schemas.microsoft.com/office/drawing/2014/main" id="{6D4CCD5A-2C83-CFC9-3370-DEF5BDF5EE22}"/>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数据迁移</a:t>
            </a:r>
          </a:p>
        </p:txBody>
      </p:sp>
      <p:sp>
        <p:nvSpPr>
          <p:cNvPr id="7" name="Text Box 5">
            <a:extLst>
              <a:ext uri="{FF2B5EF4-FFF2-40B4-BE49-F238E27FC236}">
                <a16:creationId xmlns:a16="http://schemas.microsoft.com/office/drawing/2014/main" id="{6A70458E-5C15-B033-EB48-EBE4DF72D3CC}"/>
              </a:ext>
            </a:extLst>
          </p:cNvPr>
          <p:cNvSpPr txBox="1">
            <a:spLocks noChangeArrowheads="1"/>
          </p:cNvSpPr>
          <p:nvPr/>
        </p:nvSpPr>
        <p:spPr bwMode="auto">
          <a:xfrm>
            <a:off x="844550" y="1268413"/>
            <a:ext cx="105124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rPr>
              <a:t>将</a:t>
            </a:r>
            <a:r>
              <a:rPr kumimoji="1" lang="en-US" altLang="zh-CN" sz="2800" b="1" dirty="0">
                <a:effectLst>
                  <a:outerShdw blurRad="38100" dist="38100" dir="2700000" algn="tl">
                    <a:srgbClr val="C0C0C0"/>
                  </a:outerShdw>
                </a:effectLst>
                <a:latin typeface="楷体_GB2312" pitchFamily="49" charset="-122"/>
                <a:ea typeface="楷体_GB2312" pitchFamily="49" charset="-122"/>
              </a:rPr>
              <a:t>Oracle</a:t>
            </a:r>
            <a:r>
              <a:rPr kumimoji="1" lang="zh-CN" altLang="en-US" sz="2800" b="1" dirty="0">
                <a:effectLst>
                  <a:outerShdw blurRad="38100" dist="38100" dir="2700000" algn="tl">
                    <a:srgbClr val="C0C0C0"/>
                  </a:outerShdw>
                </a:effectLst>
                <a:latin typeface="楷体_GB2312" pitchFamily="49" charset="-122"/>
                <a:ea typeface="楷体_GB2312" pitchFamily="49" charset="-122"/>
              </a:rPr>
              <a:t>数据库中的</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xs</a:t>
            </a:r>
            <a:r>
              <a:rPr kumimoji="1" lang="zh-CN" altLang="en-US" sz="2800" b="1" dirty="0">
                <a:effectLst>
                  <a:outerShdw blurRad="38100" dist="38100" dir="2700000" algn="tl">
                    <a:srgbClr val="C0C0C0"/>
                  </a:outerShdw>
                </a:effectLst>
                <a:latin typeface="楷体_GB2312" pitchFamily="49" charset="-122"/>
                <a:ea typeface="楷体_GB2312" pitchFamily="49" charset="-122"/>
              </a:rPr>
              <a:t>表导入到</a:t>
            </a:r>
            <a:r>
              <a:rPr kumimoji="1" lang="en-US" altLang="zh-CN" sz="2800" b="1" dirty="0">
                <a:effectLst>
                  <a:outerShdw blurRad="38100" dist="38100" dir="2700000" algn="tl">
                    <a:srgbClr val="C0C0C0"/>
                  </a:outerShdw>
                </a:effectLst>
                <a:latin typeface="楷体_GB2312" pitchFamily="49" charset="-122"/>
                <a:ea typeface="楷体_GB2312" pitchFamily="49" charset="-122"/>
              </a:rPr>
              <a:t>MySQL</a:t>
            </a:r>
            <a:r>
              <a:rPr kumimoji="1" lang="zh-CN" altLang="en-US" sz="2800" b="1" dirty="0">
                <a:effectLst>
                  <a:outerShdw blurRad="38100" dist="38100" dir="2700000" algn="tl">
                    <a:srgbClr val="C0C0C0"/>
                  </a:outerShdw>
                </a:effectLst>
                <a:latin typeface="楷体_GB2312" pitchFamily="49" charset="-122"/>
                <a:ea typeface="楷体_GB2312" pitchFamily="49" charset="-122"/>
              </a:rPr>
              <a:t>中，存放在</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teaching_manage</a:t>
            </a:r>
            <a:r>
              <a:rPr kumimoji="1" lang="zh-CN" altLang="en-US" sz="2800" b="1" dirty="0">
                <a:effectLst>
                  <a:outerShdw blurRad="38100" dist="38100" dir="2700000" algn="tl">
                    <a:srgbClr val="C0C0C0"/>
                  </a:outerShdw>
                </a:effectLst>
                <a:latin typeface="楷体_GB2312" pitchFamily="49" charset="-122"/>
                <a:ea typeface="楷体_GB2312" pitchFamily="49" charset="-122"/>
              </a:rPr>
              <a:t>数据库中，对比导入前后表结构的变化。</a:t>
            </a:r>
          </a:p>
        </p:txBody>
      </p:sp>
      <p:sp>
        <p:nvSpPr>
          <p:cNvPr id="4" name="Text Box 5">
            <a:extLst>
              <a:ext uri="{FF2B5EF4-FFF2-40B4-BE49-F238E27FC236}">
                <a16:creationId xmlns:a16="http://schemas.microsoft.com/office/drawing/2014/main" id="{839C2D73-1EFA-03F6-E915-CAA262367F08}"/>
              </a:ext>
            </a:extLst>
          </p:cNvPr>
          <p:cNvSpPr txBox="1">
            <a:spLocks noChangeArrowheads="1"/>
          </p:cNvSpPr>
          <p:nvPr/>
        </p:nvSpPr>
        <p:spPr bwMode="auto">
          <a:xfrm>
            <a:off x="844550" y="2492375"/>
            <a:ext cx="10512425" cy="44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1</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）使用</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odbcad32</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定义系统数据源</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xs_data</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p>
        </p:txBody>
      </p:sp>
      <p:sp>
        <p:nvSpPr>
          <p:cNvPr id="6" name="Text Box 5">
            <a:extLst>
              <a:ext uri="{FF2B5EF4-FFF2-40B4-BE49-F238E27FC236}">
                <a16:creationId xmlns:a16="http://schemas.microsoft.com/office/drawing/2014/main" id="{93290C9F-B794-1F4A-ADBC-5942D898B0C5}"/>
              </a:ext>
            </a:extLst>
          </p:cNvPr>
          <p:cNvSpPr txBox="1">
            <a:spLocks noChangeArrowheads="1"/>
          </p:cNvSpPr>
          <p:nvPr/>
        </p:nvSpPr>
        <p:spPr bwMode="auto">
          <a:xfrm>
            <a:off x="844550" y="3213100"/>
            <a:ext cx="10512425"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2</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）在</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SQLYog</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中使用</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root</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用户连接</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MySQL</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服务</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p>
        </p:txBody>
      </p:sp>
      <p:sp>
        <p:nvSpPr>
          <p:cNvPr id="8" name="Text Box 5">
            <a:extLst>
              <a:ext uri="{FF2B5EF4-FFF2-40B4-BE49-F238E27FC236}">
                <a16:creationId xmlns:a16="http://schemas.microsoft.com/office/drawing/2014/main" id="{166A638F-5845-2600-2C44-0C06FFB23651}"/>
              </a:ext>
            </a:extLst>
          </p:cNvPr>
          <p:cNvSpPr txBox="1">
            <a:spLocks noChangeArrowheads="1"/>
          </p:cNvSpPr>
          <p:nvPr/>
        </p:nvSpPr>
        <p:spPr bwMode="auto">
          <a:xfrm>
            <a:off x="844550" y="3933825"/>
            <a:ext cx="10512425"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3</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）的</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root</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连接上点击右键选择“导入外部数据”</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p>
        </p:txBody>
      </p:sp>
      <p:sp>
        <p:nvSpPr>
          <p:cNvPr id="9" name="Text Box 5">
            <a:extLst>
              <a:ext uri="{FF2B5EF4-FFF2-40B4-BE49-F238E27FC236}">
                <a16:creationId xmlns:a16="http://schemas.microsoft.com/office/drawing/2014/main" id="{C73D5FA2-8FD7-0AE3-58D6-A06094D64BCA}"/>
              </a:ext>
            </a:extLst>
          </p:cNvPr>
          <p:cNvSpPr txBox="1">
            <a:spLocks noChangeArrowheads="1"/>
          </p:cNvSpPr>
          <p:nvPr/>
        </p:nvSpPr>
        <p:spPr bwMode="auto">
          <a:xfrm>
            <a:off x="844550" y="4581525"/>
            <a:ext cx="10512425"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4</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）选择导入位置：</a:t>
            </a:r>
            <a:r>
              <a:rPr kumimoji="1" lang="en-US" altLang="zh-CN" sz="2400" b="1" dirty="0" err="1">
                <a:solidFill>
                  <a:srgbClr val="002060"/>
                </a:solidFill>
                <a:effectLst>
                  <a:outerShdw blurRad="38100" dist="38100" dir="2700000" algn="tl">
                    <a:srgbClr val="C0C0C0"/>
                  </a:outerShdw>
                </a:effectLst>
                <a:latin typeface="楷体_GB2312" pitchFamily="49" charset="-122"/>
                <a:ea typeface="楷体_GB2312" pitchFamily="49" charset="-122"/>
              </a:rPr>
              <a:t>teaching_manage</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p>
        </p:txBody>
      </p:sp>
      <p:sp>
        <p:nvSpPr>
          <p:cNvPr id="10" name="Text Box 5">
            <a:extLst>
              <a:ext uri="{FF2B5EF4-FFF2-40B4-BE49-F238E27FC236}">
                <a16:creationId xmlns:a16="http://schemas.microsoft.com/office/drawing/2014/main" id="{299CC105-4CC0-4B78-BB75-270D39F91A65}"/>
              </a:ext>
            </a:extLst>
          </p:cNvPr>
          <p:cNvSpPr txBox="1">
            <a:spLocks noChangeArrowheads="1"/>
          </p:cNvSpPr>
          <p:nvPr/>
        </p:nvSpPr>
        <p:spPr bwMode="auto">
          <a:xfrm>
            <a:off x="852488" y="5307013"/>
            <a:ext cx="10512425"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5</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）执行导入操作</a:t>
            </a:r>
            <a:endPar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
        <p:nvSpPr>
          <p:cNvPr id="11" name="Text Box 5">
            <a:extLst>
              <a:ext uri="{FF2B5EF4-FFF2-40B4-BE49-F238E27FC236}">
                <a16:creationId xmlns:a16="http://schemas.microsoft.com/office/drawing/2014/main" id="{7BAD42C7-BB2E-8C34-A479-FEAB15D08076}"/>
              </a:ext>
            </a:extLst>
          </p:cNvPr>
          <p:cNvSpPr txBox="1">
            <a:spLocks noChangeArrowheads="1"/>
          </p:cNvSpPr>
          <p:nvPr/>
        </p:nvSpPr>
        <p:spPr bwMode="auto">
          <a:xfrm>
            <a:off x="852488" y="5954713"/>
            <a:ext cx="10512425"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6</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）对比导入前后表结构的变化</a:t>
            </a:r>
            <a:endPar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9" grpId="0"/>
      <p:bldP spid="10" grpId="0"/>
      <p:bldP spid="1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6">
            <a:extLst>
              <a:ext uri="{FF2B5EF4-FFF2-40B4-BE49-F238E27FC236}">
                <a16:creationId xmlns:a16="http://schemas.microsoft.com/office/drawing/2014/main" id="{CD7780A3-3DB7-FC97-0C30-1BA2E9A370D2}"/>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分库分表</a:t>
            </a:r>
          </a:p>
        </p:txBody>
      </p:sp>
      <p:sp>
        <p:nvSpPr>
          <p:cNvPr id="7" name="Text Box 5">
            <a:extLst>
              <a:ext uri="{FF2B5EF4-FFF2-40B4-BE49-F238E27FC236}">
                <a16:creationId xmlns:a16="http://schemas.microsoft.com/office/drawing/2014/main" id="{2716D0AC-6B0B-C2DF-547B-6CFC12D43DDF}"/>
              </a:ext>
            </a:extLst>
          </p:cNvPr>
          <p:cNvSpPr txBox="1">
            <a:spLocks noChangeArrowheads="1"/>
          </p:cNvSpPr>
          <p:nvPr/>
        </p:nvSpPr>
        <p:spPr bwMode="auto">
          <a:xfrm>
            <a:off x="844550" y="1268413"/>
            <a:ext cx="10512425" cy="2065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600"/>
              </a:spcAft>
              <a:buClr>
                <a:srgbClr val="32C6CA"/>
              </a:buClr>
              <a:buSzPct val="80000"/>
              <a:buFont typeface="Wingdings" pitchFamily="2" charset="2"/>
              <a:buNone/>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分库：</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将一个数据库中的数据按照某种规则分拆到多个数据库中，以缓解单服务器的压力（</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CPU</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、内存、磁盘、</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IO</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eaLnBrk="1" hangingPunct="1">
              <a:lnSpc>
                <a:spcPct val="110000"/>
              </a:lnSpc>
              <a:spcAft>
                <a:spcPts val="600"/>
              </a:spcAft>
              <a:buClr>
                <a:srgbClr val="32C6CA"/>
              </a:buClr>
              <a:buSzPct val="80000"/>
              <a:buFont typeface="Wingdings" pitchFamily="2" charset="2"/>
              <a:buNone/>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分表：</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将一个表中的数据按照某种规则分拆到多张表中，降低锁粒度以及索引树，提升数据查询效率。</a:t>
            </a:r>
          </a:p>
        </p:txBody>
      </p:sp>
      <p:pic>
        <p:nvPicPr>
          <p:cNvPr id="31748" name="图片 11">
            <a:extLst>
              <a:ext uri="{FF2B5EF4-FFF2-40B4-BE49-F238E27FC236}">
                <a16:creationId xmlns:a16="http://schemas.microsoft.com/office/drawing/2014/main" id="{48DC1660-E878-5581-8B66-9A97B3E180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93" t="10245" r="15919" b="5124"/>
          <a:stretch>
            <a:fillRect/>
          </a:stretch>
        </p:blipFill>
        <p:spPr bwMode="auto">
          <a:xfrm>
            <a:off x="2859088" y="3573463"/>
            <a:ext cx="5040312" cy="295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6">
            <a:extLst>
              <a:ext uri="{FF2B5EF4-FFF2-40B4-BE49-F238E27FC236}">
                <a16:creationId xmlns:a16="http://schemas.microsoft.com/office/drawing/2014/main" id="{935AE5BC-45D1-DDFE-7B1D-102DEF5F7C8F}"/>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分库分表</a:t>
            </a:r>
          </a:p>
        </p:txBody>
      </p:sp>
      <p:sp>
        <p:nvSpPr>
          <p:cNvPr id="7" name="Text Box 5">
            <a:extLst>
              <a:ext uri="{FF2B5EF4-FFF2-40B4-BE49-F238E27FC236}">
                <a16:creationId xmlns:a16="http://schemas.microsoft.com/office/drawing/2014/main" id="{EB74C8C2-526E-53A5-F10D-B61A9ECE0686}"/>
              </a:ext>
            </a:extLst>
          </p:cNvPr>
          <p:cNvSpPr txBox="1">
            <a:spLocks noChangeArrowheads="1"/>
          </p:cNvSpPr>
          <p:nvPr/>
        </p:nvSpPr>
        <p:spPr bwMode="auto">
          <a:xfrm>
            <a:off x="844550" y="1268413"/>
            <a:ext cx="10512425" cy="4946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600"/>
              </a:spcAft>
              <a:buClr>
                <a:srgbClr val="32C6CA"/>
              </a:buClr>
              <a:buSzPct val="80000"/>
              <a:buFont typeface="Wingdings" pitchFamily="2" charset="2"/>
              <a:buNone/>
              <a:defRPr/>
            </a:pP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垂直拆库：</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垂直拆库则在垂直拆表的基础上，将一个系统中的不同业务场景进行拆分，比如订单表、用户表、商品表。</a:t>
            </a:r>
          </a:p>
          <a:p>
            <a:pPr eaLnBrk="1" hangingPunct="1">
              <a:lnSpc>
                <a:spcPct val="110000"/>
              </a:lnSpc>
              <a:spcAft>
                <a:spcPts val="600"/>
              </a:spcAft>
              <a:buClr>
                <a:srgbClr val="32C6CA"/>
              </a:buClr>
              <a:buSzPct val="80000"/>
              <a:buFont typeface="Wingdings" pitchFamily="2" charset="2"/>
              <a:buNone/>
              <a:defRPr/>
            </a:pP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    好处：</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降低单数据库服务的压力（物理存储、内存、</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IO</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等）、降低单机故障的影响面。</a:t>
            </a:r>
            <a:endPar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eaLnBrk="1" hangingPunct="1">
              <a:lnSpc>
                <a:spcPct val="110000"/>
              </a:lnSpc>
              <a:spcAft>
                <a:spcPts val="600"/>
              </a:spcAft>
              <a:buClr>
                <a:srgbClr val="32C6CA"/>
              </a:buClr>
              <a:buSzPct val="80000"/>
              <a:buFont typeface="Wingdings" pitchFamily="2" charset="2"/>
              <a:buNone/>
              <a:defRPr/>
            </a:pP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垂直拆表：</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即大表拆小表，将一张表中数据不同“字段”分拆到多张表中，比如商品库将商品基本信息、商品库存、卖家信息等分拆到不同库表中。</a:t>
            </a:r>
          </a:p>
          <a:p>
            <a:pPr eaLnBrk="1" hangingPunct="1">
              <a:lnSpc>
                <a:spcPct val="110000"/>
              </a:lnSpc>
              <a:spcAft>
                <a:spcPts val="600"/>
              </a:spcAft>
              <a:buClr>
                <a:srgbClr val="32C6CA"/>
              </a:buClr>
              <a:buSzPct val="80000"/>
              <a:buFont typeface="Wingdings" pitchFamily="2" charset="2"/>
              <a:buNone/>
              <a:defRPr/>
            </a:pP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    </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考虑因素有将不常用的，数据较大，长度较长（比如</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text</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类型字段）的拆分到“扩展表” ，表和表之间通过“主键外键”进行关联。</a:t>
            </a:r>
          </a:p>
          <a:p>
            <a:pPr eaLnBrk="1" hangingPunct="1">
              <a:lnSpc>
                <a:spcPct val="110000"/>
              </a:lnSpc>
              <a:spcAft>
                <a:spcPts val="600"/>
              </a:spcAft>
              <a:buClr>
                <a:srgbClr val="32C6CA"/>
              </a:buClr>
              <a:buSzPct val="80000"/>
              <a:buFont typeface="Wingdings" pitchFamily="2" charset="2"/>
              <a:buNone/>
              <a:defRPr/>
            </a:pP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     好处：</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降低表数据规模，提升查询效率，也避免查询时数据量太大造成的“跨页”问题。</a:t>
            </a:r>
          </a:p>
          <a:p>
            <a:pPr eaLnBrk="1" hangingPunct="1">
              <a:lnSpc>
                <a:spcPct val="110000"/>
              </a:lnSpc>
              <a:spcAft>
                <a:spcPts val="600"/>
              </a:spcAft>
              <a:buClr>
                <a:srgbClr val="32C6CA"/>
              </a:buClr>
              <a:buSzPct val="80000"/>
              <a:buFont typeface="Wingdings" pitchFamily="2" charset="2"/>
              <a:buNone/>
              <a:defRPr/>
            </a:pPr>
            <a:endPar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6">
            <a:extLst>
              <a:ext uri="{FF2B5EF4-FFF2-40B4-BE49-F238E27FC236}">
                <a16:creationId xmlns:a16="http://schemas.microsoft.com/office/drawing/2014/main" id="{130F4501-F2A6-1604-5439-AD2A05D40875}"/>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分库分表</a:t>
            </a:r>
          </a:p>
        </p:txBody>
      </p:sp>
      <p:sp>
        <p:nvSpPr>
          <p:cNvPr id="7" name="Text Box 5">
            <a:extLst>
              <a:ext uri="{FF2B5EF4-FFF2-40B4-BE49-F238E27FC236}">
                <a16:creationId xmlns:a16="http://schemas.microsoft.com/office/drawing/2014/main" id="{EB0293D7-F869-2C9E-CAC9-2B82EC21C0D1}"/>
              </a:ext>
            </a:extLst>
          </p:cNvPr>
          <p:cNvSpPr txBox="1">
            <a:spLocks noChangeArrowheads="1"/>
          </p:cNvSpPr>
          <p:nvPr/>
        </p:nvSpPr>
        <p:spPr bwMode="auto">
          <a:xfrm>
            <a:off x="844550" y="1268413"/>
            <a:ext cx="10512425" cy="3243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600"/>
              </a:spcAft>
              <a:buClr>
                <a:srgbClr val="32C6CA"/>
              </a:buClr>
              <a:buSzPct val="80000"/>
              <a:buFont typeface="Wingdings" pitchFamily="2" charset="2"/>
              <a:buNone/>
              <a:defRPr/>
            </a:pP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水平拆表</a:t>
            </a:r>
          </a:p>
          <a:p>
            <a:pPr eaLnBrk="1" hangingPunct="1">
              <a:lnSpc>
                <a:spcPct val="110000"/>
              </a:lnSpc>
              <a:spcAft>
                <a:spcPts val="600"/>
              </a:spcAft>
              <a:buClr>
                <a:srgbClr val="32C6CA"/>
              </a:buClr>
              <a:buSzPct val="80000"/>
              <a:buFont typeface="Wingdings" pitchFamily="2" charset="2"/>
              <a:buNone/>
              <a:defRPr/>
            </a:pP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    将数据按照某种维度拆分为多张表，但是由于多张表还是从属于一个库，其降低锁粒度，一定程度提升查询性能，但是仍然会有</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IO</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性能瓶颈。</a:t>
            </a:r>
          </a:p>
          <a:p>
            <a:pPr eaLnBrk="1" hangingPunct="1">
              <a:lnSpc>
                <a:spcPct val="110000"/>
              </a:lnSpc>
              <a:spcAft>
                <a:spcPts val="600"/>
              </a:spcAft>
              <a:buClr>
                <a:srgbClr val="32C6CA"/>
              </a:buClr>
              <a:buSzPct val="80000"/>
              <a:buFont typeface="Wingdings" pitchFamily="2" charset="2"/>
              <a:buNone/>
              <a:defRPr/>
            </a:pP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 </a:t>
            </a:r>
            <a:endPar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endParaRPr>
          </a:p>
          <a:p>
            <a:pPr eaLnBrk="1" hangingPunct="1">
              <a:lnSpc>
                <a:spcPct val="110000"/>
              </a:lnSpc>
              <a:spcAft>
                <a:spcPts val="600"/>
              </a:spcAft>
              <a:buClr>
                <a:srgbClr val="32C6CA"/>
              </a:buClr>
              <a:buSzPct val="80000"/>
              <a:buFont typeface="Wingdings" pitchFamily="2" charset="2"/>
              <a:buNone/>
              <a:defRPr/>
            </a:pP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水平拆库</a:t>
            </a:r>
          </a:p>
          <a:p>
            <a:pPr eaLnBrk="1" hangingPunct="1">
              <a:lnSpc>
                <a:spcPct val="110000"/>
              </a:lnSpc>
              <a:spcAft>
                <a:spcPts val="600"/>
              </a:spcAft>
              <a:buClr>
                <a:srgbClr val="32C6CA"/>
              </a:buClr>
              <a:buSzPct val="80000"/>
              <a:buFont typeface="Wingdings" pitchFamily="2" charset="2"/>
              <a:buNone/>
              <a:defRPr/>
            </a:pP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    </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将数据按照某种维度分拆到多个库中，降低单机单库的压力，提升读写性能。</a:t>
            </a:r>
            <a:endPar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6">
            <a:extLst>
              <a:ext uri="{FF2B5EF4-FFF2-40B4-BE49-F238E27FC236}">
                <a16:creationId xmlns:a16="http://schemas.microsoft.com/office/drawing/2014/main" id="{0993C03B-EA01-DCB6-FD44-7F1B62814347}"/>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分库分表</a:t>
            </a:r>
          </a:p>
        </p:txBody>
      </p:sp>
      <p:sp>
        <p:nvSpPr>
          <p:cNvPr id="7" name="Text Box 5">
            <a:extLst>
              <a:ext uri="{FF2B5EF4-FFF2-40B4-BE49-F238E27FC236}">
                <a16:creationId xmlns:a16="http://schemas.microsoft.com/office/drawing/2014/main" id="{B7C7B39A-DE5B-A53D-E921-2DB98254B6AB}"/>
              </a:ext>
            </a:extLst>
          </p:cNvPr>
          <p:cNvSpPr txBox="1">
            <a:spLocks noChangeArrowheads="1"/>
          </p:cNvSpPr>
          <p:nvPr/>
        </p:nvSpPr>
        <p:spPr bwMode="auto">
          <a:xfrm>
            <a:off x="844550" y="1268413"/>
            <a:ext cx="10512425" cy="483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600"/>
              </a:spcAft>
              <a:buClr>
                <a:srgbClr val="32C6CA"/>
              </a:buClr>
              <a:buSzPct val="80000"/>
              <a:buFont typeface="Wingdings" pitchFamily="2" charset="2"/>
              <a:buNone/>
              <a:defRPr/>
            </a:pPr>
            <a:r>
              <a:rPr kumimoji="1" lang="zh-CN" altLang="en-US" sz="2800" b="1" dirty="0">
                <a:solidFill>
                  <a:srgbClr val="7030A0"/>
                </a:solidFill>
                <a:effectLst>
                  <a:outerShdw blurRad="38100" dist="38100" dir="2700000" algn="tl">
                    <a:srgbClr val="C0C0C0"/>
                  </a:outerShdw>
                </a:effectLst>
                <a:latin typeface="楷体_GB2312" pitchFamily="49" charset="-122"/>
                <a:ea typeface="楷体_GB2312" pitchFamily="49" charset="-122"/>
              </a:rPr>
              <a:t>分库分表带来的问题：</a:t>
            </a:r>
          </a:p>
          <a:p>
            <a:pPr eaLnBrk="1" hangingPunct="1">
              <a:lnSpc>
                <a:spcPct val="110000"/>
              </a:lnSpc>
              <a:spcBef>
                <a:spcPts val="600"/>
              </a:spcBef>
              <a:spcAft>
                <a:spcPts val="600"/>
              </a:spcAft>
              <a:buClr>
                <a:srgbClr val="32C6CA"/>
              </a:buClr>
              <a:buSzPct val="80000"/>
              <a:buFont typeface="Wingdings" pitchFamily="2" charset="2"/>
              <a:buNone/>
              <a:defRPr/>
            </a:pP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事务性问题：</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分库可能导致执行一次事务所需的数据分布在不同服务器上，数据库层面无法实现事务性操作，需要更上层业务引入分布式事务操作。 </a:t>
            </a:r>
            <a:endPar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eaLnBrk="1" hangingPunct="1">
              <a:lnSpc>
                <a:spcPct val="110000"/>
              </a:lnSpc>
              <a:spcBef>
                <a:spcPts val="600"/>
              </a:spcBef>
              <a:spcAft>
                <a:spcPts val="600"/>
              </a:spcAft>
              <a:buClr>
                <a:srgbClr val="32C6CA"/>
              </a:buClr>
              <a:buSzPct val="80000"/>
              <a:buFont typeface="Wingdings" pitchFamily="2" charset="2"/>
              <a:buNone/>
              <a:defRPr/>
            </a:pP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主键</a:t>
            </a: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a:t>
            </a: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自增</a:t>
            </a: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ID)</a:t>
            </a: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唯一性问题：</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在数据库表设计时，经常会使用自增</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ID</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作为数据主键，这就导致后续在迁库迁表、或者分库分表操作时，会因为主键的变化或者主键不唯一产生冲突，要解决主键不唯一问题。</a:t>
            </a:r>
          </a:p>
          <a:p>
            <a:pPr eaLnBrk="1" hangingPunct="1">
              <a:lnSpc>
                <a:spcPct val="110000"/>
              </a:lnSpc>
              <a:spcBef>
                <a:spcPts val="600"/>
              </a:spcBef>
              <a:spcAft>
                <a:spcPts val="600"/>
              </a:spcAft>
              <a:buClr>
                <a:srgbClr val="32C6CA"/>
              </a:buClr>
              <a:buSzPct val="80000"/>
              <a:buFont typeface="Wingdings" pitchFamily="2" charset="2"/>
              <a:buNone/>
              <a:defRPr/>
            </a:pP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跨库多表</a:t>
            </a: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join</a:t>
            </a: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问题：</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join</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操作往往会给后续的分库分表操作带来各种问题，可能导致数据的死锁。</a:t>
            </a:r>
            <a:endPar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eaLnBrk="1" hangingPunct="1">
              <a:lnSpc>
                <a:spcPct val="110000"/>
              </a:lnSpc>
              <a:spcBef>
                <a:spcPts val="600"/>
              </a:spcBef>
              <a:spcAft>
                <a:spcPts val="600"/>
              </a:spcAft>
              <a:buClr>
                <a:srgbClr val="32C6CA"/>
              </a:buClr>
              <a:buSzPct val="80000"/>
              <a:buFont typeface="Wingdings" pitchFamily="2" charset="2"/>
              <a:buNone/>
              <a:defRPr/>
            </a:pP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跨库聚合查询问题：</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分库分表会导致常规聚合查询操作，如</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group by</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order by</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等变的异常复杂。</a:t>
            </a:r>
            <a:endPar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6">
            <a:extLst>
              <a:ext uri="{FF2B5EF4-FFF2-40B4-BE49-F238E27FC236}">
                <a16:creationId xmlns:a16="http://schemas.microsoft.com/office/drawing/2014/main" id="{129FC76A-6C48-480E-B2D5-F0931BAA7A03}"/>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表分区</a:t>
            </a:r>
          </a:p>
        </p:txBody>
      </p:sp>
      <p:sp>
        <p:nvSpPr>
          <p:cNvPr id="7" name="Text Box 5">
            <a:extLst>
              <a:ext uri="{FF2B5EF4-FFF2-40B4-BE49-F238E27FC236}">
                <a16:creationId xmlns:a16="http://schemas.microsoft.com/office/drawing/2014/main" id="{6CDEB990-6DEF-7CD0-F02A-B2D95F6B41E6}"/>
              </a:ext>
            </a:extLst>
          </p:cNvPr>
          <p:cNvSpPr txBox="1">
            <a:spLocks noChangeArrowheads="1"/>
          </p:cNvSpPr>
          <p:nvPr/>
        </p:nvSpPr>
        <p:spPr bwMode="auto">
          <a:xfrm>
            <a:off x="844550" y="1268413"/>
            <a:ext cx="10512425" cy="5045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600"/>
              </a:spcAft>
              <a:buClr>
                <a:srgbClr val="32C6CA"/>
              </a:buClr>
              <a:buSzPct val="80000"/>
              <a:buFont typeface="Wingdings" pitchFamily="2" charset="2"/>
              <a:buNone/>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表分区：</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是指根据一定规则，将数据库中的一张表分解成多个更小的，容易管理的部分。从逻辑上看，只有一张表，但是底层却是由多个物理分区组成。将表的数据均衡到不同的地方，可在特定的</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SQL</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操作中减少数据读写的总量以缩减响应时间，提升查询效率。</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 </a:t>
            </a:r>
            <a:endPar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endParaRPr>
          </a:p>
          <a:p>
            <a:pPr eaLnBrk="1" hangingPunct="1">
              <a:lnSpc>
                <a:spcPct val="110000"/>
              </a:lnSpc>
              <a:spcAft>
                <a:spcPts val="600"/>
              </a:spcAft>
              <a:buClr>
                <a:srgbClr val="32C6CA"/>
              </a:buClr>
              <a:buSzPct val="80000"/>
              <a:buFont typeface="Wingdings" pitchFamily="2" charset="2"/>
              <a:buNone/>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优点：</a:t>
            </a:r>
            <a:endPar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endParaRPr>
          </a:p>
          <a:p>
            <a:pPr marL="342900" indent="-342900">
              <a:spcBef>
                <a:spcPts val="600"/>
              </a:spcBef>
              <a:spcAft>
                <a:spcPts val="600"/>
              </a:spcAft>
              <a:buClr>
                <a:srgbClr val="0070C0"/>
              </a:buClr>
              <a:buFont typeface="Wingdings" pitchFamily="2" charset="2"/>
              <a:buChar char="u"/>
              <a:defRPr/>
            </a:pPr>
            <a:r>
              <a:rPr kumimoji="1" lang="zh-CN"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数据管理比较方便，比如要清理或废弃某年的数据，就可以直接删除该日期的分区数据即可；</a:t>
            </a:r>
          </a:p>
          <a:p>
            <a:pPr marL="342900" indent="-342900">
              <a:spcBef>
                <a:spcPts val="600"/>
              </a:spcBef>
              <a:spcAft>
                <a:spcPts val="600"/>
              </a:spcAft>
              <a:buClr>
                <a:srgbClr val="0070C0"/>
              </a:buClr>
              <a:buFont typeface="Wingdings" pitchFamily="2" charset="2"/>
              <a:buChar char="u"/>
              <a:defRPr/>
            </a:pPr>
            <a:r>
              <a:rPr kumimoji="1" lang="zh-CN"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精准定位分区查询数据，不需要全表扫描查询，大大提高数据检索效率</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   </a:t>
            </a:r>
            <a:endPar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500"/>
                                        <p:tgtEl>
                                          <p:spTgt spid="7">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animEffect transition="in" filter="fade">
                                      <p:cBhvr>
                                        <p:cTn id="15"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6">
            <a:extLst>
              <a:ext uri="{FF2B5EF4-FFF2-40B4-BE49-F238E27FC236}">
                <a16:creationId xmlns:a16="http://schemas.microsoft.com/office/drawing/2014/main" id="{5704D80E-A87A-3925-A012-3DBA31A6E546}"/>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表分区</a:t>
            </a:r>
          </a:p>
        </p:txBody>
      </p:sp>
      <p:sp>
        <p:nvSpPr>
          <p:cNvPr id="7" name="Text Box 5">
            <a:extLst>
              <a:ext uri="{FF2B5EF4-FFF2-40B4-BE49-F238E27FC236}">
                <a16:creationId xmlns:a16="http://schemas.microsoft.com/office/drawing/2014/main" id="{69D2F129-B1C4-93F0-E90B-977BF66C0D74}"/>
              </a:ext>
            </a:extLst>
          </p:cNvPr>
          <p:cNvSpPr txBox="1">
            <a:spLocks noChangeArrowheads="1"/>
          </p:cNvSpPr>
          <p:nvPr/>
        </p:nvSpPr>
        <p:spPr bwMode="auto">
          <a:xfrm>
            <a:off x="844550" y="1412875"/>
            <a:ext cx="10512425" cy="425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600"/>
              </a:spcAft>
              <a:buClr>
                <a:srgbClr val="32C6CA"/>
              </a:buClr>
              <a:buSzPct val="80000"/>
              <a:buFont typeface="Wingdings" pitchFamily="2" charset="2"/>
              <a:buNone/>
              <a:defRPr/>
            </a:pP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MySQL</a:t>
            </a: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支持的表分区类型</a:t>
            </a:r>
          </a:p>
          <a:p>
            <a:pPr eaLnBrk="1" hangingPunct="1">
              <a:lnSpc>
                <a:spcPct val="110000"/>
              </a:lnSpc>
              <a:spcBef>
                <a:spcPts val="600"/>
              </a:spcBef>
              <a:spcAft>
                <a:spcPts val="600"/>
              </a:spcAft>
              <a:buClr>
                <a:srgbClr val="32C6CA"/>
              </a:buClr>
              <a:buSzPct val="80000"/>
              <a:buFont typeface="Wingdings" pitchFamily="2" charset="2"/>
              <a:buNone/>
              <a:defRPr/>
            </a:pP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1</a:t>
            </a: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RANGE</a:t>
            </a: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分区：</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基于属于一个给定连续区间的列值，把多行分配给分区。</a:t>
            </a:r>
          </a:p>
          <a:p>
            <a:pPr eaLnBrk="1" hangingPunct="1">
              <a:lnSpc>
                <a:spcPct val="110000"/>
              </a:lnSpc>
              <a:spcBef>
                <a:spcPts val="600"/>
              </a:spcBef>
              <a:spcAft>
                <a:spcPts val="600"/>
              </a:spcAft>
              <a:buClr>
                <a:srgbClr val="32C6CA"/>
              </a:buClr>
              <a:buSzPct val="80000"/>
              <a:buFont typeface="Wingdings" pitchFamily="2" charset="2"/>
              <a:buNone/>
              <a:defRPr/>
            </a:pP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2</a:t>
            </a: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LIST</a:t>
            </a: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分区：</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类似于按</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RANGE</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分区，区别在于</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LIST</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分区是基于列值匹配一个离散值集合中的某个值来进行选择。</a:t>
            </a:r>
          </a:p>
          <a:p>
            <a:pPr eaLnBrk="1" hangingPunct="1">
              <a:lnSpc>
                <a:spcPct val="110000"/>
              </a:lnSpc>
              <a:spcBef>
                <a:spcPts val="600"/>
              </a:spcBef>
              <a:spcAft>
                <a:spcPts val="600"/>
              </a:spcAft>
              <a:buClr>
                <a:srgbClr val="32C6CA"/>
              </a:buClr>
              <a:buSzPct val="80000"/>
              <a:buFont typeface="Wingdings" pitchFamily="2" charset="2"/>
              <a:buNone/>
              <a:defRPr/>
            </a:pP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3</a:t>
            </a: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HASH</a:t>
            </a: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分区：</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基于用户定义的表达式的返回值来进行分区。</a:t>
            </a:r>
          </a:p>
          <a:p>
            <a:pPr eaLnBrk="1" hangingPunct="1">
              <a:lnSpc>
                <a:spcPct val="110000"/>
              </a:lnSpc>
              <a:spcBef>
                <a:spcPts val="600"/>
              </a:spcBef>
              <a:spcAft>
                <a:spcPts val="600"/>
              </a:spcAft>
              <a:buClr>
                <a:srgbClr val="32C6CA"/>
              </a:buClr>
              <a:buSzPct val="80000"/>
              <a:buFont typeface="Wingdings" pitchFamily="2" charset="2"/>
              <a:buNone/>
              <a:defRPr/>
            </a:pP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4</a:t>
            </a: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KEY</a:t>
            </a: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分区：</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类似于按</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HASH</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分区，区别在于</a:t>
            </a:r>
            <a:r>
              <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rPr>
              <a:t>KEY</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分区使用系统函数进行分区。</a:t>
            </a:r>
            <a:endParaRPr kumimoji="1" lang="en-US" altLang="zh-CN" sz="24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eaLnBrk="1" hangingPunct="1">
              <a:lnSpc>
                <a:spcPct val="110000"/>
              </a:lnSpc>
              <a:spcBef>
                <a:spcPts val="600"/>
              </a:spcBef>
              <a:spcAft>
                <a:spcPts val="600"/>
              </a:spcAft>
              <a:buClr>
                <a:srgbClr val="32C6CA"/>
              </a:buClr>
              <a:buSzPct val="80000"/>
              <a:buFont typeface="Wingdings" pitchFamily="2" charset="2"/>
              <a:buNone/>
              <a:defRPr/>
            </a:pP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5</a:t>
            </a: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dirty="0">
                <a:solidFill>
                  <a:srgbClr val="C00000"/>
                </a:solidFill>
                <a:effectLst>
                  <a:outerShdw blurRad="38100" dist="38100" dir="2700000" algn="tl">
                    <a:srgbClr val="C0C0C0"/>
                  </a:outerShdw>
                </a:effectLst>
                <a:latin typeface="楷体_GB2312" pitchFamily="49" charset="-122"/>
                <a:ea typeface="楷体_GB2312" pitchFamily="49" charset="-122"/>
              </a:rPr>
              <a:t>Columns</a:t>
            </a:r>
            <a:r>
              <a:rPr kumimoji="1" lang="zh-CN" altLang="en-US" sz="2400" b="1" dirty="0">
                <a:solidFill>
                  <a:srgbClr val="C00000"/>
                </a:solidFill>
                <a:effectLst>
                  <a:outerShdw blurRad="38100" dist="38100" dir="2700000" algn="tl">
                    <a:srgbClr val="C0C0C0"/>
                  </a:outerShdw>
                </a:effectLst>
                <a:latin typeface="楷体_GB2312" pitchFamily="49" charset="-122"/>
                <a:ea typeface="楷体_GB2312" pitchFamily="49" charset="-122"/>
              </a:rPr>
              <a:t>分区：</a:t>
            </a:r>
            <a:r>
              <a:rPr kumimoji="1" lang="zh-CN" altLang="en-US" sz="2400" b="1" dirty="0">
                <a:solidFill>
                  <a:srgbClr val="002060"/>
                </a:solidFill>
                <a:effectLst>
                  <a:outerShdw blurRad="38100" dist="38100" dir="2700000" algn="tl">
                    <a:srgbClr val="C0C0C0"/>
                  </a:outerShdw>
                </a:effectLst>
                <a:latin typeface="楷体_GB2312" pitchFamily="49" charset="-122"/>
                <a:ea typeface="楷体_GB2312" pitchFamily="49" charset="-122"/>
              </a:rPr>
              <a:t>可以直接使用整型、日期型和字符型数据进行分区。</a:t>
            </a:r>
          </a:p>
          <a:p>
            <a:pPr eaLnBrk="1" hangingPunct="1">
              <a:lnSpc>
                <a:spcPct val="110000"/>
              </a:lnSpc>
              <a:spcAft>
                <a:spcPts val="600"/>
              </a:spcAft>
              <a:buClr>
                <a:srgbClr val="32C6CA"/>
              </a:buClr>
              <a:buSzPct val="80000"/>
              <a:buFont typeface="Wingdings" pitchFamily="2" charset="2"/>
              <a:buNone/>
              <a:defRPr/>
            </a:pPr>
            <a:r>
              <a:rPr kumimoji="1" lang="zh-CN" altLang="en-US" sz="2800" b="1" dirty="0">
                <a:solidFill>
                  <a:srgbClr val="C00000"/>
                </a:solidFill>
                <a:effectLst>
                  <a:outerShdw blurRad="38100" dist="38100" dir="2700000" algn="tl">
                    <a:srgbClr val="C0C0C0"/>
                  </a:outerShdw>
                </a:effectLst>
                <a:latin typeface="楷体_GB2312" pitchFamily="49" charset="-122"/>
                <a:ea typeface="楷体_GB2312" pitchFamily="49" charset="-122"/>
              </a:rPr>
              <a:t> </a:t>
            </a:r>
            <a:endParaRPr kumimoji="1" lang="en-US" altLang="zh-CN" sz="2800" b="1" dirty="0">
              <a:solidFill>
                <a:srgbClr val="C00000"/>
              </a:solidFill>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500"/>
                                        <p:tgtEl>
                                          <p:spTgt spid="7">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fade">
                                      <p:cBhvr>
                                        <p:cTn id="27"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6">
            <a:extLst>
              <a:ext uri="{FF2B5EF4-FFF2-40B4-BE49-F238E27FC236}">
                <a16:creationId xmlns:a16="http://schemas.microsoft.com/office/drawing/2014/main" id="{AD8F478B-085A-0A6F-5809-F19EEEC1771B}"/>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表分区</a:t>
            </a:r>
          </a:p>
        </p:txBody>
      </p:sp>
      <p:sp>
        <p:nvSpPr>
          <p:cNvPr id="7" name="Text Box 5">
            <a:extLst>
              <a:ext uri="{FF2B5EF4-FFF2-40B4-BE49-F238E27FC236}">
                <a16:creationId xmlns:a16="http://schemas.microsoft.com/office/drawing/2014/main" id="{53F6ED02-BC0B-4D5B-49B2-C7B49C6E2A87}"/>
              </a:ext>
            </a:extLst>
          </p:cNvPr>
          <p:cNvSpPr txBox="1">
            <a:spLocks noChangeArrowheads="1"/>
          </p:cNvSpPr>
          <p:nvPr/>
        </p:nvSpPr>
        <p:spPr bwMode="auto">
          <a:xfrm>
            <a:off x="844550" y="1268413"/>
            <a:ext cx="10512425" cy="103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ts val="1200"/>
              </a:spcAft>
              <a:buClr>
                <a:srgbClr val="32C6CA"/>
              </a:buClr>
              <a:buSzPct val="80000"/>
              <a:buFont typeface="Wingdings" pitchFamily="2" charset="2"/>
              <a:buNone/>
              <a:defRPr/>
            </a:pP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rPr>
              <a:t>例</a:t>
            </a:r>
            <a:r>
              <a:rPr kumimoji="1" lang="en-US" altLang="zh-CN" sz="2800" b="1" dirty="0">
                <a:effectLst>
                  <a:outerShdw blurRad="38100" dist="38100" dir="2700000" algn="tl">
                    <a:srgbClr val="C0C0C0"/>
                  </a:outerShdw>
                </a:effectLst>
                <a:latin typeface="楷体_GB2312" pitchFamily="49" charset="-122"/>
                <a:ea typeface="楷体_GB2312" pitchFamily="49" charset="-122"/>
              </a:rPr>
              <a:t>】</a:t>
            </a:r>
            <a:r>
              <a:rPr kumimoji="1" lang="zh-CN" altLang="en-US" sz="2800" b="1" dirty="0">
                <a:effectLst>
                  <a:outerShdw blurRad="38100" dist="38100" dir="2700000" algn="tl">
                    <a:srgbClr val="C0C0C0"/>
                  </a:outerShdw>
                </a:effectLst>
                <a:latin typeface="楷体_GB2312" pitchFamily="49" charset="-122"/>
                <a:ea typeface="楷体_GB2312" pitchFamily="49" charset="-122"/>
              </a:rPr>
              <a:t>分别用</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Range,List,Hash</a:t>
            </a:r>
            <a:r>
              <a:rPr kumimoji="1" lang="zh-CN" altLang="en-US" sz="2800" b="1" dirty="0">
                <a:effectLst>
                  <a:outerShdw blurRad="38100" dist="38100" dir="2700000" algn="tl">
                    <a:srgbClr val="C0C0C0"/>
                  </a:outerShdw>
                </a:effectLst>
                <a:latin typeface="楷体_GB2312" pitchFamily="49" charset="-122"/>
                <a:ea typeface="楷体_GB2312" pitchFamily="49" charset="-122"/>
              </a:rPr>
              <a:t>和</a:t>
            </a:r>
            <a:r>
              <a:rPr kumimoji="1" lang="en-US" altLang="zh-CN" sz="2800" b="1" dirty="0">
                <a:effectLst>
                  <a:outerShdw blurRad="38100" dist="38100" dir="2700000" algn="tl">
                    <a:srgbClr val="C0C0C0"/>
                  </a:outerShdw>
                </a:effectLst>
                <a:latin typeface="楷体_GB2312" pitchFamily="49" charset="-122"/>
                <a:ea typeface="楷体_GB2312" pitchFamily="49" charset="-122"/>
              </a:rPr>
              <a:t>Column</a:t>
            </a:r>
            <a:r>
              <a:rPr kumimoji="1" lang="zh-CN" altLang="en-US" sz="2800" b="1" dirty="0">
                <a:effectLst>
                  <a:outerShdw blurRad="38100" dist="38100" dir="2700000" algn="tl">
                    <a:srgbClr val="C0C0C0"/>
                  </a:outerShdw>
                </a:effectLst>
                <a:latin typeface="楷体_GB2312" pitchFamily="49" charset="-122"/>
                <a:ea typeface="楷体_GB2312" pitchFamily="49" charset="-122"/>
              </a:rPr>
              <a:t>方式对</a:t>
            </a:r>
            <a:r>
              <a:rPr kumimoji="1" lang="en-US" altLang="zh-CN" sz="2800" b="1" dirty="0" err="1">
                <a:effectLst>
                  <a:outerShdw blurRad="38100" dist="38100" dir="2700000" algn="tl">
                    <a:srgbClr val="C0C0C0"/>
                  </a:outerShdw>
                </a:effectLst>
                <a:latin typeface="楷体_GB2312" pitchFamily="49" charset="-122"/>
                <a:ea typeface="楷体_GB2312" pitchFamily="49" charset="-122"/>
              </a:rPr>
              <a:t>teaching_manage</a:t>
            </a:r>
            <a:r>
              <a:rPr kumimoji="1" lang="zh-CN" altLang="en-US" sz="2800" b="1" dirty="0">
                <a:effectLst>
                  <a:outerShdw blurRad="38100" dist="38100" dir="2700000" algn="tl">
                    <a:srgbClr val="C0C0C0"/>
                  </a:outerShdw>
                </a:effectLst>
                <a:latin typeface="楷体_GB2312" pitchFamily="49" charset="-122"/>
                <a:ea typeface="楷体_GB2312" pitchFamily="49" charset="-122"/>
              </a:rPr>
              <a:t>数据库中的</a:t>
            </a:r>
            <a:r>
              <a:rPr kumimoji="1" lang="en-US" altLang="zh-CN" sz="2800" b="1" dirty="0">
                <a:effectLst>
                  <a:outerShdw blurRad="38100" dist="38100" dir="2700000" algn="tl">
                    <a:srgbClr val="C0C0C0"/>
                  </a:outerShdw>
                </a:effectLst>
                <a:latin typeface="楷体_GB2312" pitchFamily="49" charset="-122"/>
                <a:ea typeface="楷体_GB2312" pitchFamily="49" charset="-122"/>
              </a:rPr>
              <a:t>student</a:t>
            </a:r>
            <a:r>
              <a:rPr kumimoji="1" lang="zh-CN" altLang="en-US" sz="2800" b="1" dirty="0">
                <a:effectLst>
                  <a:outerShdw blurRad="38100" dist="38100" dir="2700000" algn="tl">
                    <a:srgbClr val="C0C0C0"/>
                  </a:outerShdw>
                </a:effectLst>
                <a:latin typeface="楷体_GB2312" pitchFamily="49" charset="-122"/>
                <a:ea typeface="楷体_GB2312" pitchFamily="49" charset="-122"/>
              </a:rPr>
              <a:t>表创建分区，对比各种方式创建分区的不同。</a:t>
            </a:r>
          </a:p>
        </p:txBody>
      </p:sp>
    </p:spTree>
  </p:cSld>
  <p:clrMapOvr>
    <a:masterClrMapping/>
  </p:clrMapOvr>
  <p:transition spd="slow">
    <p:pull/>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WordArt 3">
            <a:extLst>
              <a:ext uri="{FF2B5EF4-FFF2-40B4-BE49-F238E27FC236}">
                <a16:creationId xmlns:a16="http://schemas.microsoft.com/office/drawing/2014/main" id="{E06C47CB-EC06-78A9-26F2-05121ECE8583}"/>
              </a:ext>
            </a:extLst>
          </p:cNvPr>
          <p:cNvSpPr>
            <a:spLocks noChangeArrowheads="1" noChangeShapeType="1" noTextEdit="1"/>
          </p:cNvSpPr>
          <p:nvPr/>
        </p:nvSpPr>
        <p:spPr bwMode="gray">
          <a:xfrm>
            <a:off x="2498725" y="3235325"/>
            <a:ext cx="7683500" cy="863600"/>
          </a:xfrm>
          <a:prstGeom prst="rect">
            <a:avLst/>
          </a:prstGeom>
        </p:spPr>
        <p:txBody>
          <a:bodyPr wrap="none" fromWordArt="1">
            <a:prstTxWarp prst="textDeflate">
              <a:avLst>
                <a:gd name="adj" fmla="val 0"/>
              </a:avLst>
            </a:prstTxWarp>
          </a:bodyPr>
          <a:lstStyle/>
          <a:p>
            <a:pPr algn="ctr"/>
            <a:r>
              <a:rPr lang="en-US" altLang="zh-CN" sz="3600" b="1" i="1" kern="10">
                <a:ln w="19050">
                  <a:solidFill>
                    <a:schemeClr val="bg1"/>
                  </a:solidFill>
                  <a:round/>
                  <a:headEnd/>
                  <a:tailEnd/>
                </a:ln>
                <a:gradFill rotWithShape="1">
                  <a:gsLst>
                    <a:gs pos="0">
                      <a:schemeClr val="tx1"/>
                    </a:gs>
                    <a:gs pos="100000">
                      <a:schemeClr val="hlink"/>
                    </a:gs>
                  </a:gsLst>
                  <a:lin ang="0" scaled="1"/>
                </a:gradFill>
                <a:effectLst>
                  <a:outerShdw dist="63500" dir="2212194" algn="ctr" rotWithShape="0">
                    <a:schemeClr val="tx2">
                      <a:alpha val="50000"/>
                    </a:schemeClr>
                  </a:outerShdw>
                </a:effectLst>
                <a:cs typeface="Arial" panose="020B0604020202020204" pitchFamily="34" charset="0"/>
              </a:rPr>
              <a:t>Thank You !</a:t>
            </a:r>
            <a:endParaRPr lang="zh-CN" altLang="en-US" sz="3600" b="1" i="1" kern="10">
              <a:ln w="19050">
                <a:solidFill>
                  <a:schemeClr val="bg1"/>
                </a:solidFill>
                <a:round/>
                <a:headEnd/>
                <a:tailEnd/>
              </a:ln>
              <a:gradFill rotWithShape="1">
                <a:gsLst>
                  <a:gs pos="0">
                    <a:schemeClr val="tx1"/>
                  </a:gs>
                  <a:gs pos="100000">
                    <a:schemeClr val="hlink"/>
                  </a:gs>
                </a:gsLst>
                <a:lin ang="0" scaled="1"/>
              </a:gradFill>
              <a:effectLst>
                <a:outerShdw dist="63500" dir="2212194" algn="ctr" rotWithShape="0">
                  <a:schemeClr val="tx2">
                    <a:alpha val="50000"/>
                  </a:schemeClr>
                </a:outerShdw>
              </a:effectLst>
              <a:cs typeface="Arial" panose="020B0604020202020204" pitchFamily="34" charset="0"/>
            </a:endParaRPr>
          </a:p>
        </p:txBody>
      </p:sp>
      <p:sp>
        <p:nvSpPr>
          <p:cNvPr id="4" name="TextBox 6">
            <a:extLst>
              <a:ext uri="{FF2B5EF4-FFF2-40B4-BE49-F238E27FC236}">
                <a16:creationId xmlns:a16="http://schemas.microsoft.com/office/drawing/2014/main" id="{64676639-F085-2CC5-547B-DE7BE5F7F5E9}"/>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rPr>
              <a:t>谢谢学习</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a:spPr>
      <a:bodyPr anchor="ctr"/>
      <a:lstStyle>
        <a:defPPr algn="ctr">
          <a:defRPr sz="3200" b="1" dirty="0">
            <a:solidFill>
              <a:schemeClr val="bg1"/>
            </a:solidFill>
            <a:latin typeface="微软雅黑" pitchFamily="34" charset="-122"/>
            <a:ea typeface="微软雅黑"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alt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14748</TotalTime>
  <Pages>0</Pages>
  <Words>3080</Words>
  <Characters>0</Characters>
  <Application>Microsoft Office PowerPoint</Application>
  <DocSecurity>0</DocSecurity>
  <PresentationFormat>自定义</PresentationFormat>
  <Lines>0</Lines>
  <Paragraphs>262</Paragraphs>
  <Slides>36</Slides>
  <Notes>33</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36</vt:i4>
      </vt:variant>
    </vt:vector>
  </HeadingPairs>
  <TitlesOfParts>
    <vt:vector size="50" baseType="lpstr">
      <vt:lpstr>Arial</vt:lpstr>
      <vt:lpstr>宋体</vt:lpstr>
      <vt:lpstr>Franklin Gothic Medium</vt:lpstr>
      <vt:lpstr>微软雅黑</vt:lpstr>
      <vt:lpstr>Calibri</vt:lpstr>
      <vt:lpstr>Franklin Gothic Book</vt:lpstr>
      <vt:lpstr>黑体</vt:lpstr>
      <vt:lpstr>Aharoni</vt:lpstr>
      <vt:lpstr>华文行楷</vt:lpstr>
      <vt:lpstr>Impact</vt:lpstr>
      <vt:lpstr>楷体_GB2312</vt:lpstr>
      <vt:lpstr>Wingdings</vt:lpstr>
      <vt:lpstr>Office 主题</vt:lpstr>
      <vt:lpstr>Microsoft Word 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PC</dc:creator>
  <cp:lastModifiedBy>zhuigz Lc</cp:lastModifiedBy>
  <cp:revision>519</cp:revision>
  <dcterms:created xsi:type="dcterms:W3CDTF">2014-10-24T14:22:44Z</dcterms:created>
  <dcterms:modified xsi:type="dcterms:W3CDTF">2026-09-22T11:17:35Z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2052-9.1.0.4855</vt:lpwstr>
  </property>
</Properties>
</file>